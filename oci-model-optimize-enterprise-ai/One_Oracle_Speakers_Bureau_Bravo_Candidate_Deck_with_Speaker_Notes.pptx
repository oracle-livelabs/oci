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0" r:id="rId1"/>
  </p:sldMasterIdLst>
  <p:notesMasterIdLst>
    <p:notesMasterId r:id="rId17"/>
  </p:notesMasterIdLst>
  <p:sldIdLst>
    <p:sldId id="271" r:id="rId2"/>
    <p:sldId id="267"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B060"/>
    <a:srgbClr val="DBA35A"/>
    <a:srgbClr val="E8AD5F"/>
    <a:srgbClr val="D5683F"/>
    <a:srgbClr val="F0CC71"/>
    <a:srgbClr val="E08B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5"/>
    <p:restoredTop sz="76962"/>
  </p:normalViewPr>
  <p:slideViewPr>
    <p:cSldViewPr snapToGrid="0" snapToObjects="1">
      <p:cViewPr varScale="1">
        <p:scale>
          <a:sx n="145" d="100"/>
          <a:sy n="145" d="100"/>
        </p:scale>
        <p:origin x="184" y="4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 Id="rId5" Type="http://schemas.openxmlformats.org/officeDocument/2006/relationships/image" Target="../media/image48.jpeg"/><Relationship Id="rId4" Type="http://schemas.openxmlformats.org/officeDocument/2006/relationships/image" Target="../media/image47.jpeg"/></Relationships>
</file>

<file path=ppt/diagrams/_rels/data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50.svg"/><Relationship Id="rId5" Type="http://schemas.openxmlformats.org/officeDocument/2006/relationships/image" Target="../media/image54.svg"/><Relationship Id="rId4" Type="http://schemas.openxmlformats.org/officeDocument/2006/relationships/image" Target="../media/image53.svg"/></Relationships>
</file>

<file path=ppt/diagrams/_rels/data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8.svg"/><Relationship Id="rId4" Type="http://schemas.openxmlformats.org/officeDocument/2006/relationships/image" Target="../media/image57.svg"/></Relationships>
</file>

<file path=ppt/diagrams/_rels/data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1.svg"/><Relationship Id="rId1" Type="http://schemas.openxmlformats.org/officeDocument/2006/relationships/image" Target="../media/image59.svg"/><Relationship Id="rId5" Type="http://schemas.openxmlformats.org/officeDocument/2006/relationships/image" Target="../media/image62.svg"/><Relationship Id="rId4" Type="http://schemas.openxmlformats.org/officeDocument/2006/relationships/image" Target="../media/image61.svg"/></Relationships>
</file>

<file path=ppt/diagrams/_rels/data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jpeg"/><Relationship Id="rId5" Type="http://schemas.openxmlformats.org/officeDocument/2006/relationships/image" Target="../media/image67.jpeg"/><Relationship Id="rId4" Type="http://schemas.openxmlformats.org/officeDocument/2006/relationships/image" Target="../media/image6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 Id="rId5" Type="http://schemas.openxmlformats.org/officeDocument/2006/relationships/image" Target="../media/image48.jpeg"/><Relationship Id="rId4" Type="http://schemas.openxmlformats.org/officeDocument/2006/relationships/image" Target="../media/image47.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50.svg"/><Relationship Id="rId5" Type="http://schemas.openxmlformats.org/officeDocument/2006/relationships/image" Target="../media/image54.svg"/><Relationship Id="rId4" Type="http://schemas.openxmlformats.org/officeDocument/2006/relationships/image" Target="../media/image5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8.svg"/><Relationship Id="rId4" Type="http://schemas.openxmlformats.org/officeDocument/2006/relationships/image" Target="../media/image5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1.svg"/><Relationship Id="rId1" Type="http://schemas.openxmlformats.org/officeDocument/2006/relationships/image" Target="../media/image59.svg"/><Relationship Id="rId5" Type="http://schemas.openxmlformats.org/officeDocument/2006/relationships/image" Target="../media/image62.svg"/><Relationship Id="rId4" Type="http://schemas.openxmlformats.org/officeDocument/2006/relationships/image" Target="../media/image6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jpeg"/><Relationship Id="rId5" Type="http://schemas.openxmlformats.org/officeDocument/2006/relationships/image" Target="../media/image67.jpeg"/><Relationship Id="rId4" Type="http://schemas.openxmlformats.org/officeDocument/2006/relationships/image" Target="../media/image66.jpeg"/></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2">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1">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3#1">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3#1">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510BA1-4DEC-A14F-95F5-E1A9E0B630B9}" type="doc">
      <dgm:prSet loTypeId="urn:microsoft.com/office/officeart/2005/8/layout/chevron2" loCatId="process" qsTypeId="urn:microsoft.com/office/officeart/2005/8/quickstyle/simple1#1" qsCatId="simple" csTypeId="urn:microsoft.com/office/officeart/2005/8/colors/colorful3#1" csCatId="colorful" phldr="1"/>
      <dgm:spPr/>
      <dgm:t>
        <a:bodyPr/>
        <a:lstStyle/>
        <a:p>
          <a:endParaRPr lang="en-US"/>
        </a:p>
      </dgm:t>
    </dgm:pt>
    <dgm:pt modelId="{B84DFDF4-9364-E04A-8F96-5B02EED2127F}">
      <dgm:prSet/>
      <dgm:spPr/>
      <dgm:t>
        <a:bodyPr/>
        <a:lstStyle/>
        <a:p>
          <a:pPr>
            <a:buNone/>
          </a:pPr>
          <a:r>
            <a:rPr lang="en-US" b="0" i="0" dirty="0"/>
            <a:t>What customers are asking for now.</a:t>
          </a:r>
          <a:endParaRPr lang="en-US" dirty="0"/>
        </a:p>
      </dgm:t>
    </dgm:pt>
    <dgm:pt modelId="{4CA8D79E-6ED8-0F42-8C04-35F3FE31F289}" type="parTrans" cxnId="{DF0A3AFD-7BD6-3945-B185-4EA901BF05E5}">
      <dgm:prSet/>
      <dgm:spPr/>
      <dgm:t>
        <a:bodyPr/>
        <a:lstStyle/>
        <a:p>
          <a:endParaRPr lang="en-US"/>
        </a:p>
      </dgm:t>
    </dgm:pt>
    <dgm:pt modelId="{27724C8C-F5F2-1F4B-824A-C4AF42EBF4ED}" type="sibTrans" cxnId="{DF0A3AFD-7BD6-3945-B185-4EA901BF05E5}">
      <dgm:prSet/>
      <dgm:spPr/>
      <dgm:t>
        <a:bodyPr/>
        <a:lstStyle/>
        <a:p>
          <a:endParaRPr lang="en-US"/>
        </a:p>
      </dgm:t>
    </dgm:pt>
    <dgm:pt modelId="{56A2B022-202F-C24C-838F-9675DF041AED}">
      <dgm:prSet/>
      <dgm:spPr/>
      <dgm:t>
        <a:bodyPr/>
        <a:lstStyle/>
        <a:p>
          <a:pPr>
            <a:buNone/>
          </a:pPr>
          <a:r>
            <a:rPr lang="en-US" b="0" i="0" dirty="0"/>
            <a:t>Why enterprise outcomes are hard to deliver.</a:t>
          </a:r>
          <a:endParaRPr lang="en-US" dirty="0"/>
        </a:p>
      </dgm:t>
    </dgm:pt>
    <dgm:pt modelId="{C58FDC80-3A84-B94F-A37D-440F008553AF}" type="parTrans" cxnId="{D50274A5-FEDA-A748-B425-545ECD61E5B8}">
      <dgm:prSet/>
      <dgm:spPr/>
      <dgm:t>
        <a:bodyPr/>
        <a:lstStyle/>
        <a:p>
          <a:endParaRPr lang="en-US"/>
        </a:p>
      </dgm:t>
    </dgm:pt>
    <dgm:pt modelId="{741AA3B7-4DE7-EC48-9768-E7773A1BDA21}" type="sibTrans" cxnId="{D50274A5-FEDA-A748-B425-545ECD61E5B8}">
      <dgm:prSet/>
      <dgm:spPr/>
      <dgm:t>
        <a:bodyPr/>
        <a:lstStyle/>
        <a:p>
          <a:endParaRPr lang="en-US"/>
        </a:p>
      </dgm:t>
    </dgm:pt>
    <dgm:pt modelId="{AC0FFC2F-12A5-9743-AA10-B940BE24617E}">
      <dgm:prSet/>
      <dgm:spPr/>
      <dgm:t>
        <a:bodyPr/>
        <a:lstStyle/>
        <a:p>
          <a:pPr>
            <a:buNone/>
          </a:pPr>
          <a:r>
            <a:rPr lang="en-US" b="0" i="0" dirty="0"/>
            <a:t>How Oracle brings the portfolio together.</a:t>
          </a:r>
          <a:endParaRPr lang="en-US" dirty="0"/>
        </a:p>
      </dgm:t>
    </dgm:pt>
    <dgm:pt modelId="{75ACD390-CB9A-1B44-B9FE-070D33D10CE8}" type="parTrans" cxnId="{1C327B11-A75D-8544-8BB8-EE3B15D9B93C}">
      <dgm:prSet/>
      <dgm:spPr/>
      <dgm:t>
        <a:bodyPr/>
        <a:lstStyle/>
        <a:p>
          <a:endParaRPr lang="en-US"/>
        </a:p>
      </dgm:t>
    </dgm:pt>
    <dgm:pt modelId="{9D0E8D4C-3F0E-D04B-90E6-AF35676A76CF}" type="sibTrans" cxnId="{1C327B11-A75D-8544-8BB8-EE3B15D9B93C}">
      <dgm:prSet/>
      <dgm:spPr/>
      <dgm:t>
        <a:bodyPr/>
        <a:lstStyle/>
        <a:p>
          <a:endParaRPr lang="en-US"/>
        </a:p>
      </dgm:t>
    </dgm:pt>
    <dgm:pt modelId="{3C7893D2-E3A9-FA41-B74D-715EAD92EF74}">
      <dgm:prSet/>
      <dgm:spPr/>
      <dgm:t>
        <a:bodyPr/>
        <a:lstStyle/>
        <a:p>
          <a:pPr>
            <a:buNone/>
          </a:pPr>
          <a:r>
            <a:rPr lang="en-US" b="0" i="0" dirty="0"/>
            <a:t>Where practical AI fits.</a:t>
          </a:r>
          <a:endParaRPr lang="en-US" dirty="0"/>
        </a:p>
      </dgm:t>
    </dgm:pt>
    <dgm:pt modelId="{F3684585-4E46-0545-B3E7-74FC510357BD}" type="parTrans" cxnId="{9D9C7326-5D1B-534F-8411-E0A862A67928}">
      <dgm:prSet/>
      <dgm:spPr/>
      <dgm:t>
        <a:bodyPr/>
        <a:lstStyle/>
        <a:p>
          <a:endParaRPr lang="en-US"/>
        </a:p>
      </dgm:t>
    </dgm:pt>
    <dgm:pt modelId="{BBB8B156-FD55-1D45-B221-71CB107542A0}" type="sibTrans" cxnId="{9D9C7326-5D1B-534F-8411-E0A862A67928}">
      <dgm:prSet/>
      <dgm:spPr/>
      <dgm:t>
        <a:bodyPr/>
        <a:lstStyle/>
        <a:p>
          <a:endParaRPr lang="en-US"/>
        </a:p>
      </dgm:t>
    </dgm:pt>
    <dgm:pt modelId="{DADFD9D9-856F-4140-9398-FDCE3850568F}">
      <dgm:prSet/>
      <dgm:spPr/>
      <dgm:t>
        <a:bodyPr/>
        <a:lstStyle/>
        <a:p>
          <a:pPr>
            <a:buNone/>
          </a:pPr>
          <a:r>
            <a:rPr lang="en-US" b="0" i="0" dirty="0"/>
            <a:t>How to start the next outcome conversation.</a:t>
          </a:r>
          <a:endParaRPr lang="en-US" dirty="0"/>
        </a:p>
      </dgm:t>
    </dgm:pt>
    <dgm:pt modelId="{FFCDBAD6-4C60-C342-86A1-EA394A51E30E}" type="parTrans" cxnId="{F3AB2CAB-3B49-CD41-B49C-91BCC9EBA2C5}">
      <dgm:prSet/>
      <dgm:spPr/>
      <dgm:t>
        <a:bodyPr/>
        <a:lstStyle/>
        <a:p>
          <a:endParaRPr lang="en-US"/>
        </a:p>
      </dgm:t>
    </dgm:pt>
    <dgm:pt modelId="{9D922E1D-5BA1-A243-8EDE-DF0CDBF86EFB}" type="sibTrans" cxnId="{F3AB2CAB-3B49-CD41-B49C-91BCC9EBA2C5}">
      <dgm:prSet/>
      <dgm:spPr/>
      <dgm:t>
        <a:bodyPr/>
        <a:lstStyle/>
        <a:p>
          <a:endParaRPr lang="en-US"/>
        </a:p>
      </dgm:t>
    </dgm:pt>
    <dgm:pt modelId="{F1C027AB-4181-8246-8BBE-A632CBC882C4}">
      <dgm:prSet custT="1"/>
      <dgm:spPr/>
      <dgm:t>
        <a:bodyPr tIns="182880"/>
        <a:lstStyle/>
        <a:p>
          <a:r>
            <a:rPr lang="en-US" sz="2000" b="1" dirty="0"/>
            <a:t>1</a:t>
          </a:r>
        </a:p>
      </dgm:t>
    </dgm:pt>
    <dgm:pt modelId="{BC15788A-FE11-5341-B6F3-644D74F14B84}" type="parTrans" cxnId="{34B871CA-4857-C34D-8386-1A2ACC66C697}">
      <dgm:prSet/>
      <dgm:spPr/>
      <dgm:t>
        <a:bodyPr/>
        <a:lstStyle/>
        <a:p>
          <a:endParaRPr lang="en-US"/>
        </a:p>
      </dgm:t>
    </dgm:pt>
    <dgm:pt modelId="{3A8BCC73-4C9C-214E-B7C7-C33915340418}" type="sibTrans" cxnId="{34B871CA-4857-C34D-8386-1A2ACC66C697}">
      <dgm:prSet/>
      <dgm:spPr/>
      <dgm:t>
        <a:bodyPr/>
        <a:lstStyle/>
        <a:p>
          <a:endParaRPr lang="en-US"/>
        </a:p>
      </dgm:t>
    </dgm:pt>
    <dgm:pt modelId="{5FE7C878-33D7-1E4C-A3C6-B211FD924350}">
      <dgm:prSet custT="1"/>
      <dgm:spPr/>
      <dgm:t>
        <a:bodyPr tIns="182880"/>
        <a:lstStyle/>
        <a:p>
          <a:r>
            <a:rPr lang="en-US" sz="2000" b="1" dirty="0"/>
            <a:t>2</a:t>
          </a:r>
        </a:p>
      </dgm:t>
    </dgm:pt>
    <dgm:pt modelId="{06C92155-D034-A244-95E1-B69D2E89CBDD}" type="parTrans" cxnId="{8D29F77A-CC68-3249-92E7-EE2ADA4C4CE9}">
      <dgm:prSet/>
      <dgm:spPr/>
      <dgm:t>
        <a:bodyPr/>
        <a:lstStyle/>
        <a:p>
          <a:endParaRPr lang="en-US"/>
        </a:p>
      </dgm:t>
    </dgm:pt>
    <dgm:pt modelId="{968F665E-D329-5E4B-88C2-8D8F12442427}" type="sibTrans" cxnId="{8D29F77A-CC68-3249-92E7-EE2ADA4C4CE9}">
      <dgm:prSet/>
      <dgm:spPr/>
      <dgm:t>
        <a:bodyPr/>
        <a:lstStyle/>
        <a:p>
          <a:endParaRPr lang="en-US"/>
        </a:p>
      </dgm:t>
    </dgm:pt>
    <dgm:pt modelId="{5C4784DE-77DC-6644-B901-97E74FAE6B93}">
      <dgm:prSet custT="1"/>
      <dgm:spPr/>
      <dgm:t>
        <a:bodyPr tIns="182880"/>
        <a:lstStyle/>
        <a:p>
          <a:r>
            <a:rPr lang="en-US" sz="2000" b="1" dirty="0"/>
            <a:t>3</a:t>
          </a:r>
        </a:p>
      </dgm:t>
    </dgm:pt>
    <dgm:pt modelId="{8D1113CF-4A0F-684A-91D3-C50012C65D13}" type="parTrans" cxnId="{7A090FE1-79F4-A14E-8C80-24F790029E41}">
      <dgm:prSet/>
      <dgm:spPr/>
      <dgm:t>
        <a:bodyPr/>
        <a:lstStyle/>
        <a:p>
          <a:endParaRPr lang="en-US"/>
        </a:p>
      </dgm:t>
    </dgm:pt>
    <dgm:pt modelId="{CCFBA4A1-8AB8-2C4A-AA55-699632B46764}" type="sibTrans" cxnId="{7A090FE1-79F4-A14E-8C80-24F790029E41}">
      <dgm:prSet/>
      <dgm:spPr/>
      <dgm:t>
        <a:bodyPr/>
        <a:lstStyle/>
        <a:p>
          <a:endParaRPr lang="en-US"/>
        </a:p>
      </dgm:t>
    </dgm:pt>
    <dgm:pt modelId="{5EB7EC32-B6C2-B14E-B086-14AFA69264C1}">
      <dgm:prSet custT="1"/>
      <dgm:spPr/>
      <dgm:t>
        <a:bodyPr tIns="182880"/>
        <a:lstStyle/>
        <a:p>
          <a:r>
            <a:rPr lang="en-US" sz="2000" b="1" dirty="0"/>
            <a:t>4</a:t>
          </a:r>
        </a:p>
      </dgm:t>
    </dgm:pt>
    <dgm:pt modelId="{40436163-8493-8643-80E4-8978C3D5C85B}" type="parTrans" cxnId="{FB245AE9-B8DF-0C4C-84E9-18D49B2605C0}">
      <dgm:prSet/>
      <dgm:spPr/>
      <dgm:t>
        <a:bodyPr/>
        <a:lstStyle/>
        <a:p>
          <a:endParaRPr lang="en-US"/>
        </a:p>
      </dgm:t>
    </dgm:pt>
    <dgm:pt modelId="{E2343DF6-212F-104A-BE32-84183FDDEBC0}" type="sibTrans" cxnId="{FB245AE9-B8DF-0C4C-84E9-18D49B2605C0}">
      <dgm:prSet/>
      <dgm:spPr/>
      <dgm:t>
        <a:bodyPr/>
        <a:lstStyle/>
        <a:p>
          <a:endParaRPr lang="en-US"/>
        </a:p>
      </dgm:t>
    </dgm:pt>
    <dgm:pt modelId="{2D434BAE-AADE-8C44-9068-90640CA6D0E5}">
      <dgm:prSet custT="1"/>
      <dgm:spPr/>
      <dgm:t>
        <a:bodyPr tIns="182880"/>
        <a:lstStyle/>
        <a:p>
          <a:r>
            <a:rPr lang="en-US" sz="2000" b="1" dirty="0"/>
            <a:t>5</a:t>
          </a:r>
        </a:p>
      </dgm:t>
    </dgm:pt>
    <dgm:pt modelId="{D200430E-C5BD-8944-AD71-6F6AFB395794}" type="parTrans" cxnId="{DA7B27CF-2D92-F740-A1F7-A48610B50514}">
      <dgm:prSet/>
      <dgm:spPr/>
      <dgm:t>
        <a:bodyPr/>
        <a:lstStyle/>
        <a:p>
          <a:endParaRPr lang="en-US"/>
        </a:p>
      </dgm:t>
    </dgm:pt>
    <dgm:pt modelId="{E3ED24A3-5E9C-2B44-B4F3-D2F3A7C31B80}" type="sibTrans" cxnId="{DA7B27CF-2D92-F740-A1F7-A48610B50514}">
      <dgm:prSet/>
      <dgm:spPr/>
      <dgm:t>
        <a:bodyPr/>
        <a:lstStyle/>
        <a:p>
          <a:endParaRPr lang="en-US"/>
        </a:p>
      </dgm:t>
    </dgm:pt>
    <dgm:pt modelId="{099360AE-90B1-E041-991B-935AA3B9E3B0}" type="pres">
      <dgm:prSet presAssocID="{DC510BA1-4DEC-A14F-95F5-E1A9E0B630B9}" presName="linearFlow" presStyleCnt="0">
        <dgm:presLayoutVars>
          <dgm:dir/>
          <dgm:animLvl val="lvl"/>
          <dgm:resizeHandles val="exact"/>
        </dgm:presLayoutVars>
      </dgm:prSet>
      <dgm:spPr/>
    </dgm:pt>
    <dgm:pt modelId="{76333709-CCF5-CC42-9404-2DD381ABDAC6}" type="pres">
      <dgm:prSet presAssocID="{F1C027AB-4181-8246-8BBE-A632CBC882C4}" presName="composite" presStyleCnt="0"/>
      <dgm:spPr/>
    </dgm:pt>
    <dgm:pt modelId="{8D91ACF6-1C0B-EC4A-93D8-6A405B68FD80}" type="pres">
      <dgm:prSet presAssocID="{F1C027AB-4181-8246-8BBE-A632CBC882C4}" presName="parentText" presStyleLbl="alignNode1" presStyleIdx="0" presStyleCnt="5">
        <dgm:presLayoutVars>
          <dgm:chMax val="1"/>
          <dgm:bulletEnabled val="1"/>
        </dgm:presLayoutVars>
      </dgm:prSet>
      <dgm:spPr/>
    </dgm:pt>
    <dgm:pt modelId="{2C1E8E96-C7E4-D54D-8A4E-7D68FA35A3DB}" type="pres">
      <dgm:prSet presAssocID="{F1C027AB-4181-8246-8BBE-A632CBC882C4}" presName="descendantText" presStyleLbl="alignAcc1" presStyleIdx="0" presStyleCnt="5">
        <dgm:presLayoutVars>
          <dgm:bulletEnabled val="1"/>
        </dgm:presLayoutVars>
      </dgm:prSet>
      <dgm:spPr/>
    </dgm:pt>
    <dgm:pt modelId="{4D2AA934-50CF-D141-B698-E411D2A28DCA}" type="pres">
      <dgm:prSet presAssocID="{3A8BCC73-4C9C-214E-B7C7-C33915340418}" presName="sp" presStyleCnt="0"/>
      <dgm:spPr/>
    </dgm:pt>
    <dgm:pt modelId="{409D5C69-C6C8-BF43-AA38-5C0C9B48AEF3}" type="pres">
      <dgm:prSet presAssocID="{5FE7C878-33D7-1E4C-A3C6-B211FD924350}" presName="composite" presStyleCnt="0"/>
      <dgm:spPr/>
    </dgm:pt>
    <dgm:pt modelId="{243F339F-355E-6E48-9FEC-1426426CB070}" type="pres">
      <dgm:prSet presAssocID="{5FE7C878-33D7-1E4C-A3C6-B211FD924350}" presName="parentText" presStyleLbl="alignNode1" presStyleIdx="1" presStyleCnt="5">
        <dgm:presLayoutVars>
          <dgm:chMax val="1"/>
          <dgm:bulletEnabled val="1"/>
        </dgm:presLayoutVars>
      </dgm:prSet>
      <dgm:spPr/>
    </dgm:pt>
    <dgm:pt modelId="{AE1A8688-BC29-C742-9012-FFC1EBF31B7C}" type="pres">
      <dgm:prSet presAssocID="{5FE7C878-33D7-1E4C-A3C6-B211FD924350}" presName="descendantText" presStyleLbl="alignAcc1" presStyleIdx="1" presStyleCnt="5">
        <dgm:presLayoutVars>
          <dgm:bulletEnabled val="1"/>
        </dgm:presLayoutVars>
      </dgm:prSet>
      <dgm:spPr/>
    </dgm:pt>
    <dgm:pt modelId="{1724BBD8-9C3E-F948-9051-7F9926BE9546}" type="pres">
      <dgm:prSet presAssocID="{968F665E-D329-5E4B-88C2-8D8F12442427}" presName="sp" presStyleCnt="0"/>
      <dgm:spPr/>
    </dgm:pt>
    <dgm:pt modelId="{C1EA761A-8E59-B84A-819F-60881DCD6F4E}" type="pres">
      <dgm:prSet presAssocID="{5C4784DE-77DC-6644-B901-97E74FAE6B93}" presName="composite" presStyleCnt="0"/>
      <dgm:spPr/>
    </dgm:pt>
    <dgm:pt modelId="{435F307D-F0BD-E248-8AF7-0614B7072F2E}" type="pres">
      <dgm:prSet presAssocID="{5C4784DE-77DC-6644-B901-97E74FAE6B93}" presName="parentText" presStyleLbl="alignNode1" presStyleIdx="2" presStyleCnt="5">
        <dgm:presLayoutVars>
          <dgm:chMax val="1"/>
          <dgm:bulletEnabled val="1"/>
        </dgm:presLayoutVars>
      </dgm:prSet>
      <dgm:spPr/>
    </dgm:pt>
    <dgm:pt modelId="{67210931-9241-BB47-82D5-C8004DC8253E}" type="pres">
      <dgm:prSet presAssocID="{5C4784DE-77DC-6644-B901-97E74FAE6B93}" presName="descendantText" presStyleLbl="alignAcc1" presStyleIdx="2" presStyleCnt="5">
        <dgm:presLayoutVars>
          <dgm:bulletEnabled val="1"/>
        </dgm:presLayoutVars>
      </dgm:prSet>
      <dgm:spPr/>
    </dgm:pt>
    <dgm:pt modelId="{BDF0616D-E720-9A44-966F-13F2F45FA8A1}" type="pres">
      <dgm:prSet presAssocID="{CCFBA4A1-8AB8-2C4A-AA55-699632B46764}" presName="sp" presStyleCnt="0"/>
      <dgm:spPr/>
    </dgm:pt>
    <dgm:pt modelId="{B255B053-5AC1-844A-B387-E02869B74D68}" type="pres">
      <dgm:prSet presAssocID="{5EB7EC32-B6C2-B14E-B086-14AFA69264C1}" presName="composite" presStyleCnt="0"/>
      <dgm:spPr/>
    </dgm:pt>
    <dgm:pt modelId="{26F5C89B-B5D3-B348-B67B-540145C617F7}" type="pres">
      <dgm:prSet presAssocID="{5EB7EC32-B6C2-B14E-B086-14AFA69264C1}" presName="parentText" presStyleLbl="alignNode1" presStyleIdx="3" presStyleCnt="5">
        <dgm:presLayoutVars>
          <dgm:chMax val="1"/>
          <dgm:bulletEnabled val="1"/>
        </dgm:presLayoutVars>
      </dgm:prSet>
      <dgm:spPr/>
    </dgm:pt>
    <dgm:pt modelId="{5C846370-8D46-5549-9889-F9AE73425EE7}" type="pres">
      <dgm:prSet presAssocID="{5EB7EC32-B6C2-B14E-B086-14AFA69264C1}" presName="descendantText" presStyleLbl="alignAcc1" presStyleIdx="3" presStyleCnt="5">
        <dgm:presLayoutVars>
          <dgm:bulletEnabled val="1"/>
        </dgm:presLayoutVars>
      </dgm:prSet>
      <dgm:spPr/>
    </dgm:pt>
    <dgm:pt modelId="{FEAB7B2E-A36B-E747-B2BF-B2695D38E373}" type="pres">
      <dgm:prSet presAssocID="{E2343DF6-212F-104A-BE32-84183FDDEBC0}" presName="sp" presStyleCnt="0"/>
      <dgm:spPr/>
    </dgm:pt>
    <dgm:pt modelId="{F0F03177-5D28-7349-9F00-712049CC2465}" type="pres">
      <dgm:prSet presAssocID="{2D434BAE-AADE-8C44-9068-90640CA6D0E5}" presName="composite" presStyleCnt="0"/>
      <dgm:spPr/>
    </dgm:pt>
    <dgm:pt modelId="{27BC20E8-8DEE-CC49-8325-DBF43554E126}" type="pres">
      <dgm:prSet presAssocID="{2D434BAE-AADE-8C44-9068-90640CA6D0E5}" presName="parentText" presStyleLbl="alignNode1" presStyleIdx="4" presStyleCnt="5">
        <dgm:presLayoutVars>
          <dgm:chMax val="1"/>
          <dgm:bulletEnabled val="1"/>
        </dgm:presLayoutVars>
      </dgm:prSet>
      <dgm:spPr/>
    </dgm:pt>
    <dgm:pt modelId="{1B6C768B-3AB9-994D-B6C3-DF22863EC554}" type="pres">
      <dgm:prSet presAssocID="{2D434BAE-AADE-8C44-9068-90640CA6D0E5}" presName="descendantText" presStyleLbl="alignAcc1" presStyleIdx="4" presStyleCnt="5">
        <dgm:presLayoutVars>
          <dgm:bulletEnabled val="1"/>
        </dgm:presLayoutVars>
      </dgm:prSet>
      <dgm:spPr/>
    </dgm:pt>
  </dgm:ptLst>
  <dgm:cxnLst>
    <dgm:cxn modelId="{35B84B02-9C6B-3B47-A744-6BA59E6D6FF4}" type="presOf" srcId="{AC0FFC2F-12A5-9743-AA10-B940BE24617E}" destId="{67210931-9241-BB47-82D5-C8004DC8253E}" srcOrd="0" destOrd="0" presId="urn:microsoft.com/office/officeart/2005/8/layout/chevron2"/>
    <dgm:cxn modelId="{1C327B11-A75D-8544-8BB8-EE3B15D9B93C}" srcId="{5C4784DE-77DC-6644-B901-97E74FAE6B93}" destId="{AC0FFC2F-12A5-9743-AA10-B940BE24617E}" srcOrd="0" destOrd="0" parTransId="{75ACD390-CB9A-1B44-B9FE-070D33D10CE8}" sibTransId="{9D0E8D4C-3F0E-D04B-90E6-AF35676A76CF}"/>
    <dgm:cxn modelId="{9D9C7326-5D1B-534F-8411-E0A862A67928}" srcId="{5EB7EC32-B6C2-B14E-B086-14AFA69264C1}" destId="{3C7893D2-E3A9-FA41-B74D-715EAD92EF74}" srcOrd="0" destOrd="0" parTransId="{F3684585-4E46-0545-B3E7-74FC510357BD}" sibTransId="{BBB8B156-FD55-1D45-B221-71CB107542A0}"/>
    <dgm:cxn modelId="{B97D0D2A-DC7A-A04E-89D2-535160FABF79}" type="presOf" srcId="{2D434BAE-AADE-8C44-9068-90640CA6D0E5}" destId="{27BC20E8-8DEE-CC49-8325-DBF43554E126}" srcOrd="0" destOrd="0" presId="urn:microsoft.com/office/officeart/2005/8/layout/chevron2"/>
    <dgm:cxn modelId="{73AFD168-CA09-2646-8E67-083E0FFF40F8}" type="presOf" srcId="{3C7893D2-E3A9-FA41-B74D-715EAD92EF74}" destId="{5C846370-8D46-5549-9889-F9AE73425EE7}" srcOrd="0" destOrd="0" presId="urn:microsoft.com/office/officeart/2005/8/layout/chevron2"/>
    <dgm:cxn modelId="{FA57D279-9129-2E47-A42D-613E5E7E7BEC}" type="presOf" srcId="{56A2B022-202F-C24C-838F-9675DF041AED}" destId="{AE1A8688-BC29-C742-9012-FFC1EBF31B7C}" srcOrd="0" destOrd="0" presId="urn:microsoft.com/office/officeart/2005/8/layout/chevron2"/>
    <dgm:cxn modelId="{8D29F77A-CC68-3249-92E7-EE2ADA4C4CE9}" srcId="{DC510BA1-4DEC-A14F-95F5-E1A9E0B630B9}" destId="{5FE7C878-33D7-1E4C-A3C6-B211FD924350}" srcOrd="1" destOrd="0" parTransId="{06C92155-D034-A244-95E1-B69D2E89CBDD}" sibTransId="{968F665E-D329-5E4B-88C2-8D8F12442427}"/>
    <dgm:cxn modelId="{B0847F8F-727C-684E-85CC-482852187CBE}" type="presOf" srcId="{5FE7C878-33D7-1E4C-A3C6-B211FD924350}" destId="{243F339F-355E-6E48-9FEC-1426426CB070}" srcOrd="0" destOrd="0" presId="urn:microsoft.com/office/officeart/2005/8/layout/chevron2"/>
    <dgm:cxn modelId="{D50274A5-FEDA-A748-B425-545ECD61E5B8}" srcId="{5FE7C878-33D7-1E4C-A3C6-B211FD924350}" destId="{56A2B022-202F-C24C-838F-9675DF041AED}" srcOrd="0" destOrd="0" parTransId="{C58FDC80-3A84-B94F-A37D-440F008553AF}" sibTransId="{741AA3B7-4DE7-EC48-9768-E7773A1BDA21}"/>
    <dgm:cxn modelId="{F3AB2CAB-3B49-CD41-B49C-91BCC9EBA2C5}" srcId="{2D434BAE-AADE-8C44-9068-90640CA6D0E5}" destId="{DADFD9D9-856F-4140-9398-FDCE3850568F}" srcOrd="0" destOrd="0" parTransId="{FFCDBAD6-4C60-C342-86A1-EA394A51E30E}" sibTransId="{9D922E1D-5BA1-A243-8EDE-DF0CDBF86EFB}"/>
    <dgm:cxn modelId="{34B871CA-4857-C34D-8386-1A2ACC66C697}" srcId="{DC510BA1-4DEC-A14F-95F5-E1A9E0B630B9}" destId="{F1C027AB-4181-8246-8BBE-A632CBC882C4}" srcOrd="0" destOrd="0" parTransId="{BC15788A-FE11-5341-B6F3-644D74F14B84}" sibTransId="{3A8BCC73-4C9C-214E-B7C7-C33915340418}"/>
    <dgm:cxn modelId="{DA7B27CF-2D92-F740-A1F7-A48610B50514}" srcId="{DC510BA1-4DEC-A14F-95F5-E1A9E0B630B9}" destId="{2D434BAE-AADE-8C44-9068-90640CA6D0E5}" srcOrd="4" destOrd="0" parTransId="{D200430E-C5BD-8944-AD71-6F6AFB395794}" sibTransId="{E3ED24A3-5E9C-2B44-B4F3-D2F3A7C31B80}"/>
    <dgm:cxn modelId="{AF5D28CF-C8E1-654E-9CAB-5B6F71D1349B}" type="presOf" srcId="{DADFD9D9-856F-4140-9398-FDCE3850568F}" destId="{1B6C768B-3AB9-994D-B6C3-DF22863EC554}" srcOrd="0" destOrd="0" presId="urn:microsoft.com/office/officeart/2005/8/layout/chevron2"/>
    <dgm:cxn modelId="{EB52E5D6-532D-6447-A93D-EF150BE3DEFA}" type="presOf" srcId="{5EB7EC32-B6C2-B14E-B086-14AFA69264C1}" destId="{26F5C89B-B5D3-B348-B67B-540145C617F7}" srcOrd="0" destOrd="0" presId="urn:microsoft.com/office/officeart/2005/8/layout/chevron2"/>
    <dgm:cxn modelId="{8B6B39DA-072C-4146-A5B8-31E1DC3E49B5}" type="presOf" srcId="{5C4784DE-77DC-6644-B901-97E74FAE6B93}" destId="{435F307D-F0BD-E248-8AF7-0614B7072F2E}" srcOrd="0" destOrd="0" presId="urn:microsoft.com/office/officeart/2005/8/layout/chevron2"/>
    <dgm:cxn modelId="{641FDDE0-AAA3-1A45-9EF4-A282C17809FE}" type="presOf" srcId="{F1C027AB-4181-8246-8BBE-A632CBC882C4}" destId="{8D91ACF6-1C0B-EC4A-93D8-6A405B68FD80}" srcOrd="0" destOrd="0" presId="urn:microsoft.com/office/officeart/2005/8/layout/chevron2"/>
    <dgm:cxn modelId="{7A090FE1-79F4-A14E-8C80-24F790029E41}" srcId="{DC510BA1-4DEC-A14F-95F5-E1A9E0B630B9}" destId="{5C4784DE-77DC-6644-B901-97E74FAE6B93}" srcOrd="2" destOrd="0" parTransId="{8D1113CF-4A0F-684A-91D3-C50012C65D13}" sibTransId="{CCFBA4A1-8AB8-2C4A-AA55-699632B46764}"/>
    <dgm:cxn modelId="{1FA896E1-A50D-FE4F-A82D-1498606C265A}" type="presOf" srcId="{B84DFDF4-9364-E04A-8F96-5B02EED2127F}" destId="{2C1E8E96-C7E4-D54D-8A4E-7D68FA35A3DB}" srcOrd="0" destOrd="0" presId="urn:microsoft.com/office/officeart/2005/8/layout/chevron2"/>
    <dgm:cxn modelId="{FB245AE9-B8DF-0C4C-84E9-18D49B2605C0}" srcId="{DC510BA1-4DEC-A14F-95F5-E1A9E0B630B9}" destId="{5EB7EC32-B6C2-B14E-B086-14AFA69264C1}" srcOrd="3" destOrd="0" parTransId="{40436163-8493-8643-80E4-8978C3D5C85B}" sibTransId="{E2343DF6-212F-104A-BE32-84183FDDEBC0}"/>
    <dgm:cxn modelId="{D06B58F6-2DC0-FA42-8A25-D6412C290097}" type="presOf" srcId="{DC510BA1-4DEC-A14F-95F5-E1A9E0B630B9}" destId="{099360AE-90B1-E041-991B-935AA3B9E3B0}" srcOrd="0" destOrd="0" presId="urn:microsoft.com/office/officeart/2005/8/layout/chevron2"/>
    <dgm:cxn modelId="{DF0A3AFD-7BD6-3945-B185-4EA901BF05E5}" srcId="{F1C027AB-4181-8246-8BBE-A632CBC882C4}" destId="{B84DFDF4-9364-E04A-8F96-5B02EED2127F}" srcOrd="0" destOrd="0" parTransId="{4CA8D79E-6ED8-0F42-8C04-35F3FE31F289}" sibTransId="{27724C8C-F5F2-1F4B-824A-C4AF42EBF4ED}"/>
    <dgm:cxn modelId="{4E676CE3-A1C8-DE43-90D1-00D3FAFD9EB1}" type="presParOf" srcId="{099360AE-90B1-E041-991B-935AA3B9E3B0}" destId="{76333709-CCF5-CC42-9404-2DD381ABDAC6}" srcOrd="0" destOrd="0" presId="urn:microsoft.com/office/officeart/2005/8/layout/chevron2"/>
    <dgm:cxn modelId="{B345C3CD-DF79-DF4A-9BF5-2E15F2B6D922}" type="presParOf" srcId="{76333709-CCF5-CC42-9404-2DD381ABDAC6}" destId="{8D91ACF6-1C0B-EC4A-93D8-6A405B68FD80}" srcOrd="0" destOrd="0" presId="urn:microsoft.com/office/officeart/2005/8/layout/chevron2"/>
    <dgm:cxn modelId="{4D4E7083-9953-3042-BA4F-62A258A3B4B3}" type="presParOf" srcId="{76333709-CCF5-CC42-9404-2DD381ABDAC6}" destId="{2C1E8E96-C7E4-D54D-8A4E-7D68FA35A3DB}" srcOrd="1" destOrd="0" presId="urn:microsoft.com/office/officeart/2005/8/layout/chevron2"/>
    <dgm:cxn modelId="{C701AFD3-73C8-734E-B83C-1CF1F783EAC7}" type="presParOf" srcId="{099360AE-90B1-E041-991B-935AA3B9E3B0}" destId="{4D2AA934-50CF-D141-B698-E411D2A28DCA}" srcOrd="1" destOrd="0" presId="urn:microsoft.com/office/officeart/2005/8/layout/chevron2"/>
    <dgm:cxn modelId="{3D8BE632-6A2E-9846-8F8B-8FC284DE82A2}" type="presParOf" srcId="{099360AE-90B1-E041-991B-935AA3B9E3B0}" destId="{409D5C69-C6C8-BF43-AA38-5C0C9B48AEF3}" srcOrd="2" destOrd="0" presId="urn:microsoft.com/office/officeart/2005/8/layout/chevron2"/>
    <dgm:cxn modelId="{DE3A3794-4753-6740-90E6-7FE93F9A2F55}" type="presParOf" srcId="{409D5C69-C6C8-BF43-AA38-5C0C9B48AEF3}" destId="{243F339F-355E-6E48-9FEC-1426426CB070}" srcOrd="0" destOrd="0" presId="urn:microsoft.com/office/officeart/2005/8/layout/chevron2"/>
    <dgm:cxn modelId="{67B447BB-E2EC-AC44-8BB2-BC8BA5BEEF3D}" type="presParOf" srcId="{409D5C69-C6C8-BF43-AA38-5C0C9B48AEF3}" destId="{AE1A8688-BC29-C742-9012-FFC1EBF31B7C}" srcOrd="1" destOrd="0" presId="urn:microsoft.com/office/officeart/2005/8/layout/chevron2"/>
    <dgm:cxn modelId="{F218D5B7-5D5D-F64A-A66D-C46433C75838}" type="presParOf" srcId="{099360AE-90B1-E041-991B-935AA3B9E3B0}" destId="{1724BBD8-9C3E-F948-9051-7F9926BE9546}" srcOrd="3" destOrd="0" presId="urn:microsoft.com/office/officeart/2005/8/layout/chevron2"/>
    <dgm:cxn modelId="{F4F5D055-7973-8846-A8F8-A9BDFD4460B7}" type="presParOf" srcId="{099360AE-90B1-E041-991B-935AA3B9E3B0}" destId="{C1EA761A-8E59-B84A-819F-60881DCD6F4E}" srcOrd="4" destOrd="0" presId="urn:microsoft.com/office/officeart/2005/8/layout/chevron2"/>
    <dgm:cxn modelId="{024F031F-AD5C-0140-B137-AA8111581EFA}" type="presParOf" srcId="{C1EA761A-8E59-B84A-819F-60881DCD6F4E}" destId="{435F307D-F0BD-E248-8AF7-0614B7072F2E}" srcOrd="0" destOrd="0" presId="urn:microsoft.com/office/officeart/2005/8/layout/chevron2"/>
    <dgm:cxn modelId="{65A4C549-3448-204D-A42E-F6EA82A9FA00}" type="presParOf" srcId="{C1EA761A-8E59-B84A-819F-60881DCD6F4E}" destId="{67210931-9241-BB47-82D5-C8004DC8253E}" srcOrd="1" destOrd="0" presId="urn:microsoft.com/office/officeart/2005/8/layout/chevron2"/>
    <dgm:cxn modelId="{2F404F48-77D9-3545-BC80-910499E5DA40}" type="presParOf" srcId="{099360AE-90B1-E041-991B-935AA3B9E3B0}" destId="{BDF0616D-E720-9A44-966F-13F2F45FA8A1}" srcOrd="5" destOrd="0" presId="urn:microsoft.com/office/officeart/2005/8/layout/chevron2"/>
    <dgm:cxn modelId="{B6BADB87-C152-AD44-96EB-0969A9DA5F7F}" type="presParOf" srcId="{099360AE-90B1-E041-991B-935AA3B9E3B0}" destId="{B255B053-5AC1-844A-B387-E02869B74D68}" srcOrd="6" destOrd="0" presId="urn:microsoft.com/office/officeart/2005/8/layout/chevron2"/>
    <dgm:cxn modelId="{E1013ECA-85BB-E547-8270-77CA998A5490}" type="presParOf" srcId="{B255B053-5AC1-844A-B387-E02869B74D68}" destId="{26F5C89B-B5D3-B348-B67B-540145C617F7}" srcOrd="0" destOrd="0" presId="urn:microsoft.com/office/officeart/2005/8/layout/chevron2"/>
    <dgm:cxn modelId="{71AED65C-3FF7-034B-B91B-845CD306DCD6}" type="presParOf" srcId="{B255B053-5AC1-844A-B387-E02869B74D68}" destId="{5C846370-8D46-5549-9889-F9AE73425EE7}" srcOrd="1" destOrd="0" presId="urn:microsoft.com/office/officeart/2005/8/layout/chevron2"/>
    <dgm:cxn modelId="{92BB1D88-EA69-E041-A2C0-58D56841CA5E}" type="presParOf" srcId="{099360AE-90B1-E041-991B-935AA3B9E3B0}" destId="{FEAB7B2E-A36B-E747-B2BF-B2695D38E373}" srcOrd="7" destOrd="0" presId="urn:microsoft.com/office/officeart/2005/8/layout/chevron2"/>
    <dgm:cxn modelId="{7D816FAC-B763-D146-B532-7D631825F21A}" type="presParOf" srcId="{099360AE-90B1-E041-991B-935AA3B9E3B0}" destId="{F0F03177-5D28-7349-9F00-712049CC2465}" srcOrd="8" destOrd="0" presId="urn:microsoft.com/office/officeart/2005/8/layout/chevron2"/>
    <dgm:cxn modelId="{734EC424-BA4F-F944-A6B5-F7A39A3D0B11}" type="presParOf" srcId="{F0F03177-5D28-7349-9F00-712049CC2465}" destId="{27BC20E8-8DEE-CC49-8325-DBF43554E126}" srcOrd="0" destOrd="0" presId="urn:microsoft.com/office/officeart/2005/8/layout/chevron2"/>
    <dgm:cxn modelId="{FA720FBE-CC74-074F-9BC4-0BE5B60C9C2E}" type="presParOf" srcId="{F0F03177-5D28-7349-9F00-712049CC2465}" destId="{1B6C768B-3AB9-994D-B6C3-DF22863EC55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778391-B3C4-D445-AB2C-82EB5BBC2CED}" type="doc">
      <dgm:prSet loTypeId="urn:microsoft.com/office/officeart/2008/layout/VerticalCurvedList" loCatId="process" qsTypeId="urn:microsoft.com/office/officeart/2005/8/quickstyle/simple1#2" qsCatId="simple" csTypeId="urn:microsoft.com/office/officeart/2005/8/colors/colorful3#2" csCatId="colorful" phldr="1"/>
      <dgm:spPr/>
      <dgm:t>
        <a:bodyPr/>
        <a:lstStyle/>
        <a:p>
          <a:endParaRPr lang="en-US"/>
        </a:p>
      </dgm:t>
    </dgm:pt>
    <dgm:pt modelId="{6ACBD37E-ABEB-AE45-BBA6-374E6548CAD3}">
      <dgm:prSet/>
      <dgm:spPr/>
      <dgm:t>
        <a:bodyPr/>
        <a:lstStyle/>
        <a:p>
          <a:r>
            <a:rPr lang="en-US" b="0" i="0" dirty="0">
              <a:ln>
                <a:solidFill>
                  <a:schemeClr val="lt1">
                    <a:hueOff val="0"/>
                    <a:satOff val="0"/>
                    <a:lumOff val="0"/>
                  </a:schemeClr>
                </a:solidFill>
              </a:ln>
            </a:rPr>
            <a:t>Start with the outcome your business needs to improve.</a:t>
          </a:r>
          <a:endParaRPr lang="en-US" dirty="0">
            <a:ln>
              <a:solidFill>
                <a:schemeClr val="lt1">
                  <a:hueOff val="0"/>
                  <a:satOff val="0"/>
                  <a:lumOff val="0"/>
                </a:schemeClr>
              </a:solidFill>
            </a:ln>
          </a:endParaRPr>
        </a:p>
      </dgm:t>
    </dgm:pt>
    <dgm:pt modelId="{0D766CAA-9D66-DF4E-9D3C-45250A2AE3D5}" type="parTrans" cxnId="{0BAE274E-6491-F649-BEAE-4D57F95C504F}">
      <dgm:prSet/>
      <dgm:spPr/>
      <dgm:t>
        <a:bodyPr/>
        <a:lstStyle/>
        <a:p>
          <a:endParaRPr lang="en-US"/>
        </a:p>
      </dgm:t>
    </dgm:pt>
    <dgm:pt modelId="{56EFF6E3-0D06-2048-B5E8-84122BCC39A4}" type="sibTrans" cxnId="{0BAE274E-6491-F649-BEAE-4D57F95C504F}">
      <dgm:prSet/>
      <dgm:spPr>
        <a:noFill/>
        <a:ln w="101600">
          <a:gradFill>
            <a:gsLst>
              <a:gs pos="0">
                <a:schemeClr val="accent3"/>
              </a:gs>
              <a:gs pos="50000">
                <a:srgbClr val="E08B4E"/>
              </a:gs>
              <a:gs pos="25000">
                <a:srgbClr val="D5683F"/>
              </a:gs>
              <a:gs pos="75000">
                <a:srgbClr val="E8AD5F"/>
              </a:gs>
              <a:gs pos="100000">
                <a:srgbClr val="F0CC71"/>
              </a:gs>
            </a:gsLst>
            <a:lin ang="5400000" scaled="1"/>
          </a:gradFill>
          <a:bevel/>
        </a:ln>
      </dgm:spPr>
      <dgm:t>
        <a:bodyPr/>
        <a:lstStyle/>
        <a:p>
          <a:endParaRPr lang="en-US"/>
        </a:p>
      </dgm:t>
    </dgm:pt>
    <dgm:pt modelId="{7BD7F32B-C5E3-0F45-B7EA-A845324D1ACA}">
      <dgm:prSet/>
      <dgm:spPr/>
      <dgm:t>
        <a:bodyPr/>
        <a:lstStyle/>
        <a:p>
          <a:r>
            <a:rPr lang="en-US" b="0" i="0" dirty="0">
              <a:ln>
                <a:solidFill>
                  <a:schemeClr val="lt1">
                    <a:hueOff val="0"/>
                    <a:satOff val="0"/>
                    <a:lumOff val="0"/>
                  </a:schemeClr>
                </a:solidFill>
              </a:ln>
            </a:rPr>
            <a:t>Connect that outcome to processes, data, decisions, execution, and trust.</a:t>
          </a:r>
          <a:endParaRPr lang="en-US" dirty="0">
            <a:ln>
              <a:solidFill>
                <a:schemeClr val="lt1">
                  <a:hueOff val="0"/>
                  <a:satOff val="0"/>
                  <a:lumOff val="0"/>
                </a:schemeClr>
              </a:solidFill>
            </a:ln>
          </a:endParaRPr>
        </a:p>
      </dgm:t>
    </dgm:pt>
    <dgm:pt modelId="{922C705E-2836-D643-AA40-2EE3FEF6E7F5}" type="parTrans" cxnId="{B947A654-607C-6642-BAFF-22CBE6A9A78B}">
      <dgm:prSet/>
      <dgm:spPr/>
      <dgm:t>
        <a:bodyPr/>
        <a:lstStyle/>
        <a:p>
          <a:endParaRPr lang="en-US"/>
        </a:p>
      </dgm:t>
    </dgm:pt>
    <dgm:pt modelId="{86B8594A-8EFA-DD43-ADE2-D1847432C678}" type="sibTrans" cxnId="{B947A654-607C-6642-BAFF-22CBE6A9A78B}">
      <dgm:prSet/>
      <dgm:spPr/>
      <dgm:t>
        <a:bodyPr/>
        <a:lstStyle/>
        <a:p>
          <a:endParaRPr lang="en-US"/>
        </a:p>
      </dgm:t>
    </dgm:pt>
    <dgm:pt modelId="{1FA82E60-5F4B-D843-BBD5-7C0F890BEBF7}">
      <dgm:prSet/>
      <dgm:spPr/>
      <dgm:t>
        <a:bodyPr/>
        <a:lstStyle/>
        <a:p>
          <a:r>
            <a:rPr lang="en-US" b="0" i="0" dirty="0">
              <a:ln>
                <a:solidFill>
                  <a:schemeClr val="lt1">
                    <a:hueOff val="0"/>
                    <a:satOff val="0"/>
                    <a:lumOff val="0"/>
                  </a:schemeClr>
                </a:solidFill>
              </a:ln>
            </a:rPr>
            <a:t>Identify Oracle capabilities only where they clarify the path to value.</a:t>
          </a:r>
          <a:endParaRPr lang="en-US" dirty="0">
            <a:ln>
              <a:solidFill>
                <a:schemeClr val="lt1">
                  <a:hueOff val="0"/>
                  <a:satOff val="0"/>
                  <a:lumOff val="0"/>
                </a:schemeClr>
              </a:solidFill>
            </a:ln>
          </a:endParaRPr>
        </a:p>
      </dgm:t>
    </dgm:pt>
    <dgm:pt modelId="{552F4FF2-D60C-C24E-9500-380D169F8FA7}" type="parTrans" cxnId="{67A9B3B1-50F2-BE43-AAF1-7EAA68D6D95F}">
      <dgm:prSet/>
      <dgm:spPr/>
      <dgm:t>
        <a:bodyPr/>
        <a:lstStyle/>
        <a:p>
          <a:endParaRPr lang="en-US"/>
        </a:p>
      </dgm:t>
    </dgm:pt>
    <dgm:pt modelId="{4EEF8001-CF50-7C45-8519-673CFA8E5A76}" type="sibTrans" cxnId="{67A9B3B1-50F2-BE43-AAF1-7EAA68D6D95F}">
      <dgm:prSet/>
      <dgm:spPr/>
      <dgm:t>
        <a:bodyPr/>
        <a:lstStyle/>
        <a:p>
          <a:endParaRPr lang="en-US"/>
        </a:p>
      </dgm:t>
    </dgm:pt>
    <dgm:pt modelId="{8CD1562D-FB13-404A-B426-4148A9246676}">
      <dgm:prSet/>
      <dgm:spPr>
        <a:solidFill>
          <a:srgbClr val="DBA35A"/>
        </a:solidFill>
      </dgm:spPr>
      <dgm:t>
        <a:bodyPr/>
        <a:lstStyle/>
        <a:p>
          <a:r>
            <a:rPr lang="en-US" b="0" i="0" dirty="0">
              <a:ln>
                <a:solidFill>
                  <a:schemeClr val="lt1">
                    <a:hueOff val="0"/>
                    <a:satOff val="0"/>
                    <a:lumOff val="0"/>
                  </a:schemeClr>
                </a:solidFill>
              </a:ln>
            </a:rPr>
            <a:t>Coordinate applications, data, cloud, AI, and integration behind the outcome.</a:t>
          </a:r>
          <a:endParaRPr lang="en-US" dirty="0">
            <a:ln>
              <a:solidFill>
                <a:schemeClr val="lt1">
                  <a:hueOff val="0"/>
                  <a:satOff val="0"/>
                  <a:lumOff val="0"/>
                </a:schemeClr>
              </a:solidFill>
            </a:ln>
          </a:endParaRPr>
        </a:p>
      </dgm:t>
    </dgm:pt>
    <dgm:pt modelId="{3C196B7F-0BA1-2948-9031-0F736B6B35F4}" type="parTrans" cxnId="{DA9492BC-230C-4F4D-AB52-92461503FCFF}">
      <dgm:prSet/>
      <dgm:spPr/>
      <dgm:t>
        <a:bodyPr/>
        <a:lstStyle/>
        <a:p>
          <a:endParaRPr lang="en-US"/>
        </a:p>
      </dgm:t>
    </dgm:pt>
    <dgm:pt modelId="{6BF40A95-955C-3442-9F42-7B11E832DE16}" type="sibTrans" cxnId="{DA9492BC-230C-4F4D-AB52-92461503FCFF}">
      <dgm:prSet/>
      <dgm:spPr/>
      <dgm:t>
        <a:bodyPr/>
        <a:lstStyle/>
        <a:p>
          <a:endParaRPr lang="en-US"/>
        </a:p>
      </dgm:t>
    </dgm:pt>
    <dgm:pt modelId="{CF1963FC-DC92-B441-A67C-716868C6BD53}">
      <dgm:prSet/>
      <dgm:spPr>
        <a:solidFill>
          <a:srgbClr val="CFB060"/>
        </a:solidFill>
      </dgm:spPr>
      <dgm:t>
        <a:bodyPr/>
        <a:lstStyle/>
        <a:p>
          <a:r>
            <a:rPr lang="en-US" b="0" i="0" dirty="0">
              <a:ln>
                <a:solidFill>
                  <a:schemeClr val="lt1">
                    <a:hueOff val="0"/>
                    <a:satOff val="0"/>
                    <a:lumOff val="0"/>
                  </a:schemeClr>
                </a:solidFill>
              </a:ln>
            </a:rPr>
            <a:t>Help teams execute with less customer-managed complexity.</a:t>
          </a:r>
          <a:endParaRPr lang="en-US" dirty="0">
            <a:ln>
              <a:solidFill>
                <a:schemeClr val="lt1">
                  <a:hueOff val="0"/>
                  <a:satOff val="0"/>
                  <a:lumOff val="0"/>
                </a:schemeClr>
              </a:solidFill>
            </a:ln>
          </a:endParaRPr>
        </a:p>
      </dgm:t>
    </dgm:pt>
    <dgm:pt modelId="{8CB306D5-15D4-AE49-8DC2-40F49B02F60B}" type="parTrans" cxnId="{6FBD28DD-CDEE-D345-BBFE-C1709B7539AE}">
      <dgm:prSet/>
      <dgm:spPr/>
      <dgm:t>
        <a:bodyPr/>
        <a:lstStyle/>
        <a:p>
          <a:endParaRPr lang="en-US"/>
        </a:p>
      </dgm:t>
    </dgm:pt>
    <dgm:pt modelId="{68F0D655-B5B4-254B-82BF-C7C060E0B64A}" type="sibTrans" cxnId="{6FBD28DD-CDEE-D345-BBFE-C1709B7539AE}">
      <dgm:prSet/>
      <dgm:spPr/>
      <dgm:t>
        <a:bodyPr/>
        <a:lstStyle/>
        <a:p>
          <a:endParaRPr lang="en-US"/>
        </a:p>
      </dgm:t>
    </dgm:pt>
    <dgm:pt modelId="{CCC515E0-6D1D-8B4A-BDD7-EFC1110E7AAF}" type="pres">
      <dgm:prSet presAssocID="{98778391-B3C4-D445-AB2C-82EB5BBC2CED}" presName="Name0" presStyleCnt="0">
        <dgm:presLayoutVars>
          <dgm:chMax val="7"/>
          <dgm:chPref val="7"/>
          <dgm:dir/>
        </dgm:presLayoutVars>
      </dgm:prSet>
      <dgm:spPr/>
    </dgm:pt>
    <dgm:pt modelId="{84677076-128D-2147-A2BA-8C18CF274319}" type="pres">
      <dgm:prSet presAssocID="{98778391-B3C4-D445-AB2C-82EB5BBC2CED}" presName="Name1" presStyleCnt="0"/>
      <dgm:spPr/>
    </dgm:pt>
    <dgm:pt modelId="{5F7D0644-9140-D74B-B18E-4A2D1120BB74}" type="pres">
      <dgm:prSet presAssocID="{98778391-B3C4-D445-AB2C-82EB5BBC2CED}" presName="cycle" presStyleCnt="0"/>
      <dgm:spPr/>
    </dgm:pt>
    <dgm:pt modelId="{BAA10FDE-E1E1-EA47-A883-0A86F27CE145}" type="pres">
      <dgm:prSet presAssocID="{98778391-B3C4-D445-AB2C-82EB5BBC2CED}" presName="srcNode" presStyleLbl="node1" presStyleIdx="0" presStyleCnt="5"/>
      <dgm:spPr/>
    </dgm:pt>
    <dgm:pt modelId="{A188EE67-5035-B441-A8AD-CFA3FC3E3A74}" type="pres">
      <dgm:prSet presAssocID="{98778391-B3C4-D445-AB2C-82EB5BBC2CED}" presName="conn" presStyleLbl="parChTrans1D2" presStyleIdx="0" presStyleCnt="1"/>
      <dgm:spPr/>
    </dgm:pt>
    <dgm:pt modelId="{02E86F70-B83B-264D-B75B-925C7E7CE1DD}" type="pres">
      <dgm:prSet presAssocID="{98778391-B3C4-D445-AB2C-82EB5BBC2CED}" presName="extraNode" presStyleLbl="node1" presStyleIdx="0" presStyleCnt="5"/>
      <dgm:spPr/>
    </dgm:pt>
    <dgm:pt modelId="{F5ACB4CC-6B77-E449-8551-5A548F4EBB1D}" type="pres">
      <dgm:prSet presAssocID="{98778391-B3C4-D445-AB2C-82EB5BBC2CED}" presName="dstNode" presStyleLbl="node1" presStyleIdx="0" presStyleCnt="5"/>
      <dgm:spPr/>
    </dgm:pt>
    <dgm:pt modelId="{75E05890-9CCD-AF4C-8E1D-ED1B1C2D1AD6}" type="pres">
      <dgm:prSet presAssocID="{6ACBD37E-ABEB-AE45-BBA6-374E6548CAD3}" presName="text_1" presStyleLbl="node1" presStyleIdx="0" presStyleCnt="5">
        <dgm:presLayoutVars>
          <dgm:bulletEnabled val="1"/>
        </dgm:presLayoutVars>
      </dgm:prSet>
      <dgm:spPr/>
    </dgm:pt>
    <dgm:pt modelId="{D281C097-040E-4643-9FB3-6D76B968EB42}" type="pres">
      <dgm:prSet presAssocID="{6ACBD37E-ABEB-AE45-BBA6-374E6548CAD3}" presName="accent_1" presStyleCnt="0"/>
      <dgm:spPr/>
    </dgm:pt>
    <dgm:pt modelId="{BE4AAAEE-3969-6048-B454-4DA549B245D2}" type="pres">
      <dgm:prSet presAssocID="{6ACBD37E-ABEB-AE45-BBA6-374E6548CAD3}" presName="accentRepeatNode" presStyleLbl="solidFgAcc1" presStyleIdx="0" presStyleCnt="5"/>
      <dgm:spPr>
        <a:blipFill rotWithShape="0">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183C6122-50C3-244E-9A37-015534A6BC4F}" type="pres">
      <dgm:prSet presAssocID="{7BD7F32B-C5E3-0F45-B7EA-A845324D1ACA}" presName="text_2" presStyleLbl="node1" presStyleIdx="1" presStyleCnt="5">
        <dgm:presLayoutVars>
          <dgm:bulletEnabled val="1"/>
        </dgm:presLayoutVars>
      </dgm:prSet>
      <dgm:spPr/>
    </dgm:pt>
    <dgm:pt modelId="{63B00667-87E4-CB40-8F67-1D5DA02CCB4F}" type="pres">
      <dgm:prSet presAssocID="{7BD7F32B-C5E3-0F45-B7EA-A845324D1ACA}" presName="accent_2" presStyleCnt="0"/>
      <dgm:spPr/>
    </dgm:pt>
    <dgm:pt modelId="{AD2C4740-5453-7A4E-833E-5737BFA47C92}" type="pres">
      <dgm:prSet presAssocID="{7BD7F32B-C5E3-0F45-B7EA-A845324D1ACA}" presName="accentRepeatNode" presStyleLbl="solidFgAcc1" presStyleIdx="1" presStyleCnt="5"/>
      <dgm:spPr>
        <a:blipFill rotWithShape="0">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84E3C4F9-62F9-2046-B8F7-BC5ACD6472F6}" type="pres">
      <dgm:prSet presAssocID="{1FA82E60-5F4B-D843-BBD5-7C0F890BEBF7}" presName="text_3" presStyleLbl="node1" presStyleIdx="2" presStyleCnt="5">
        <dgm:presLayoutVars>
          <dgm:bulletEnabled val="1"/>
        </dgm:presLayoutVars>
      </dgm:prSet>
      <dgm:spPr/>
    </dgm:pt>
    <dgm:pt modelId="{6354AC82-D880-864D-98E3-C5F8A66A4CC3}" type="pres">
      <dgm:prSet presAssocID="{1FA82E60-5F4B-D843-BBD5-7C0F890BEBF7}" presName="accent_3" presStyleCnt="0"/>
      <dgm:spPr/>
    </dgm:pt>
    <dgm:pt modelId="{74A2A63E-D627-B04B-81AE-0A2B2541553E}" type="pres">
      <dgm:prSet presAssocID="{1FA82E60-5F4B-D843-BBD5-7C0F890BEBF7}" presName="accentRepeatNode" presStyleLbl="solidFgAcc1" presStyleIdx="2" presStyleCnt="5"/>
      <dgm:spPr>
        <a:blipFill rotWithShape="0">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 modelId="{86628370-6F5B-4A43-BF2E-0A01AB1D6214}" type="pres">
      <dgm:prSet presAssocID="{8CD1562D-FB13-404A-B426-4148A9246676}" presName="text_4" presStyleLbl="node1" presStyleIdx="3" presStyleCnt="5">
        <dgm:presLayoutVars>
          <dgm:bulletEnabled val="1"/>
        </dgm:presLayoutVars>
      </dgm:prSet>
      <dgm:spPr/>
    </dgm:pt>
    <dgm:pt modelId="{9F9127F0-9CC2-AD4F-B077-05A41A00F56F}" type="pres">
      <dgm:prSet presAssocID="{8CD1562D-FB13-404A-B426-4148A9246676}" presName="accent_4" presStyleCnt="0"/>
      <dgm:spPr/>
    </dgm:pt>
    <dgm:pt modelId="{4DC2872F-B29E-C34C-A780-D3D3653CA647}" type="pres">
      <dgm:prSet presAssocID="{8CD1562D-FB13-404A-B426-4148A9246676}" presName="accentRepeatNode" presStyleLbl="solidFgAcc1" presStyleIdx="3" presStyleCnt="5"/>
      <dgm:spPr>
        <a:blipFill dpi="0" rotWithShape="0">
          <a:blip xmlns:r="http://schemas.openxmlformats.org/officeDocument/2006/relationships" r:embed="rId4" cstate="screen">
            <a:extLst>
              <a:ext uri="{28A0092B-C50C-407E-A947-70E740481C1C}">
                <a14:useLocalDpi xmlns:a14="http://schemas.microsoft.com/office/drawing/2010/main"/>
              </a:ext>
            </a:extLst>
          </a:blip>
          <a:srcRect/>
          <a:stretch>
            <a:fillRect r="1" b="1"/>
          </a:stretch>
        </a:blipFill>
      </dgm:spPr>
    </dgm:pt>
    <dgm:pt modelId="{C1266DE5-FD74-F447-A71C-47CDF47EE393}" type="pres">
      <dgm:prSet presAssocID="{CF1963FC-DC92-B441-A67C-716868C6BD53}" presName="text_5" presStyleLbl="node1" presStyleIdx="4" presStyleCnt="5">
        <dgm:presLayoutVars>
          <dgm:bulletEnabled val="1"/>
        </dgm:presLayoutVars>
      </dgm:prSet>
      <dgm:spPr/>
    </dgm:pt>
    <dgm:pt modelId="{A428139B-D9C8-344D-BA0E-D9A900D5B506}" type="pres">
      <dgm:prSet presAssocID="{CF1963FC-DC92-B441-A67C-716868C6BD53}" presName="accent_5" presStyleCnt="0"/>
      <dgm:spPr/>
    </dgm:pt>
    <dgm:pt modelId="{CB482CDC-CC6E-5343-B0B6-006183AF22C7}" type="pres">
      <dgm:prSet presAssocID="{CF1963FC-DC92-B441-A67C-716868C6BD53}" presName="accentRepeatNode" presStyleLbl="solidFgAcc1" presStyleIdx="4" presStyleCnt="5"/>
      <dgm:spPr>
        <a:blipFill rotWithShape="0">
          <a:blip xmlns:r="http://schemas.openxmlformats.org/officeDocument/2006/relationships" r:embed="rId5" cstate="screen">
            <a:extLst>
              <a:ext uri="{28A0092B-C50C-407E-A947-70E740481C1C}">
                <a14:useLocalDpi xmlns:a14="http://schemas.microsoft.com/office/drawing/2010/main"/>
              </a:ext>
            </a:extLst>
          </a:blip>
          <a:stretch>
            <a:fillRect/>
          </a:stretch>
        </a:blipFill>
      </dgm:spPr>
    </dgm:pt>
  </dgm:ptLst>
  <dgm:cxnLst>
    <dgm:cxn modelId="{B185BA08-9211-8B4B-9DB7-AC5A31CCB14E}" type="presOf" srcId="{CF1963FC-DC92-B441-A67C-716868C6BD53}" destId="{C1266DE5-FD74-F447-A71C-47CDF47EE393}" srcOrd="0" destOrd="0" presId="urn:microsoft.com/office/officeart/2008/layout/VerticalCurvedList"/>
    <dgm:cxn modelId="{777D520D-4F0A-9345-8C12-D05822CFF24D}" type="presOf" srcId="{8CD1562D-FB13-404A-B426-4148A9246676}" destId="{86628370-6F5B-4A43-BF2E-0A01AB1D6214}" srcOrd="0" destOrd="0" presId="urn:microsoft.com/office/officeart/2008/layout/VerticalCurvedList"/>
    <dgm:cxn modelId="{1300DF0E-626D-FF42-91BC-C4360BE81F6B}" type="presOf" srcId="{7BD7F32B-C5E3-0F45-B7EA-A845324D1ACA}" destId="{183C6122-50C3-244E-9A37-015534A6BC4F}" srcOrd="0" destOrd="0" presId="urn:microsoft.com/office/officeart/2008/layout/VerticalCurvedList"/>
    <dgm:cxn modelId="{426BF61C-985C-4249-8FA2-3272E8B83B6D}" type="presOf" srcId="{6ACBD37E-ABEB-AE45-BBA6-374E6548CAD3}" destId="{75E05890-9CCD-AF4C-8E1D-ED1B1C2D1AD6}" srcOrd="0" destOrd="0" presId="urn:microsoft.com/office/officeart/2008/layout/VerticalCurvedList"/>
    <dgm:cxn modelId="{5CB6FF5E-A8D2-0543-B06C-63BE926B62A5}" type="presOf" srcId="{98778391-B3C4-D445-AB2C-82EB5BBC2CED}" destId="{CCC515E0-6D1D-8B4A-BDD7-EFC1110E7AAF}" srcOrd="0" destOrd="0" presId="urn:microsoft.com/office/officeart/2008/layout/VerticalCurvedList"/>
    <dgm:cxn modelId="{0BAE274E-6491-F649-BEAE-4D57F95C504F}" srcId="{98778391-B3C4-D445-AB2C-82EB5BBC2CED}" destId="{6ACBD37E-ABEB-AE45-BBA6-374E6548CAD3}" srcOrd="0" destOrd="0" parTransId="{0D766CAA-9D66-DF4E-9D3C-45250A2AE3D5}" sibTransId="{56EFF6E3-0D06-2048-B5E8-84122BCC39A4}"/>
    <dgm:cxn modelId="{B947A654-607C-6642-BAFF-22CBE6A9A78B}" srcId="{98778391-B3C4-D445-AB2C-82EB5BBC2CED}" destId="{7BD7F32B-C5E3-0F45-B7EA-A845324D1ACA}" srcOrd="1" destOrd="0" parTransId="{922C705E-2836-D643-AA40-2EE3FEF6E7F5}" sibTransId="{86B8594A-8EFA-DD43-ADE2-D1847432C678}"/>
    <dgm:cxn modelId="{01D33F96-5E24-EA44-AA11-9421DB601C5A}" type="presOf" srcId="{56EFF6E3-0D06-2048-B5E8-84122BCC39A4}" destId="{A188EE67-5035-B441-A8AD-CFA3FC3E3A74}" srcOrd="0" destOrd="0" presId="urn:microsoft.com/office/officeart/2008/layout/VerticalCurvedList"/>
    <dgm:cxn modelId="{67A9B3B1-50F2-BE43-AAF1-7EAA68D6D95F}" srcId="{98778391-B3C4-D445-AB2C-82EB5BBC2CED}" destId="{1FA82E60-5F4B-D843-BBD5-7C0F890BEBF7}" srcOrd="2" destOrd="0" parTransId="{552F4FF2-D60C-C24E-9500-380D169F8FA7}" sibTransId="{4EEF8001-CF50-7C45-8519-673CFA8E5A76}"/>
    <dgm:cxn modelId="{DA9492BC-230C-4F4D-AB52-92461503FCFF}" srcId="{98778391-B3C4-D445-AB2C-82EB5BBC2CED}" destId="{8CD1562D-FB13-404A-B426-4148A9246676}" srcOrd="3" destOrd="0" parTransId="{3C196B7F-0BA1-2948-9031-0F736B6B35F4}" sibTransId="{6BF40A95-955C-3442-9F42-7B11E832DE16}"/>
    <dgm:cxn modelId="{6FBD28DD-CDEE-D345-BBFE-C1709B7539AE}" srcId="{98778391-B3C4-D445-AB2C-82EB5BBC2CED}" destId="{CF1963FC-DC92-B441-A67C-716868C6BD53}" srcOrd="4" destOrd="0" parTransId="{8CB306D5-15D4-AE49-8DC2-40F49B02F60B}" sibTransId="{68F0D655-B5B4-254B-82BF-C7C060E0B64A}"/>
    <dgm:cxn modelId="{23B2DBEA-8F1C-194B-803A-130F310F49F1}" type="presOf" srcId="{1FA82E60-5F4B-D843-BBD5-7C0F890BEBF7}" destId="{84E3C4F9-62F9-2046-B8F7-BC5ACD6472F6}" srcOrd="0" destOrd="0" presId="urn:microsoft.com/office/officeart/2008/layout/VerticalCurvedList"/>
    <dgm:cxn modelId="{0B3593C1-A022-CE43-A972-FA5C36D7F589}" type="presParOf" srcId="{CCC515E0-6D1D-8B4A-BDD7-EFC1110E7AAF}" destId="{84677076-128D-2147-A2BA-8C18CF274319}" srcOrd="0" destOrd="0" presId="urn:microsoft.com/office/officeart/2008/layout/VerticalCurvedList"/>
    <dgm:cxn modelId="{364EFF4D-83B3-9944-9CDB-DBBD4134A631}" type="presParOf" srcId="{84677076-128D-2147-A2BA-8C18CF274319}" destId="{5F7D0644-9140-D74B-B18E-4A2D1120BB74}" srcOrd="0" destOrd="0" presId="urn:microsoft.com/office/officeart/2008/layout/VerticalCurvedList"/>
    <dgm:cxn modelId="{346379EC-CB1F-3D45-9697-68BCF253C940}" type="presParOf" srcId="{5F7D0644-9140-D74B-B18E-4A2D1120BB74}" destId="{BAA10FDE-E1E1-EA47-A883-0A86F27CE145}" srcOrd="0" destOrd="0" presId="urn:microsoft.com/office/officeart/2008/layout/VerticalCurvedList"/>
    <dgm:cxn modelId="{C32AE7AD-90A6-0741-9AE8-6A76138977AC}" type="presParOf" srcId="{5F7D0644-9140-D74B-B18E-4A2D1120BB74}" destId="{A188EE67-5035-B441-A8AD-CFA3FC3E3A74}" srcOrd="1" destOrd="0" presId="urn:microsoft.com/office/officeart/2008/layout/VerticalCurvedList"/>
    <dgm:cxn modelId="{73E555BE-8C28-7040-A66A-FAE8024C42B9}" type="presParOf" srcId="{5F7D0644-9140-D74B-B18E-4A2D1120BB74}" destId="{02E86F70-B83B-264D-B75B-925C7E7CE1DD}" srcOrd="2" destOrd="0" presId="urn:microsoft.com/office/officeart/2008/layout/VerticalCurvedList"/>
    <dgm:cxn modelId="{F3372838-4C31-4248-83EA-6E281691CF7E}" type="presParOf" srcId="{5F7D0644-9140-D74B-B18E-4A2D1120BB74}" destId="{F5ACB4CC-6B77-E449-8551-5A548F4EBB1D}" srcOrd="3" destOrd="0" presId="urn:microsoft.com/office/officeart/2008/layout/VerticalCurvedList"/>
    <dgm:cxn modelId="{ACC504FF-3D33-0E4D-853A-65AAED4835E2}" type="presParOf" srcId="{84677076-128D-2147-A2BA-8C18CF274319}" destId="{75E05890-9CCD-AF4C-8E1D-ED1B1C2D1AD6}" srcOrd="1" destOrd="0" presId="urn:microsoft.com/office/officeart/2008/layout/VerticalCurvedList"/>
    <dgm:cxn modelId="{557D1E08-83C0-0E4D-9851-C7D5D976F800}" type="presParOf" srcId="{84677076-128D-2147-A2BA-8C18CF274319}" destId="{D281C097-040E-4643-9FB3-6D76B968EB42}" srcOrd="2" destOrd="0" presId="urn:microsoft.com/office/officeart/2008/layout/VerticalCurvedList"/>
    <dgm:cxn modelId="{454C3313-CB98-8F47-B8D1-50DD9140796F}" type="presParOf" srcId="{D281C097-040E-4643-9FB3-6D76B968EB42}" destId="{BE4AAAEE-3969-6048-B454-4DA549B245D2}" srcOrd="0" destOrd="0" presId="urn:microsoft.com/office/officeart/2008/layout/VerticalCurvedList"/>
    <dgm:cxn modelId="{98306A28-2A45-4B47-A500-6E9D0D4427F4}" type="presParOf" srcId="{84677076-128D-2147-A2BA-8C18CF274319}" destId="{183C6122-50C3-244E-9A37-015534A6BC4F}" srcOrd="3" destOrd="0" presId="urn:microsoft.com/office/officeart/2008/layout/VerticalCurvedList"/>
    <dgm:cxn modelId="{03700950-4BAF-6544-B88C-BE595680AD0E}" type="presParOf" srcId="{84677076-128D-2147-A2BA-8C18CF274319}" destId="{63B00667-87E4-CB40-8F67-1D5DA02CCB4F}" srcOrd="4" destOrd="0" presId="urn:microsoft.com/office/officeart/2008/layout/VerticalCurvedList"/>
    <dgm:cxn modelId="{F47F04B3-19F5-8342-A62E-7E07F823B844}" type="presParOf" srcId="{63B00667-87E4-CB40-8F67-1D5DA02CCB4F}" destId="{AD2C4740-5453-7A4E-833E-5737BFA47C92}" srcOrd="0" destOrd="0" presId="urn:microsoft.com/office/officeart/2008/layout/VerticalCurvedList"/>
    <dgm:cxn modelId="{2650BC39-5B16-2D4F-A75A-4BEB4ADFE5B4}" type="presParOf" srcId="{84677076-128D-2147-A2BA-8C18CF274319}" destId="{84E3C4F9-62F9-2046-B8F7-BC5ACD6472F6}" srcOrd="5" destOrd="0" presId="urn:microsoft.com/office/officeart/2008/layout/VerticalCurvedList"/>
    <dgm:cxn modelId="{39C3EB82-7A19-5C41-80A9-3E8129864800}" type="presParOf" srcId="{84677076-128D-2147-A2BA-8C18CF274319}" destId="{6354AC82-D880-864D-98E3-C5F8A66A4CC3}" srcOrd="6" destOrd="0" presId="urn:microsoft.com/office/officeart/2008/layout/VerticalCurvedList"/>
    <dgm:cxn modelId="{248290EB-E1D1-2442-AA26-A0196D89E7DC}" type="presParOf" srcId="{6354AC82-D880-864D-98E3-C5F8A66A4CC3}" destId="{74A2A63E-D627-B04B-81AE-0A2B2541553E}" srcOrd="0" destOrd="0" presId="urn:microsoft.com/office/officeart/2008/layout/VerticalCurvedList"/>
    <dgm:cxn modelId="{1814BD0D-63A0-0844-A82C-E00D16007720}" type="presParOf" srcId="{84677076-128D-2147-A2BA-8C18CF274319}" destId="{86628370-6F5B-4A43-BF2E-0A01AB1D6214}" srcOrd="7" destOrd="0" presId="urn:microsoft.com/office/officeart/2008/layout/VerticalCurvedList"/>
    <dgm:cxn modelId="{4363674F-BF8C-E04D-B5B5-1F69DCE97DA6}" type="presParOf" srcId="{84677076-128D-2147-A2BA-8C18CF274319}" destId="{9F9127F0-9CC2-AD4F-B077-05A41A00F56F}" srcOrd="8" destOrd="0" presId="urn:microsoft.com/office/officeart/2008/layout/VerticalCurvedList"/>
    <dgm:cxn modelId="{D0A392F7-ECB1-3541-BBBD-7E0911AF3050}" type="presParOf" srcId="{9F9127F0-9CC2-AD4F-B077-05A41A00F56F}" destId="{4DC2872F-B29E-C34C-A780-D3D3653CA647}" srcOrd="0" destOrd="0" presId="urn:microsoft.com/office/officeart/2008/layout/VerticalCurvedList"/>
    <dgm:cxn modelId="{7CA33BE5-D44E-B943-B7D3-F36081135CA6}" type="presParOf" srcId="{84677076-128D-2147-A2BA-8C18CF274319}" destId="{C1266DE5-FD74-F447-A71C-47CDF47EE393}" srcOrd="9" destOrd="0" presId="urn:microsoft.com/office/officeart/2008/layout/VerticalCurvedList"/>
    <dgm:cxn modelId="{AF46ED11-B2BF-BB4A-9AAF-B1DB5FE1BFA1}" type="presParOf" srcId="{84677076-128D-2147-A2BA-8C18CF274319}" destId="{A428139B-D9C8-344D-BA0E-D9A900D5B506}" srcOrd="10" destOrd="0" presId="urn:microsoft.com/office/officeart/2008/layout/VerticalCurvedList"/>
    <dgm:cxn modelId="{7E7D7F2A-4F00-FD47-8B27-C44CDCAF0CE4}" type="presParOf" srcId="{A428139B-D9C8-344D-BA0E-D9A900D5B506}" destId="{CB482CDC-CC6E-5343-B0B6-006183AF22C7}"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451914-E5E2-3749-A349-1E1B1D1BCC6C}" type="doc">
      <dgm:prSet loTypeId="urn:microsoft.com/office/officeart/2005/8/layout/vList3" loCatId="list" qsTypeId="urn:microsoft.com/office/officeart/2005/8/quickstyle/simple1#3" qsCatId="simple" csTypeId="urn:microsoft.com/office/officeart/2005/8/colors/accent1_3#1" csCatId="accent1" phldr="1"/>
      <dgm:spPr/>
      <dgm:t>
        <a:bodyPr/>
        <a:lstStyle/>
        <a:p>
          <a:endParaRPr lang="en-US"/>
        </a:p>
      </dgm:t>
    </dgm:pt>
    <dgm:pt modelId="{C31F8FD4-A15A-1943-89F0-4A972E556BDD}">
      <dgm:prSet custT="1"/>
      <dgm:spPr>
        <a:ln w="38100">
          <a:solidFill>
            <a:schemeClr val="tx1"/>
          </a:solidFill>
        </a:ln>
      </dgm:spPr>
      <dgm:t>
        <a:bodyPr lIns="91440" rIns="91440"/>
        <a:lstStyle/>
        <a:p>
          <a:r>
            <a:rPr lang="en-US" sz="1800" b="0" i="0" dirty="0"/>
            <a:t>Enterprise applications carry the processes, approvals, and decisions that run the business.</a:t>
          </a:r>
          <a:endParaRPr lang="en-US" sz="1800" dirty="0"/>
        </a:p>
      </dgm:t>
    </dgm:pt>
    <dgm:pt modelId="{FBDF502D-0259-674D-94CD-678EF3A46719}" type="parTrans" cxnId="{2E964E36-E13E-4646-B861-381520D969FD}">
      <dgm:prSet/>
      <dgm:spPr/>
      <dgm:t>
        <a:bodyPr/>
        <a:lstStyle/>
        <a:p>
          <a:endParaRPr lang="en-US" sz="1800"/>
        </a:p>
      </dgm:t>
    </dgm:pt>
    <dgm:pt modelId="{4C53A9B5-2FEA-1C45-B473-452C0B7E9D1B}" type="sibTrans" cxnId="{2E964E36-E13E-4646-B861-381520D969FD}">
      <dgm:prSet/>
      <dgm:spPr/>
      <dgm:t>
        <a:bodyPr/>
        <a:lstStyle/>
        <a:p>
          <a:endParaRPr lang="en-US" sz="1800"/>
        </a:p>
      </dgm:t>
    </dgm:pt>
    <dgm:pt modelId="{807D0358-3EF6-C741-B0E4-54EF68285525}">
      <dgm:prSet custT="1"/>
      <dgm:spPr>
        <a:ln w="38100">
          <a:solidFill>
            <a:schemeClr val="tx1"/>
          </a:solidFill>
        </a:ln>
      </dgm:spPr>
      <dgm:t>
        <a:bodyPr lIns="91440" rIns="91440"/>
        <a:lstStyle/>
        <a:p>
          <a:r>
            <a:rPr lang="en-US" sz="1800" b="0" i="0" dirty="0"/>
            <a:t>Fusion Apps help organize work around finance, </a:t>
          </a:r>
          <a:br>
            <a:rPr lang="en-US" sz="1800" b="0" i="0" dirty="0"/>
          </a:br>
          <a:r>
            <a:rPr lang="en-US" sz="1800" b="0" i="0" dirty="0"/>
            <a:t>HR, supply chain, customer, and operational priorities.</a:t>
          </a:r>
          <a:endParaRPr lang="en-US" sz="1800" dirty="0"/>
        </a:p>
      </dgm:t>
    </dgm:pt>
    <dgm:pt modelId="{4F8D8299-E08A-5649-A99D-3BC4CEB1AD91}" type="parTrans" cxnId="{ECB2E489-7A9F-C949-A47C-C901DD719B11}">
      <dgm:prSet/>
      <dgm:spPr/>
      <dgm:t>
        <a:bodyPr/>
        <a:lstStyle/>
        <a:p>
          <a:endParaRPr lang="en-US" sz="1800"/>
        </a:p>
      </dgm:t>
    </dgm:pt>
    <dgm:pt modelId="{8665EACC-73B1-0E41-9352-7F26076B1DC5}" type="sibTrans" cxnId="{ECB2E489-7A9F-C949-A47C-C901DD719B11}">
      <dgm:prSet/>
      <dgm:spPr/>
      <dgm:t>
        <a:bodyPr/>
        <a:lstStyle/>
        <a:p>
          <a:endParaRPr lang="en-US" sz="1800"/>
        </a:p>
      </dgm:t>
    </dgm:pt>
    <dgm:pt modelId="{D10B9734-0C4E-7548-A8C1-EEF10C32F27F}">
      <dgm:prSet custT="1"/>
      <dgm:spPr>
        <a:ln w="38100">
          <a:solidFill>
            <a:schemeClr val="tx1"/>
          </a:solidFill>
        </a:ln>
      </dgm:spPr>
      <dgm:t>
        <a:bodyPr lIns="91440" rIns="91440"/>
        <a:lstStyle/>
        <a:p>
          <a:r>
            <a:rPr lang="en-US" sz="1800" b="0" i="0" dirty="0"/>
            <a:t>Application context makes AI more useful because it is grounded in real workflows.</a:t>
          </a:r>
          <a:endParaRPr lang="en-US" sz="1800" dirty="0"/>
        </a:p>
      </dgm:t>
    </dgm:pt>
    <dgm:pt modelId="{E460E326-9401-CE4F-B267-F208E61D6CC9}" type="parTrans" cxnId="{792B4A50-E5A6-F04B-BB1E-6CFB3DD192F1}">
      <dgm:prSet/>
      <dgm:spPr/>
      <dgm:t>
        <a:bodyPr/>
        <a:lstStyle/>
        <a:p>
          <a:endParaRPr lang="en-US" sz="1800"/>
        </a:p>
      </dgm:t>
    </dgm:pt>
    <dgm:pt modelId="{B1E036E8-7D5B-3A4E-84F6-9BB01744334C}" type="sibTrans" cxnId="{792B4A50-E5A6-F04B-BB1E-6CFB3DD192F1}">
      <dgm:prSet/>
      <dgm:spPr/>
      <dgm:t>
        <a:bodyPr/>
        <a:lstStyle/>
        <a:p>
          <a:endParaRPr lang="en-US" sz="1800"/>
        </a:p>
      </dgm:t>
    </dgm:pt>
    <dgm:pt modelId="{ED6AFEA4-46BC-504B-B8E3-2F7BA42B044A}">
      <dgm:prSet custT="1"/>
      <dgm:spPr>
        <a:ln w="38100">
          <a:solidFill>
            <a:schemeClr val="tx1"/>
          </a:solidFill>
        </a:ln>
      </dgm:spPr>
      <dgm:t>
        <a:bodyPr lIns="91440" rIns="91440"/>
        <a:lstStyle/>
        <a:p>
          <a:r>
            <a:rPr lang="en-US" sz="1800" b="0" i="0" dirty="0"/>
            <a:t>This is often where the outcome conversation starts.</a:t>
          </a:r>
          <a:endParaRPr lang="en-US" sz="1800" dirty="0"/>
        </a:p>
      </dgm:t>
    </dgm:pt>
    <dgm:pt modelId="{BFC6BDC2-6D71-594A-A518-A76BEC78D4AE}" type="parTrans" cxnId="{E16298DD-D824-9343-AC55-88D22C7E0C2B}">
      <dgm:prSet/>
      <dgm:spPr/>
      <dgm:t>
        <a:bodyPr/>
        <a:lstStyle/>
        <a:p>
          <a:endParaRPr lang="en-US" sz="1800"/>
        </a:p>
      </dgm:t>
    </dgm:pt>
    <dgm:pt modelId="{04E7F67A-289F-9942-B2F7-D9E65F1BF4BF}" type="sibTrans" cxnId="{E16298DD-D824-9343-AC55-88D22C7E0C2B}">
      <dgm:prSet/>
      <dgm:spPr/>
      <dgm:t>
        <a:bodyPr/>
        <a:lstStyle/>
        <a:p>
          <a:endParaRPr lang="en-US" sz="1800"/>
        </a:p>
      </dgm:t>
    </dgm:pt>
    <dgm:pt modelId="{DDC6F700-971A-4843-9DD5-8A930AC1ED82}">
      <dgm:prSet custT="1"/>
      <dgm:spPr>
        <a:ln w="38100">
          <a:solidFill>
            <a:schemeClr val="tx1"/>
          </a:solidFill>
        </a:ln>
      </dgm:spPr>
      <dgm:t>
        <a:bodyPr lIns="91440" rIns="91440"/>
        <a:lstStyle/>
        <a:p>
          <a:r>
            <a:rPr lang="en-US" sz="1800" b="0" i="0" dirty="0"/>
            <a:t>The value expands when applications connect to data, cloud, and integration.</a:t>
          </a:r>
          <a:endParaRPr lang="en-US" sz="1800" dirty="0"/>
        </a:p>
      </dgm:t>
    </dgm:pt>
    <dgm:pt modelId="{DF57F829-1653-EF40-8292-0227670C36E8}" type="parTrans" cxnId="{6C578307-A9EE-0A45-A525-4BD0B05379BC}">
      <dgm:prSet/>
      <dgm:spPr/>
      <dgm:t>
        <a:bodyPr/>
        <a:lstStyle/>
        <a:p>
          <a:endParaRPr lang="en-US" sz="1800"/>
        </a:p>
      </dgm:t>
    </dgm:pt>
    <dgm:pt modelId="{8E1CBFE9-62D6-4E4D-816A-C17F18F2FB8A}" type="sibTrans" cxnId="{6C578307-A9EE-0A45-A525-4BD0B05379BC}">
      <dgm:prSet/>
      <dgm:spPr/>
      <dgm:t>
        <a:bodyPr/>
        <a:lstStyle/>
        <a:p>
          <a:endParaRPr lang="en-US" sz="1800"/>
        </a:p>
      </dgm:t>
    </dgm:pt>
    <dgm:pt modelId="{F90E9B90-34E9-414A-A791-0D7046361477}" type="pres">
      <dgm:prSet presAssocID="{24451914-E5E2-3749-A349-1E1B1D1BCC6C}" presName="linearFlow" presStyleCnt="0">
        <dgm:presLayoutVars>
          <dgm:dir/>
          <dgm:resizeHandles val="exact"/>
        </dgm:presLayoutVars>
      </dgm:prSet>
      <dgm:spPr/>
    </dgm:pt>
    <dgm:pt modelId="{D2F0AD28-CEA3-164C-9402-ED537708C5AE}" type="pres">
      <dgm:prSet presAssocID="{C31F8FD4-A15A-1943-89F0-4A972E556BDD}" presName="composite" presStyleCnt="0"/>
      <dgm:spPr/>
    </dgm:pt>
    <dgm:pt modelId="{64A604DC-9E6F-9A47-89E8-A195EC03B009}" type="pres">
      <dgm:prSet presAssocID="{C31F8FD4-A15A-1943-89F0-4A972E556BDD}" presName="imgShp" presStyleLbl="fgImgPlace1" presStyleIdx="0" presStyleCnt="5" custLinFactNeighborX="-4890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a:solidFill>
            <a:schemeClr val="tx1"/>
          </a:solidFill>
        </a:ln>
      </dgm:spPr>
      <dgm:extLst>
        <a:ext uri="{E40237B7-FDA0-4F09-8148-C483321AD2D9}">
          <dgm14:cNvPr xmlns:dgm14="http://schemas.microsoft.com/office/drawing/2010/diagram" id="0" name="" descr="User network with solid fill"/>
        </a:ext>
      </dgm:extLst>
    </dgm:pt>
    <dgm:pt modelId="{25F6494F-8DBF-374D-9558-C80BA3404EC8}" type="pres">
      <dgm:prSet presAssocID="{C31F8FD4-A15A-1943-89F0-4A972E556BDD}" presName="txShp" presStyleLbl="node1" presStyleIdx="0" presStyleCnt="5">
        <dgm:presLayoutVars>
          <dgm:bulletEnabled val="1"/>
        </dgm:presLayoutVars>
      </dgm:prSet>
      <dgm:spPr/>
    </dgm:pt>
    <dgm:pt modelId="{DE4FEA4A-114F-0546-B697-E9A101D86657}" type="pres">
      <dgm:prSet presAssocID="{4C53A9B5-2FEA-1C45-B473-452C0B7E9D1B}" presName="spacing" presStyleCnt="0"/>
      <dgm:spPr/>
    </dgm:pt>
    <dgm:pt modelId="{FE42A37E-6DAE-664F-A199-DAAAC94B5AED}" type="pres">
      <dgm:prSet presAssocID="{807D0358-3EF6-C741-B0E4-54EF68285525}" presName="composite" presStyleCnt="0"/>
      <dgm:spPr/>
    </dgm:pt>
    <dgm:pt modelId="{9D9750C2-DAE0-8845-9D4A-0AD0C97D8A2E}" type="pres">
      <dgm:prSet presAssocID="{807D0358-3EF6-C741-B0E4-54EF68285525}" presName="imgShp" presStyleLbl="fgImgPlace1" presStyleIdx="1" presStyleCnt="5" custLinFactNeighborX="-4890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a:solidFill>
            <a:schemeClr val="tx1"/>
          </a:solidFill>
        </a:ln>
      </dgm:spPr>
      <dgm:extLst>
        <a:ext uri="{E40237B7-FDA0-4F09-8148-C483321AD2D9}">
          <dgm14:cNvPr xmlns:dgm14="http://schemas.microsoft.com/office/drawing/2010/diagram" id="0" name="" descr="Atom with solid fill"/>
        </a:ext>
      </dgm:extLst>
    </dgm:pt>
    <dgm:pt modelId="{F03F42D1-F92D-2C41-96C9-CF924E1253B3}" type="pres">
      <dgm:prSet presAssocID="{807D0358-3EF6-C741-B0E4-54EF68285525}" presName="txShp" presStyleLbl="node1" presStyleIdx="1" presStyleCnt="5">
        <dgm:presLayoutVars>
          <dgm:bulletEnabled val="1"/>
        </dgm:presLayoutVars>
      </dgm:prSet>
      <dgm:spPr/>
    </dgm:pt>
    <dgm:pt modelId="{B04607CB-5004-4A4D-87C9-94488DA7BC6C}" type="pres">
      <dgm:prSet presAssocID="{8665EACC-73B1-0E41-9352-7F26076B1DC5}" presName="spacing" presStyleCnt="0"/>
      <dgm:spPr/>
    </dgm:pt>
    <dgm:pt modelId="{B393F9A7-B668-DB4D-9B80-620DC5EF79D0}" type="pres">
      <dgm:prSet presAssocID="{D10B9734-0C4E-7548-A8C1-EEF10C32F27F}" presName="composite" presStyleCnt="0"/>
      <dgm:spPr/>
    </dgm:pt>
    <dgm:pt modelId="{EC63BB3D-3D5F-AC48-A1B1-ECF13CAEF51B}" type="pres">
      <dgm:prSet presAssocID="{D10B9734-0C4E-7548-A8C1-EEF10C32F27F}" presName="imgShp" presStyleLbl="fgImgPlace1" presStyleIdx="2" presStyleCnt="5" custLinFactNeighborX="-4890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a:solidFill>
            <a:schemeClr val="tx1"/>
          </a:solidFill>
        </a:ln>
      </dgm:spPr>
      <dgm:extLst>
        <a:ext uri="{E40237B7-FDA0-4F09-8148-C483321AD2D9}">
          <dgm14:cNvPr xmlns:dgm14="http://schemas.microsoft.com/office/drawing/2010/diagram" id="0" name="" descr="Artificial Intelligence with solid fill"/>
        </a:ext>
      </dgm:extLst>
    </dgm:pt>
    <dgm:pt modelId="{57991346-3EFB-3E4E-B154-2B0B56F10258}" type="pres">
      <dgm:prSet presAssocID="{D10B9734-0C4E-7548-A8C1-EEF10C32F27F}" presName="txShp" presStyleLbl="node1" presStyleIdx="2" presStyleCnt="5">
        <dgm:presLayoutVars>
          <dgm:bulletEnabled val="1"/>
        </dgm:presLayoutVars>
      </dgm:prSet>
      <dgm:spPr/>
    </dgm:pt>
    <dgm:pt modelId="{ADF352F8-A089-C44D-828F-AAA1FFB93E37}" type="pres">
      <dgm:prSet presAssocID="{B1E036E8-7D5B-3A4E-84F6-9BB01744334C}" presName="spacing" presStyleCnt="0"/>
      <dgm:spPr/>
    </dgm:pt>
    <dgm:pt modelId="{0A5DD7CF-4DD8-4245-A23A-BB9D685B09F1}" type="pres">
      <dgm:prSet presAssocID="{ED6AFEA4-46BC-504B-B8E3-2F7BA42B044A}" presName="composite" presStyleCnt="0"/>
      <dgm:spPr/>
    </dgm:pt>
    <dgm:pt modelId="{48723828-20AF-5A4A-B815-DD953825C3CE}" type="pres">
      <dgm:prSet presAssocID="{ED6AFEA4-46BC-504B-B8E3-2F7BA42B044A}" presName="imgShp" presStyleLbl="fgImgPlace1" presStyleIdx="3" presStyleCnt="5" custLinFactNeighborX="-48902"/>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a:solidFill>
            <a:schemeClr val="tx1"/>
          </a:solidFill>
        </a:ln>
      </dgm:spPr>
      <dgm:extLst>
        <a:ext uri="{E40237B7-FDA0-4F09-8148-C483321AD2D9}">
          <dgm14:cNvPr xmlns:dgm14="http://schemas.microsoft.com/office/drawing/2010/diagram" id="0" name="" descr="Podium with solid fill"/>
        </a:ext>
      </dgm:extLst>
    </dgm:pt>
    <dgm:pt modelId="{9D873F11-D575-7746-90CB-074CD2E6B6D8}" type="pres">
      <dgm:prSet presAssocID="{ED6AFEA4-46BC-504B-B8E3-2F7BA42B044A}" presName="txShp" presStyleLbl="node1" presStyleIdx="3" presStyleCnt="5">
        <dgm:presLayoutVars>
          <dgm:bulletEnabled val="1"/>
        </dgm:presLayoutVars>
      </dgm:prSet>
      <dgm:spPr/>
    </dgm:pt>
    <dgm:pt modelId="{866C9227-E914-6B4C-A359-73B1CAC32283}" type="pres">
      <dgm:prSet presAssocID="{04E7F67A-289F-9942-B2F7-D9E65F1BF4BF}" presName="spacing" presStyleCnt="0"/>
      <dgm:spPr/>
    </dgm:pt>
    <dgm:pt modelId="{E2F944BC-7812-6146-A7E0-D6431F847FA5}" type="pres">
      <dgm:prSet presAssocID="{DDC6F700-971A-4843-9DD5-8A930AC1ED82}" presName="composite" presStyleCnt="0"/>
      <dgm:spPr/>
    </dgm:pt>
    <dgm:pt modelId="{66A44305-199E-634A-AE9B-90589EA4937B}" type="pres">
      <dgm:prSet presAssocID="{DDC6F700-971A-4843-9DD5-8A930AC1ED82}" presName="imgShp" presStyleLbl="fgImgPlace1" presStyleIdx="4" presStyleCnt="5" custLinFactNeighborX="-48902"/>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a:solidFill>
            <a:schemeClr val="tx1"/>
          </a:solidFill>
        </a:ln>
      </dgm:spPr>
      <dgm:extLst>
        <a:ext uri="{E40237B7-FDA0-4F09-8148-C483321AD2D9}">
          <dgm14:cNvPr xmlns:dgm14="http://schemas.microsoft.com/office/drawing/2010/diagram" id="0" name="" descr="Server with solid fill"/>
        </a:ext>
      </dgm:extLst>
    </dgm:pt>
    <dgm:pt modelId="{7EF105FC-58DA-4641-89F9-DFBFDCC19A47}" type="pres">
      <dgm:prSet presAssocID="{DDC6F700-971A-4843-9DD5-8A930AC1ED82}" presName="txShp" presStyleLbl="node1" presStyleIdx="4" presStyleCnt="5">
        <dgm:presLayoutVars>
          <dgm:bulletEnabled val="1"/>
        </dgm:presLayoutVars>
      </dgm:prSet>
      <dgm:spPr/>
    </dgm:pt>
  </dgm:ptLst>
  <dgm:cxnLst>
    <dgm:cxn modelId="{6C578307-A9EE-0A45-A525-4BD0B05379BC}" srcId="{24451914-E5E2-3749-A349-1E1B1D1BCC6C}" destId="{DDC6F700-971A-4843-9DD5-8A930AC1ED82}" srcOrd="4" destOrd="0" parTransId="{DF57F829-1653-EF40-8292-0227670C36E8}" sibTransId="{8E1CBFE9-62D6-4E4D-816A-C17F18F2FB8A}"/>
    <dgm:cxn modelId="{8CFD9510-BAA9-6F49-AD39-879EFCE1D201}" type="presOf" srcId="{D10B9734-0C4E-7548-A8C1-EEF10C32F27F}" destId="{57991346-3EFB-3E4E-B154-2B0B56F10258}" srcOrd="0" destOrd="0" presId="urn:microsoft.com/office/officeart/2005/8/layout/vList3"/>
    <dgm:cxn modelId="{2E964E36-E13E-4646-B861-381520D969FD}" srcId="{24451914-E5E2-3749-A349-1E1B1D1BCC6C}" destId="{C31F8FD4-A15A-1943-89F0-4A972E556BDD}" srcOrd="0" destOrd="0" parTransId="{FBDF502D-0259-674D-94CD-678EF3A46719}" sibTransId="{4C53A9B5-2FEA-1C45-B473-452C0B7E9D1B}"/>
    <dgm:cxn modelId="{792B4A50-E5A6-F04B-BB1E-6CFB3DD192F1}" srcId="{24451914-E5E2-3749-A349-1E1B1D1BCC6C}" destId="{D10B9734-0C4E-7548-A8C1-EEF10C32F27F}" srcOrd="2" destOrd="0" parTransId="{E460E326-9401-CE4F-B267-F208E61D6CC9}" sibTransId="{B1E036E8-7D5B-3A4E-84F6-9BB01744334C}"/>
    <dgm:cxn modelId="{A1B37751-A75E-C942-9A1D-DBC2FD4EE65F}" type="presOf" srcId="{807D0358-3EF6-C741-B0E4-54EF68285525}" destId="{F03F42D1-F92D-2C41-96C9-CF924E1253B3}" srcOrd="0" destOrd="0" presId="urn:microsoft.com/office/officeart/2005/8/layout/vList3"/>
    <dgm:cxn modelId="{B80D9474-74C1-8A4D-8427-A90A7603A53F}" type="presOf" srcId="{C31F8FD4-A15A-1943-89F0-4A972E556BDD}" destId="{25F6494F-8DBF-374D-9558-C80BA3404EC8}" srcOrd="0" destOrd="0" presId="urn:microsoft.com/office/officeart/2005/8/layout/vList3"/>
    <dgm:cxn modelId="{527EC678-0ED9-DD4E-A699-B8163C7EB7E8}" type="presOf" srcId="{24451914-E5E2-3749-A349-1E1B1D1BCC6C}" destId="{F90E9B90-34E9-414A-A791-0D7046361477}" srcOrd="0" destOrd="0" presId="urn:microsoft.com/office/officeart/2005/8/layout/vList3"/>
    <dgm:cxn modelId="{10991D80-0452-5644-949B-58161C4D3AC4}" type="presOf" srcId="{DDC6F700-971A-4843-9DD5-8A930AC1ED82}" destId="{7EF105FC-58DA-4641-89F9-DFBFDCC19A47}" srcOrd="0" destOrd="0" presId="urn:microsoft.com/office/officeart/2005/8/layout/vList3"/>
    <dgm:cxn modelId="{ECB2E489-7A9F-C949-A47C-C901DD719B11}" srcId="{24451914-E5E2-3749-A349-1E1B1D1BCC6C}" destId="{807D0358-3EF6-C741-B0E4-54EF68285525}" srcOrd="1" destOrd="0" parTransId="{4F8D8299-E08A-5649-A99D-3BC4CEB1AD91}" sibTransId="{8665EACC-73B1-0E41-9352-7F26076B1DC5}"/>
    <dgm:cxn modelId="{B3773CD1-1C1B-9F42-A5A5-A4464C586098}" type="presOf" srcId="{ED6AFEA4-46BC-504B-B8E3-2F7BA42B044A}" destId="{9D873F11-D575-7746-90CB-074CD2E6B6D8}" srcOrd="0" destOrd="0" presId="urn:microsoft.com/office/officeart/2005/8/layout/vList3"/>
    <dgm:cxn modelId="{E16298DD-D824-9343-AC55-88D22C7E0C2B}" srcId="{24451914-E5E2-3749-A349-1E1B1D1BCC6C}" destId="{ED6AFEA4-46BC-504B-B8E3-2F7BA42B044A}" srcOrd="3" destOrd="0" parTransId="{BFC6BDC2-6D71-594A-A518-A76BEC78D4AE}" sibTransId="{04E7F67A-289F-9942-B2F7-D9E65F1BF4BF}"/>
    <dgm:cxn modelId="{809E5DCE-DD0F-4443-AFF0-AF1D4A1486DE}" type="presParOf" srcId="{F90E9B90-34E9-414A-A791-0D7046361477}" destId="{D2F0AD28-CEA3-164C-9402-ED537708C5AE}" srcOrd="0" destOrd="0" presId="urn:microsoft.com/office/officeart/2005/8/layout/vList3"/>
    <dgm:cxn modelId="{68E91022-325D-C44C-80F9-9A908D785467}" type="presParOf" srcId="{D2F0AD28-CEA3-164C-9402-ED537708C5AE}" destId="{64A604DC-9E6F-9A47-89E8-A195EC03B009}" srcOrd="0" destOrd="0" presId="urn:microsoft.com/office/officeart/2005/8/layout/vList3"/>
    <dgm:cxn modelId="{8EAA2D68-27A2-FC41-8608-FCF8E4C2470E}" type="presParOf" srcId="{D2F0AD28-CEA3-164C-9402-ED537708C5AE}" destId="{25F6494F-8DBF-374D-9558-C80BA3404EC8}" srcOrd="1" destOrd="0" presId="urn:microsoft.com/office/officeart/2005/8/layout/vList3"/>
    <dgm:cxn modelId="{E62A36D1-F0BB-BF45-AA18-80F089037EC9}" type="presParOf" srcId="{F90E9B90-34E9-414A-A791-0D7046361477}" destId="{DE4FEA4A-114F-0546-B697-E9A101D86657}" srcOrd="1" destOrd="0" presId="urn:microsoft.com/office/officeart/2005/8/layout/vList3"/>
    <dgm:cxn modelId="{D5BB8AED-1F95-BE47-82DB-E1EB8D83C805}" type="presParOf" srcId="{F90E9B90-34E9-414A-A791-0D7046361477}" destId="{FE42A37E-6DAE-664F-A199-DAAAC94B5AED}" srcOrd="2" destOrd="0" presId="urn:microsoft.com/office/officeart/2005/8/layout/vList3"/>
    <dgm:cxn modelId="{7FD55FB6-5414-C949-9147-C95D404B6C99}" type="presParOf" srcId="{FE42A37E-6DAE-664F-A199-DAAAC94B5AED}" destId="{9D9750C2-DAE0-8845-9D4A-0AD0C97D8A2E}" srcOrd="0" destOrd="0" presId="urn:microsoft.com/office/officeart/2005/8/layout/vList3"/>
    <dgm:cxn modelId="{A42FF52A-7338-6348-8EF1-638C26C6FB2C}" type="presParOf" srcId="{FE42A37E-6DAE-664F-A199-DAAAC94B5AED}" destId="{F03F42D1-F92D-2C41-96C9-CF924E1253B3}" srcOrd="1" destOrd="0" presId="urn:microsoft.com/office/officeart/2005/8/layout/vList3"/>
    <dgm:cxn modelId="{33DE2FB3-A509-BA42-B85C-E8FC056E688E}" type="presParOf" srcId="{F90E9B90-34E9-414A-A791-0D7046361477}" destId="{B04607CB-5004-4A4D-87C9-94488DA7BC6C}" srcOrd="3" destOrd="0" presId="urn:microsoft.com/office/officeart/2005/8/layout/vList3"/>
    <dgm:cxn modelId="{D8217A65-BE30-034C-9D8B-DB01EC38626F}" type="presParOf" srcId="{F90E9B90-34E9-414A-A791-0D7046361477}" destId="{B393F9A7-B668-DB4D-9B80-620DC5EF79D0}" srcOrd="4" destOrd="0" presId="urn:microsoft.com/office/officeart/2005/8/layout/vList3"/>
    <dgm:cxn modelId="{DFA1B9D6-781E-8C45-A30E-701DA82345FA}" type="presParOf" srcId="{B393F9A7-B668-DB4D-9B80-620DC5EF79D0}" destId="{EC63BB3D-3D5F-AC48-A1B1-ECF13CAEF51B}" srcOrd="0" destOrd="0" presId="urn:microsoft.com/office/officeart/2005/8/layout/vList3"/>
    <dgm:cxn modelId="{C9B6602A-479C-4047-A1E0-5677FB4A1854}" type="presParOf" srcId="{B393F9A7-B668-DB4D-9B80-620DC5EF79D0}" destId="{57991346-3EFB-3E4E-B154-2B0B56F10258}" srcOrd="1" destOrd="0" presId="urn:microsoft.com/office/officeart/2005/8/layout/vList3"/>
    <dgm:cxn modelId="{F24B7D30-3E58-2C42-87F3-0E9F5096266F}" type="presParOf" srcId="{F90E9B90-34E9-414A-A791-0D7046361477}" destId="{ADF352F8-A089-C44D-828F-AAA1FFB93E37}" srcOrd="5" destOrd="0" presId="urn:microsoft.com/office/officeart/2005/8/layout/vList3"/>
    <dgm:cxn modelId="{B3623966-2865-E948-96A3-CD7BEEF8C4EE}" type="presParOf" srcId="{F90E9B90-34E9-414A-A791-0D7046361477}" destId="{0A5DD7CF-4DD8-4245-A23A-BB9D685B09F1}" srcOrd="6" destOrd="0" presId="urn:microsoft.com/office/officeart/2005/8/layout/vList3"/>
    <dgm:cxn modelId="{F609A0A6-0458-3847-9E1D-F490C90068DF}" type="presParOf" srcId="{0A5DD7CF-4DD8-4245-A23A-BB9D685B09F1}" destId="{48723828-20AF-5A4A-B815-DD953825C3CE}" srcOrd="0" destOrd="0" presId="urn:microsoft.com/office/officeart/2005/8/layout/vList3"/>
    <dgm:cxn modelId="{21C8A9F8-36F2-9D43-BCE4-F4CE445F438E}" type="presParOf" srcId="{0A5DD7CF-4DD8-4245-A23A-BB9D685B09F1}" destId="{9D873F11-D575-7746-90CB-074CD2E6B6D8}" srcOrd="1" destOrd="0" presId="urn:microsoft.com/office/officeart/2005/8/layout/vList3"/>
    <dgm:cxn modelId="{3629D038-D5BC-C449-881E-8AE8E063925E}" type="presParOf" srcId="{F90E9B90-34E9-414A-A791-0D7046361477}" destId="{866C9227-E914-6B4C-A359-73B1CAC32283}" srcOrd="7" destOrd="0" presId="urn:microsoft.com/office/officeart/2005/8/layout/vList3"/>
    <dgm:cxn modelId="{AD685A85-DEA2-4446-9A98-207BF64E8431}" type="presParOf" srcId="{F90E9B90-34E9-414A-A791-0D7046361477}" destId="{E2F944BC-7812-6146-A7E0-D6431F847FA5}" srcOrd="8" destOrd="0" presId="urn:microsoft.com/office/officeart/2005/8/layout/vList3"/>
    <dgm:cxn modelId="{6CF39F0C-43F4-4645-A5F0-3AC6B3318092}" type="presParOf" srcId="{E2F944BC-7812-6146-A7E0-D6431F847FA5}" destId="{66A44305-199E-634A-AE9B-90589EA4937B}" srcOrd="0" destOrd="0" presId="urn:microsoft.com/office/officeart/2005/8/layout/vList3"/>
    <dgm:cxn modelId="{4EB30431-9A25-004F-BD7B-E1248C1F6B47}" type="presParOf" srcId="{E2F944BC-7812-6146-A7E0-D6431F847FA5}" destId="{7EF105FC-58DA-4641-89F9-DFBFDCC19A4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3FF16D6-0798-2844-A76F-4E2CE198358B}" type="doc">
      <dgm:prSet loTypeId="urn:microsoft.com/office/officeart/2005/8/layout/vList3" loCatId="list" qsTypeId="urn:microsoft.com/office/officeart/2005/8/quickstyle/simple1#4" qsCatId="simple" csTypeId="urn:microsoft.com/office/officeart/2005/8/colors/accent2_3#1" csCatId="accent2" phldr="1"/>
      <dgm:spPr/>
      <dgm:t>
        <a:bodyPr/>
        <a:lstStyle/>
        <a:p>
          <a:endParaRPr lang="en-US"/>
        </a:p>
      </dgm:t>
    </dgm:pt>
    <dgm:pt modelId="{30A8C653-B9BA-C148-8FC7-8C1439DED337}">
      <dgm:prSet custT="1"/>
      <dgm:spPr>
        <a:ln w="38100">
          <a:solidFill>
            <a:schemeClr val="tx1"/>
          </a:solidFill>
        </a:ln>
      </dgm:spPr>
      <dgm:t>
        <a:bodyPr/>
        <a:lstStyle/>
        <a:p>
          <a:r>
            <a:rPr lang="en-US" sz="1800" b="0" i="0" dirty="0"/>
            <a:t>Enterprise outcomes depend on trusted data.</a:t>
          </a:r>
          <a:endParaRPr lang="en-US" sz="1800" dirty="0"/>
        </a:p>
      </dgm:t>
    </dgm:pt>
    <dgm:pt modelId="{41A15C95-469A-DD4F-8D56-233A26633020}" type="parTrans" cxnId="{7FBC795D-EEAD-AF43-B961-3DA3B8AF8495}">
      <dgm:prSet/>
      <dgm:spPr/>
      <dgm:t>
        <a:bodyPr/>
        <a:lstStyle/>
        <a:p>
          <a:endParaRPr lang="en-US" sz="1800"/>
        </a:p>
      </dgm:t>
    </dgm:pt>
    <dgm:pt modelId="{2A9F2F25-96D3-3643-9376-DDC83B7096B3}" type="sibTrans" cxnId="{7FBC795D-EEAD-AF43-B961-3DA3B8AF8495}">
      <dgm:prSet/>
      <dgm:spPr/>
      <dgm:t>
        <a:bodyPr/>
        <a:lstStyle/>
        <a:p>
          <a:endParaRPr lang="en-US" sz="1800"/>
        </a:p>
      </dgm:t>
    </dgm:pt>
    <dgm:pt modelId="{29D94BE6-5E14-FF4D-A2ED-7682433D557B}">
      <dgm:prSet custT="1"/>
      <dgm:spPr>
        <a:ln w="38100">
          <a:solidFill>
            <a:schemeClr val="tx1"/>
          </a:solidFill>
        </a:ln>
      </dgm:spPr>
      <dgm:t>
        <a:bodyPr/>
        <a:lstStyle/>
        <a:p>
          <a:r>
            <a:rPr lang="en-US" sz="1800" b="0" i="0" dirty="0"/>
            <a:t>Oracle's database and data capabilities support the information core behind decisions.</a:t>
          </a:r>
          <a:endParaRPr lang="en-US" sz="1800" dirty="0"/>
        </a:p>
      </dgm:t>
    </dgm:pt>
    <dgm:pt modelId="{6226F327-39C8-1849-AC2E-F9418E9D24E9}" type="parTrans" cxnId="{7FB34B08-E56E-5943-B934-0A4D49910F39}">
      <dgm:prSet/>
      <dgm:spPr/>
      <dgm:t>
        <a:bodyPr/>
        <a:lstStyle/>
        <a:p>
          <a:endParaRPr lang="en-US" sz="1800"/>
        </a:p>
      </dgm:t>
    </dgm:pt>
    <dgm:pt modelId="{B084F9A1-D7ED-6746-8642-C392513AD50C}" type="sibTrans" cxnId="{7FB34B08-E56E-5943-B934-0A4D49910F39}">
      <dgm:prSet/>
      <dgm:spPr/>
      <dgm:t>
        <a:bodyPr/>
        <a:lstStyle/>
        <a:p>
          <a:endParaRPr lang="en-US" sz="1800"/>
        </a:p>
      </dgm:t>
    </dgm:pt>
    <dgm:pt modelId="{9B9BFFA7-36B0-E34C-80AF-79B6CE799E0F}">
      <dgm:prSet custT="1"/>
      <dgm:spPr>
        <a:ln w="38100">
          <a:solidFill>
            <a:schemeClr val="tx1"/>
          </a:solidFill>
        </a:ln>
      </dgm:spPr>
      <dgm:t>
        <a:bodyPr/>
        <a:lstStyle/>
        <a:p>
          <a:r>
            <a:rPr lang="en-US" sz="1800" b="0" i="0" dirty="0"/>
            <a:t>Better data context improves application, AI, and analytics conversations.</a:t>
          </a:r>
          <a:endParaRPr lang="en-US" sz="1800" dirty="0"/>
        </a:p>
      </dgm:t>
    </dgm:pt>
    <dgm:pt modelId="{66F5A722-9B86-A548-998D-0A0EC4FF7BDE}" type="parTrans" cxnId="{F40A4255-E3C3-394A-AA9C-15382C09B3DF}">
      <dgm:prSet/>
      <dgm:spPr/>
      <dgm:t>
        <a:bodyPr/>
        <a:lstStyle/>
        <a:p>
          <a:endParaRPr lang="en-US" sz="1800"/>
        </a:p>
      </dgm:t>
    </dgm:pt>
    <dgm:pt modelId="{D0689E10-96E2-204D-BD2A-00DA15127D25}" type="sibTrans" cxnId="{F40A4255-E3C3-394A-AA9C-15382C09B3DF}">
      <dgm:prSet/>
      <dgm:spPr/>
      <dgm:t>
        <a:bodyPr/>
        <a:lstStyle/>
        <a:p>
          <a:endParaRPr lang="en-US" sz="1800"/>
        </a:p>
      </dgm:t>
    </dgm:pt>
    <dgm:pt modelId="{B9156847-BDC8-974C-8A88-53C10AF55A88}">
      <dgm:prSet custT="1"/>
      <dgm:spPr>
        <a:ln w="38100">
          <a:solidFill>
            <a:schemeClr val="tx1"/>
          </a:solidFill>
        </a:ln>
      </dgm:spPr>
      <dgm:t>
        <a:bodyPr/>
        <a:lstStyle/>
        <a:p>
          <a:r>
            <a:rPr lang="en-US" sz="1800" b="0" i="0" dirty="0"/>
            <a:t>Trustworthy data helps teams move from insight to action with more confidence.</a:t>
          </a:r>
          <a:endParaRPr lang="en-US" sz="1800" dirty="0"/>
        </a:p>
      </dgm:t>
    </dgm:pt>
    <dgm:pt modelId="{751FA426-E102-564C-9ABF-A75181493127}" type="parTrans" cxnId="{B89FDB75-F0B8-7542-AB12-5DAC141F2E0F}">
      <dgm:prSet/>
      <dgm:spPr/>
      <dgm:t>
        <a:bodyPr/>
        <a:lstStyle/>
        <a:p>
          <a:endParaRPr lang="en-US" sz="1800"/>
        </a:p>
      </dgm:t>
    </dgm:pt>
    <dgm:pt modelId="{16EAC929-CCD8-454F-B998-5A8349230594}" type="sibTrans" cxnId="{B89FDB75-F0B8-7542-AB12-5DAC141F2E0F}">
      <dgm:prSet/>
      <dgm:spPr/>
      <dgm:t>
        <a:bodyPr/>
        <a:lstStyle/>
        <a:p>
          <a:endParaRPr lang="en-US" sz="1800"/>
        </a:p>
      </dgm:t>
    </dgm:pt>
    <dgm:pt modelId="{C02A1249-3862-5947-BE94-5B97E5337005}">
      <dgm:prSet custT="1"/>
      <dgm:spPr>
        <a:ln w="38100">
          <a:solidFill>
            <a:schemeClr val="tx1"/>
          </a:solidFill>
        </a:ln>
      </dgm:spPr>
      <dgm:t>
        <a:bodyPr/>
        <a:lstStyle/>
        <a:p>
          <a:r>
            <a:rPr lang="en-US" sz="1800" b="0" i="0" dirty="0"/>
            <a:t>The value grows when data connects across the customer environment.</a:t>
          </a:r>
          <a:endParaRPr lang="en-US" sz="1800" dirty="0"/>
        </a:p>
      </dgm:t>
    </dgm:pt>
    <dgm:pt modelId="{BE8EFD5F-5843-124C-B435-BD535753897B}" type="parTrans" cxnId="{079426C1-EB8F-F742-AE97-A246A7867259}">
      <dgm:prSet/>
      <dgm:spPr/>
      <dgm:t>
        <a:bodyPr/>
        <a:lstStyle/>
        <a:p>
          <a:endParaRPr lang="en-US" sz="1800"/>
        </a:p>
      </dgm:t>
    </dgm:pt>
    <dgm:pt modelId="{EB7B1387-6112-484B-93F9-686C92B4CDD3}" type="sibTrans" cxnId="{079426C1-EB8F-F742-AE97-A246A7867259}">
      <dgm:prSet/>
      <dgm:spPr/>
      <dgm:t>
        <a:bodyPr/>
        <a:lstStyle/>
        <a:p>
          <a:endParaRPr lang="en-US" sz="1800"/>
        </a:p>
      </dgm:t>
    </dgm:pt>
    <dgm:pt modelId="{609199A3-814C-4849-86EB-D13A1C8E3986}" type="pres">
      <dgm:prSet presAssocID="{C3FF16D6-0798-2844-A76F-4E2CE198358B}" presName="linearFlow" presStyleCnt="0">
        <dgm:presLayoutVars>
          <dgm:dir/>
          <dgm:resizeHandles val="exact"/>
        </dgm:presLayoutVars>
      </dgm:prSet>
      <dgm:spPr/>
    </dgm:pt>
    <dgm:pt modelId="{3F152C1C-4007-A34C-895F-EA00CB66F02B}" type="pres">
      <dgm:prSet presAssocID="{30A8C653-B9BA-C148-8FC7-8C1439DED337}" presName="composite" presStyleCnt="0"/>
      <dgm:spPr/>
    </dgm:pt>
    <dgm:pt modelId="{DD36B553-7B9D-A349-A862-8D285F3FE80F}" type="pres">
      <dgm:prSet presAssocID="{30A8C653-B9BA-C148-8FC7-8C1439DED337}" presName="imgShp" presStyleLbl="fgImgPlace1" presStyleIdx="0" presStyleCnt="5" custLinFactNeighborX="-4890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a:solidFill>
            <a:schemeClr val="tx1"/>
          </a:solidFill>
        </a:ln>
      </dgm:spPr>
      <dgm:extLst>
        <a:ext uri="{E40237B7-FDA0-4F09-8148-C483321AD2D9}">
          <dgm14:cNvPr xmlns:dgm14="http://schemas.microsoft.com/office/drawing/2010/diagram" id="0" name="" descr="Badge Tick with solid fill"/>
        </a:ext>
      </dgm:extLst>
    </dgm:pt>
    <dgm:pt modelId="{E374BB5F-E30A-1940-B812-867920A22506}" type="pres">
      <dgm:prSet presAssocID="{30A8C653-B9BA-C148-8FC7-8C1439DED337}" presName="txShp" presStyleLbl="node1" presStyleIdx="0" presStyleCnt="5">
        <dgm:presLayoutVars>
          <dgm:bulletEnabled val="1"/>
        </dgm:presLayoutVars>
      </dgm:prSet>
      <dgm:spPr/>
    </dgm:pt>
    <dgm:pt modelId="{77F49A80-1BF3-4341-9397-93DC9E7BC4F1}" type="pres">
      <dgm:prSet presAssocID="{2A9F2F25-96D3-3643-9376-DDC83B7096B3}" presName="spacing" presStyleCnt="0"/>
      <dgm:spPr/>
    </dgm:pt>
    <dgm:pt modelId="{7E71C819-EBCF-4440-97E5-52B10492641E}" type="pres">
      <dgm:prSet presAssocID="{29D94BE6-5E14-FF4D-A2ED-7682433D557B}" presName="composite" presStyleCnt="0"/>
      <dgm:spPr/>
    </dgm:pt>
    <dgm:pt modelId="{FF2920AC-4AF6-9E44-B3D0-C87B11463126}" type="pres">
      <dgm:prSet presAssocID="{29D94BE6-5E14-FF4D-A2ED-7682433D557B}" presName="imgShp" presStyleLbl="fgImgPlace1" presStyleIdx="1" presStyleCnt="5" custLinFactNeighborX="-4890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a:solidFill>
            <a:schemeClr val="tx1"/>
          </a:solidFill>
        </a:ln>
      </dgm:spPr>
      <dgm:extLst>
        <a:ext uri="{E40237B7-FDA0-4F09-8148-C483321AD2D9}">
          <dgm14:cNvPr xmlns:dgm14="http://schemas.microsoft.com/office/drawing/2010/diagram" id="0" name="" descr="Database with solid fill"/>
        </a:ext>
      </dgm:extLst>
    </dgm:pt>
    <dgm:pt modelId="{00302D8A-A7F6-BD48-A640-2F23C6AE0F13}" type="pres">
      <dgm:prSet presAssocID="{29D94BE6-5E14-FF4D-A2ED-7682433D557B}" presName="txShp" presStyleLbl="node1" presStyleIdx="1" presStyleCnt="5">
        <dgm:presLayoutVars>
          <dgm:bulletEnabled val="1"/>
        </dgm:presLayoutVars>
      </dgm:prSet>
      <dgm:spPr/>
    </dgm:pt>
    <dgm:pt modelId="{2709C17C-8291-FF42-B712-C7B1C2D0DEE0}" type="pres">
      <dgm:prSet presAssocID="{B084F9A1-D7ED-6746-8642-C392513AD50C}" presName="spacing" presStyleCnt="0"/>
      <dgm:spPr/>
    </dgm:pt>
    <dgm:pt modelId="{D38F44F0-8A4F-4141-BCCB-1FE1B8B6DD2B}" type="pres">
      <dgm:prSet presAssocID="{9B9BFFA7-36B0-E34C-80AF-79B6CE799E0F}" presName="composite" presStyleCnt="0"/>
      <dgm:spPr/>
    </dgm:pt>
    <dgm:pt modelId="{BBD9D660-A2D7-7047-8724-EDC3067B25B7}" type="pres">
      <dgm:prSet presAssocID="{9B9BFFA7-36B0-E34C-80AF-79B6CE799E0F}" presName="imgShp" presStyleLbl="fgImgPlace1" presStyleIdx="2" presStyleCnt="5" custLinFactNeighborX="-4890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a:solidFill>
            <a:schemeClr val="tx1"/>
          </a:solidFill>
        </a:ln>
      </dgm:spPr>
      <dgm:extLst>
        <a:ext uri="{E40237B7-FDA0-4F09-8148-C483321AD2D9}">
          <dgm14:cNvPr xmlns:dgm14="http://schemas.microsoft.com/office/drawing/2010/diagram" id="0" name="" descr="Artificial Intelligence with solid fill"/>
        </a:ext>
      </dgm:extLst>
    </dgm:pt>
    <dgm:pt modelId="{59536076-A598-6E4E-824D-7AE0D2462484}" type="pres">
      <dgm:prSet presAssocID="{9B9BFFA7-36B0-E34C-80AF-79B6CE799E0F}" presName="txShp" presStyleLbl="node1" presStyleIdx="2" presStyleCnt="5">
        <dgm:presLayoutVars>
          <dgm:bulletEnabled val="1"/>
        </dgm:presLayoutVars>
      </dgm:prSet>
      <dgm:spPr/>
    </dgm:pt>
    <dgm:pt modelId="{83B489A8-225B-6649-AF26-F27570880EA4}" type="pres">
      <dgm:prSet presAssocID="{D0689E10-96E2-204D-BD2A-00DA15127D25}" presName="spacing" presStyleCnt="0"/>
      <dgm:spPr/>
    </dgm:pt>
    <dgm:pt modelId="{BC618AA4-C01A-A948-B1C0-49BE3AEE8DB3}" type="pres">
      <dgm:prSet presAssocID="{B9156847-BDC8-974C-8A88-53C10AF55A88}" presName="composite" presStyleCnt="0"/>
      <dgm:spPr/>
    </dgm:pt>
    <dgm:pt modelId="{7D905D18-3911-1A46-8BFA-2D32DBE9768E}" type="pres">
      <dgm:prSet presAssocID="{B9156847-BDC8-974C-8A88-53C10AF55A88}" presName="imgShp" presStyleLbl="fgImgPlace1" presStyleIdx="3" presStyleCnt="5" custLinFactNeighborX="-48902"/>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a:solidFill>
            <a:schemeClr val="tx1"/>
          </a:solidFill>
        </a:ln>
      </dgm:spPr>
      <dgm:extLst>
        <a:ext uri="{E40237B7-FDA0-4F09-8148-C483321AD2D9}">
          <dgm14:cNvPr xmlns:dgm14="http://schemas.microsoft.com/office/drawing/2010/diagram" id="0" name="" descr="Pie chart with solid fill"/>
        </a:ext>
      </dgm:extLst>
    </dgm:pt>
    <dgm:pt modelId="{C32C52F3-72F1-6F4C-A7B1-82D460AC460B}" type="pres">
      <dgm:prSet presAssocID="{B9156847-BDC8-974C-8A88-53C10AF55A88}" presName="txShp" presStyleLbl="node1" presStyleIdx="3" presStyleCnt="5">
        <dgm:presLayoutVars>
          <dgm:bulletEnabled val="1"/>
        </dgm:presLayoutVars>
      </dgm:prSet>
      <dgm:spPr/>
    </dgm:pt>
    <dgm:pt modelId="{CB643E26-5759-8045-945F-C18166C9E153}" type="pres">
      <dgm:prSet presAssocID="{16EAC929-CCD8-454F-B998-5A8349230594}" presName="spacing" presStyleCnt="0"/>
      <dgm:spPr/>
    </dgm:pt>
    <dgm:pt modelId="{4E4B7E96-E4E5-8742-B930-0603CB40FC5D}" type="pres">
      <dgm:prSet presAssocID="{C02A1249-3862-5947-BE94-5B97E5337005}" presName="composite" presStyleCnt="0"/>
      <dgm:spPr/>
    </dgm:pt>
    <dgm:pt modelId="{87441F7E-D4C3-464B-9A5C-387B6BE8BD09}" type="pres">
      <dgm:prSet presAssocID="{C02A1249-3862-5947-BE94-5B97E5337005}" presName="imgShp" presStyleLbl="fgImgPlace1" presStyleIdx="4" presStyleCnt="5" custLinFactNeighborX="-48902"/>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a:solidFill>
            <a:schemeClr val="tx1"/>
          </a:solidFill>
        </a:ln>
      </dgm:spPr>
      <dgm:extLst>
        <a:ext uri="{E40237B7-FDA0-4F09-8148-C483321AD2D9}">
          <dgm14:cNvPr xmlns:dgm14="http://schemas.microsoft.com/office/drawing/2010/diagram" id="0" name="" descr="Connections with solid fill"/>
        </a:ext>
      </dgm:extLst>
    </dgm:pt>
    <dgm:pt modelId="{0A575F73-3D9C-D042-8EBE-F555C7588D55}" type="pres">
      <dgm:prSet presAssocID="{C02A1249-3862-5947-BE94-5B97E5337005}" presName="txShp" presStyleLbl="node1" presStyleIdx="4" presStyleCnt="5">
        <dgm:presLayoutVars>
          <dgm:bulletEnabled val="1"/>
        </dgm:presLayoutVars>
      </dgm:prSet>
      <dgm:spPr/>
    </dgm:pt>
  </dgm:ptLst>
  <dgm:cxnLst>
    <dgm:cxn modelId="{1735F000-3B2A-1F4D-A2EF-45327A852B64}" type="presOf" srcId="{C02A1249-3862-5947-BE94-5B97E5337005}" destId="{0A575F73-3D9C-D042-8EBE-F555C7588D55}" srcOrd="0" destOrd="0" presId="urn:microsoft.com/office/officeart/2005/8/layout/vList3"/>
    <dgm:cxn modelId="{7FB34B08-E56E-5943-B934-0A4D49910F39}" srcId="{C3FF16D6-0798-2844-A76F-4E2CE198358B}" destId="{29D94BE6-5E14-FF4D-A2ED-7682433D557B}" srcOrd="1" destOrd="0" parTransId="{6226F327-39C8-1849-AC2E-F9418E9D24E9}" sibTransId="{B084F9A1-D7ED-6746-8642-C392513AD50C}"/>
    <dgm:cxn modelId="{7FBC795D-EEAD-AF43-B961-3DA3B8AF8495}" srcId="{C3FF16D6-0798-2844-A76F-4E2CE198358B}" destId="{30A8C653-B9BA-C148-8FC7-8C1439DED337}" srcOrd="0" destOrd="0" parTransId="{41A15C95-469A-DD4F-8D56-233A26633020}" sibTransId="{2A9F2F25-96D3-3643-9376-DDC83B7096B3}"/>
    <dgm:cxn modelId="{81E31B62-A00E-6A45-A31B-58DC65898428}" type="presOf" srcId="{B9156847-BDC8-974C-8A88-53C10AF55A88}" destId="{C32C52F3-72F1-6F4C-A7B1-82D460AC460B}" srcOrd="0" destOrd="0" presId="urn:microsoft.com/office/officeart/2005/8/layout/vList3"/>
    <dgm:cxn modelId="{F40A4255-E3C3-394A-AA9C-15382C09B3DF}" srcId="{C3FF16D6-0798-2844-A76F-4E2CE198358B}" destId="{9B9BFFA7-36B0-E34C-80AF-79B6CE799E0F}" srcOrd="2" destOrd="0" parTransId="{66F5A722-9B86-A548-998D-0A0EC4FF7BDE}" sibTransId="{D0689E10-96E2-204D-BD2A-00DA15127D25}"/>
    <dgm:cxn modelId="{B89FDB75-F0B8-7542-AB12-5DAC141F2E0F}" srcId="{C3FF16D6-0798-2844-A76F-4E2CE198358B}" destId="{B9156847-BDC8-974C-8A88-53C10AF55A88}" srcOrd="3" destOrd="0" parTransId="{751FA426-E102-564C-9ABF-A75181493127}" sibTransId="{16EAC929-CCD8-454F-B998-5A8349230594}"/>
    <dgm:cxn modelId="{3DEFE09A-F2C4-AC48-A2AD-6437DA2A3A60}" type="presOf" srcId="{30A8C653-B9BA-C148-8FC7-8C1439DED337}" destId="{E374BB5F-E30A-1940-B812-867920A22506}" srcOrd="0" destOrd="0" presId="urn:microsoft.com/office/officeart/2005/8/layout/vList3"/>
    <dgm:cxn modelId="{9F75BFB3-8260-4144-91B7-42DA0245D156}" type="presOf" srcId="{C3FF16D6-0798-2844-A76F-4E2CE198358B}" destId="{609199A3-814C-4849-86EB-D13A1C8E3986}" srcOrd="0" destOrd="0" presId="urn:microsoft.com/office/officeart/2005/8/layout/vList3"/>
    <dgm:cxn modelId="{079426C1-EB8F-F742-AE97-A246A7867259}" srcId="{C3FF16D6-0798-2844-A76F-4E2CE198358B}" destId="{C02A1249-3862-5947-BE94-5B97E5337005}" srcOrd="4" destOrd="0" parTransId="{BE8EFD5F-5843-124C-B435-BD535753897B}" sibTransId="{EB7B1387-6112-484B-93F9-686C92B4CDD3}"/>
    <dgm:cxn modelId="{3EFE5FD3-8F48-0B4A-B48E-0E5EA48F845B}" type="presOf" srcId="{29D94BE6-5E14-FF4D-A2ED-7682433D557B}" destId="{00302D8A-A7F6-BD48-A640-2F23C6AE0F13}" srcOrd="0" destOrd="0" presId="urn:microsoft.com/office/officeart/2005/8/layout/vList3"/>
    <dgm:cxn modelId="{ACAF42D9-ADDA-8644-995B-5E8D1926F52D}" type="presOf" srcId="{9B9BFFA7-36B0-E34C-80AF-79B6CE799E0F}" destId="{59536076-A598-6E4E-824D-7AE0D2462484}" srcOrd="0" destOrd="0" presId="urn:microsoft.com/office/officeart/2005/8/layout/vList3"/>
    <dgm:cxn modelId="{FD05E1F9-CD2F-454E-8838-5B888B8D3B83}" type="presParOf" srcId="{609199A3-814C-4849-86EB-D13A1C8E3986}" destId="{3F152C1C-4007-A34C-895F-EA00CB66F02B}" srcOrd="0" destOrd="0" presId="urn:microsoft.com/office/officeart/2005/8/layout/vList3"/>
    <dgm:cxn modelId="{C4E38AD2-4B7E-FD4A-8DAD-4DF5B0403442}" type="presParOf" srcId="{3F152C1C-4007-A34C-895F-EA00CB66F02B}" destId="{DD36B553-7B9D-A349-A862-8D285F3FE80F}" srcOrd="0" destOrd="0" presId="urn:microsoft.com/office/officeart/2005/8/layout/vList3"/>
    <dgm:cxn modelId="{4578AE76-BC37-104B-9319-28B2CB3ADCA2}" type="presParOf" srcId="{3F152C1C-4007-A34C-895F-EA00CB66F02B}" destId="{E374BB5F-E30A-1940-B812-867920A22506}" srcOrd="1" destOrd="0" presId="urn:microsoft.com/office/officeart/2005/8/layout/vList3"/>
    <dgm:cxn modelId="{FC32C46D-1480-5845-8998-EB4C67B6BAD3}" type="presParOf" srcId="{609199A3-814C-4849-86EB-D13A1C8E3986}" destId="{77F49A80-1BF3-4341-9397-93DC9E7BC4F1}" srcOrd="1" destOrd="0" presId="urn:microsoft.com/office/officeart/2005/8/layout/vList3"/>
    <dgm:cxn modelId="{3DD42576-4D0C-5340-B5E7-F154100E5D63}" type="presParOf" srcId="{609199A3-814C-4849-86EB-D13A1C8E3986}" destId="{7E71C819-EBCF-4440-97E5-52B10492641E}" srcOrd="2" destOrd="0" presId="urn:microsoft.com/office/officeart/2005/8/layout/vList3"/>
    <dgm:cxn modelId="{0281792C-F598-6D47-8D47-A748529EFD11}" type="presParOf" srcId="{7E71C819-EBCF-4440-97E5-52B10492641E}" destId="{FF2920AC-4AF6-9E44-B3D0-C87B11463126}" srcOrd="0" destOrd="0" presId="urn:microsoft.com/office/officeart/2005/8/layout/vList3"/>
    <dgm:cxn modelId="{BE8CED22-1C4E-FE49-A20E-E6CA31CEE6EE}" type="presParOf" srcId="{7E71C819-EBCF-4440-97E5-52B10492641E}" destId="{00302D8A-A7F6-BD48-A640-2F23C6AE0F13}" srcOrd="1" destOrd="0" presId="urn:microsoft.com/office/officeart/2005/8/layout/vList3"/>
    <dgm:cxn modelId="{ABA0AEA5-A342-DB4A-8C94-C10586EE301B}" type="presParOf" srcId="{609199A3-814C-4849-86EB-D13A1C8E3986}" destId="{2709C17C-8291-FF42-B712-C7B1C2D0DEE0}" srcOrd="3" destOrd="0" presId="urn:microsoft.com/office/officeart/2005/8/layout/vList3"/>
    <dgm:cxn modelId="{C8CA3FAB-8D58-E148-89C5-26D612D04F66}" type="presParOf" srcId="{609199A3-814C-4849-86EB-D13A1C8E3986}" destId="{D38F44F0-8A4F-4141-BCCB-1FE1B8B6DD2B}" srcOrd="4" destOrd="0" presId="urn:microsoft.com/office/officeart/2005/8/layout/vList3"/>
    <dgm:cxn modelId="{7BEED8BB-B6ED-5243-A76F-88D2705C9B2C}" type="presParOf" srcId="{D38F44F0-8A4F-4141-BCCB-1FE1B8B6DD2B}" destId="{BBD9D660-A2D7-7047-8724-EDC3067B25B7}" srcOrd="0" destOrd="0" presId="urn:microsoft.com/office/officeart/2005/8/layout/vList3"/>
    <dgm:cxn modelId="{F3F8073D-E1C9-DD48-B79F-81DD4C1A9EC7}" type="presParOf" srcId="{D38F44F0-8A4F-4141-BCCB-1FE1B8B6DD2B}" destId="{59536076-A598-6E4E-824D-7AE0D2462484}" srcOrd="1" destOrd="0" presId="urn:microsoft.com/office/officeart/2005/8/layout/vList3"/>
    <dgm:cxn modelId="{47B6E91D-0D3C-1E40-A3C6-D7E39002CBDA}" type="presParOf" srcId="{609199A3-814C-4849-86EB-D13A1C8E3986}" destId="{83B489A8-225B-6649-AF26-F27570880EA4}" srcOrd="5" destOrd="0" presId="urn:microsoft.com/office/officeart/2005/8/layout/vList3"/>
    <dgm:cxn modelId="{F99998CD-01F3-E34A-89D8-D6287C48DEBC}" type="presParOf" srcId="{609199A3-814C-4849-86EB-D13A1C8E3986}" destId="{BC618AA4-C01A-A948-B1C0-49BE3AEE8DB3}" srcOrd="6" destOrd="0" presId="urn:microsoft.com/office/officeart/2005/8/layout/vList3"/>
    <dgm:cxn modelId="{B4EB92D7-7DF4-9241-8549-A13904ED0879}" type="presParOf" srcId="{BC618AA4-C01A-A948-B1C0-49BE3AEE8DB3}" destId="{7D905D18-3911-1A46-8BFA-2D32DBE9768E}" srcOrd="0" destOrd="0" presId="urn:microsoft.com/office/officeart/2005/8/layout/vList3"/>
    <dgm:cxn modelId="{D70D4404-5C0A-5845-877A-90BC7C7D16E5}" type="presParOf" srcId="{BC618AA4-C01A-A948-B1C0-49BE3AEE8DB3}" destId="{C32C52F3-72F1-6F4C-A7B1-82D460AC460B}" srcOrd="1" destOrd="0" presId="urn:microsoft.com/office/officeart/2005/8/layout/vList3"/>
    <dgm:cxn modelId="{1A9B7171-73E3-754A-8A1D-082B73DDD484}" type="presParOf" srcId="{609199A3-814C-4849-86EB-D13A1C8E3986}" destId="{CB643E26-5759-8045-945F-C18166C9E153}" srcOrd="7" destOrd="0" presId="urn:microsoft.com/office/officeart/2005/8/layout/vList3"/>
    <dgm:cxn modelId="{59FEC0C2-EEA5-014C-9F31-4C4E8835303A}" type="presParOf" srcId="{609199A3-814C-4849-86EB-D13A1C8E3986}" destId="{4E4B7E96-E4E5-8742-B930-0603CB40FC5D}" srcOrd="8" destOrd="0" presId="urn:microsoft.com/office/officeart/2005/8/layout/vList3"/>
    <dgm:cxn modelId="{AC863954-D54B-664B-893B-5D1C088FA4FF}" type="presParOf" srcId="{4E4B7E96-E4E5-8742-B930-0603CB40FC5D}" destId="{87441F7E-D4C3-464B-9A5C-387B6BE8BD09}" srcOrd="0" destOrd="0" presId="urn:microsoft.com/office/officeart/2005/8/layout/vList3"/>
    <dgm:cxn modelId="{57EB81EC-7766-4A42-9446-E81163AE1880}" type="presParOf" srcId="{4E4B7E96-E4E5-8742-B930-0603CB40FC5D}" destId="{0A575F73-3D9C-D042-8EBE-F555C7588D55}"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5360E8-C31E-DB4A-BDEA-6B7FB4A4E096}" type="doc">
      <dgm:prSet loTypeId="urn:microsoft.com/office/officeart/2005/8/layout/vList3" loCatId="list" qsTypeId="urn:microsoft.com/office/officeart/2005/8/quickstyle/simple1#5" qsCatId="simple" csTypeId="urn:microsoft.com/office/officeart/2005/8/colors/accent6_3#1" csCatId="accent6" phldr="1"/>
      <dgm:spPr/>
      <dgm:t>
        <a:bodyPr/>
        <a:lstStyle/>
        <a:p>
          <a:endParaRPr lang="en-US"/>
        </a:p>
      </dgm:t>
    </dgm:pt>
    <dgm:pt modelId="{9DFF030B-0499-0645-8A73-96F094D3433E}">
      <dgm:prSet custT="1"/>
      <dgm:spPr>
        <a:ln w="38100">
          <a:solidFill>
            <a:schemeClr val="tx1"/>
          </a:solidFill>
        </a:ln>
      </dgm:spPr>
      <dgm:t>
        <a:bodyPr lIns="91440" rIns="91440"/>
        <a:lstStyle/>
        <a:p>
          <a:r>
            <a:rPr lang="en-US" sz="1800" b="0" i="0" dirty="0"/>
            <a:t>OCI supports enterprise cloud and AI workloads as part of the broader Oracle portfolio.</a:t>
          </a:r>
          <a:endParaRPr lang="en-US" sz="1800" dirty="0"/>
        </a:p>
      </dgm:t>
    </dgm:pt>
    <dgm:pt modelId="{F910A658-1C8B-FD4B-89E1-C8BD45E3170F}" type="parTrans" cxnId="{47E98561-E543-5249-9AFB-18426EB9471B}">
      <dgm:prSet/>
      <dgm:spPr/>
      <dgm:t>
        <a:bodyPr/>
        <a:lstStyle/>
        <a:p>
          <a:endParaRPr lang="en-US" sz="1800"/>
        </a:p>
      </dgm:t>
    </dgm:pt>
    <dgm:pt modelId="{8D1A17DD-10B8-8B42-9538-7D8792BB7173}" type="sibTrans" cxnId="{47E98561-E543-5249-9AFB-18426EB9471B}">
      <dgm:prSet/>
      <dgm:spPr/>
      <dgm:t>
        <a:bodyPr/>
        <a:lstStyle/>
        <a:p>
          <a:endParaRPr lang="en-US" sz="1800"/>
        </a:p>
      </dgm:t>
    </dgm:pt>
    <dgm:pt modelId="{A312E03D-62CE-FE41-AD54-CA56F7440000}">
      <dgm:prSet custT="1"/>
      <dgm:spPr>
        <a:ln w="38100">
          <a:solidFill>
            <a:schemeClr val="tx1"/>
          </a:solidFill>
        </a:ln>
      </dgm:spPr>
      <dgm:t>
        <a:bodyPr lIns="91440" rIns="91440"/>
        <a:lstStyle/>
        <a:p>
          <a:r>
            <a:rPr lang="en-US" sz="1800" b="0" i="0" dirty="0"/>
            <a:t>Fusion Agentic Applications bring AI into business workflows.</a:t>
          </a:r>
          <a:endParaRPr lang="en-US" sz="1800" dirty="0"/>
        </a:p>
      </dgm:t>
    </dgm:pt>
    <dgm:pt modelId="{1ABD7407-3C82-3D4F-8955-0275D4B1693A}" type="parTrans" cxnId="{F9439C4E-1C18-244C-B75C-342394BCFE82}">
      <dgm:prSet/>
      <dgm:spPr/>
      <dgm:t>
        <a:bodyPr/>
        <a:lstStyle/>
        <a:p>
          <a:endParaRPr lang="en-US" sz="1800"/>
        </a:p>
      </dgm:t>
    </dgm:pt>
    <dgm:pt modelId="{9438DBC1-97DC-3F43-8ECC-A239B918D5CB}" type="sibTrans" cxnId="{F9439C4E-1C18-244C-B75C-342394BCFE82}">
      <dgm:prSet/>
      <dgm:spPr/>
      <dgm:t>
        <a:bodyPr/>
        <a:lstStyle/>
        <a:p>
          <a:endParaRPr lang="en-US" sz="1800"/>
        </a:p>
      </dgm:t>
    </dgm:pt>
    <dgm:pt modelId="{328CF33B-849C-DF46-B851-E2A79440E679}">
      <dgm:prSet custT="1"/>
      <dgm:spPr>
        <a:ln w="38100">
          <a:solidFill>
            <a:schemeClr val="tx1"/>
          </a:solidFill>
        </a:ln>
      </dgm:spPr>
      <dgm:t>
        <a:bodyPr lIns="91440" rIns="91440"/>
        <a:lstStyle/>
        <a:p>
          <a:r>
            <a:rPr lang="en-US" sz="1800" b="0" i="0" dirty="0"/>
            <a:t>Fusion AI Agent Studio helps shape agents around business outcomes.</a:t>
          </a:r>
          <a:endParaRPr lang="en-US" sz="1800" dirty="0"/>
        </a:p>
      </dgm:t>
    </dgm:pt>
    <dgm:pt modelId="{812F3BD3-90A8-7B4E-A96B-6BE6DE0BEE19}" type="parTrans" cxnId="{FB898C73-52A4-B947-8D71-D8C241275372}">
      <dgm:prSet/>
      <dgm:spPr/>
      <dgm:t>
        <a:bodyPr/>
        <a:lstStyle/>
        <a:p>
          <a:endParaRPr lang="en-US" sz="1800"/>
        </a:p>
      </dgm:t>
    </dgm:pt>
    <dgm:pt modelId="{78E56782-210D-DB4A-ABFB-99AA15D01EF0}" type="sibTrans" cxnId="{FB898C73-52A4-B947-8D71-D8C241275372}">
      <dgm:prSet/>
      <dgm:spPr/>
      <dgm:t>
        <a:bodyPr/>
        <a:lstStyle/>
        <a:p>
          <a:endParaRPr lang="en-US" sz="1800"/>
        </a:p>
      </dgm:t>
    </dgm:pt>
    <dgm:pt modelId="{AECB925E-AE1E-CF48-9064-1398B69DB5EF}">
      <dgm:prSet custT="1"/>
      <dgm:spPr>
        <a:ln w="38100">
          <a:solidFill>
            <a:schemeClr val="tx1"/>
          </a:solidFill>
        </a:ln>
      </dgm:spPr>
      <dgm:t>
        <a:bodyPr lIns="91440" rIns="91440"/>
        <a:lstStyle/>
        <a:p>
          <a:r>
            <a:rPr lang="en-US" sz="1800" b="0" i="0" dirty="0"/>
            <a:t>OCI AI Advantage and AI Success Navigator support planning, adoption, and value realization.</a:t>
          </a:r>
          <a:endParaRPr lang="en-US" sz="1800" dirty="0"/>
        </a:p>
      </dgm:t>
    </dgm:pt>
    <dgm:pt modelId="{D38280C0-BDEB-4748-AA33-0A95F6DD1FE1}" type="parTrans" cxnId="{D3AB7679-C62D-6740-AF5E-3B8BE4DC76C4}">
      <dgm:prSet/>
      <dgm:spPr/>
      <dgm:t>
        <a:bodyPr/>
        <a:lstStyle/>
        <a:p>
          <a:endParaRPr lang="en-US" sz="1800"/>
        </a:p>
      </dgm:t>
    </dgm:pt>
    <dgm:pt modelId="{AC578D38-71C4-8848-A969-7F246D184242}" type="sibTrans" cxnId="{D3AB7679-C62D-6740-AF5E-3B8BE4DC76C4}">
      <dgm:prSet/>
      <dgm:spPr/>
      <dgm:t>
        <a:bodyPr/>
        <a:lstStyle/>
        <a:p>
          <a:endParaRPr lang="en-US" sz="1800"/>
        </a:p>
      </dgm:t>
    </dgm:pt>
    <dgm:pt modelId="{110121FC-15A6-FF47-829A-AAF521B58DAB}">
      <dgm:prSet custT="1"/>
      <dgm:spPr>
        <a:ln w="38100">
          <a:solidFill>
            <a:schemeClr val="tx1"/>
          </a:solidFill>
        </a:ln>
      </dgm:spPr>
      <dgm:t>
        <a:bodyPr lIns="91440" rIns="91440"/>
        <a:lstStyle/>
        <a:p>
          <a:r>
            <a:rPr lang="en-US" sz="1800" b="0" i="0" dirty="0"/>
            <a:t>Human accountability remains central to trustworthy AI.</a:t>
          </a:r>
          <a:endParaRPr lang="en-US" sz="1800" dirty="0"/>
        </a:p>
      </dgm:t>
    </dgm:pt>
    <dgm:pt modelId="{19F47021-C24D-F14C-A492-2DA28A14A51C}" type="parTrans" cxnId="{4CBD93C4-53E3-3342-B4F0-396DB15C2A68}">
      <dgm:prSet/>
      <dgm:spPr/>
      <dgm:t>
        <a:bodyPr/>
        <a:lstStyle/>
        <a:p>
          <a:endParaRPr lang="en-US" sz="1800"/>
        </a:p>
      </dgm:t>
    </dgm:pt>
    <dgm:pt modelId="{71BAC2AC-FB2A-A741-AEF7-F316C8033BFD}" type="sibTrans" cxnId="{4CBD93C4-53E3-3342-B4F0-396DB15C2A68}">
      <dgm:prSet/>
      <dgm:spPr/>
      <dgm:t>
        <a:bodyPr/>
        <a:lstStyle/>
        <a:p>
          <a:endParaRPr lang="en-US" sz="1800"/>
        </a:p>
      </dgm:t>
    </dgm:pt>
    <dgm:pt modelId="{6BE5916F-58D0-1845-9FD1-2CD6B2203415}" type="pres">
      <dgm:prSet presAssocID="{415360E8-C31E-DB4A-BDEA-6B7FB4A4E096}" presName="linearFlow" presStyleCnt="0">
        <dgm:presLayoutVars>
          <dgm:dir/>
          <dgm:resizeHandles val="exact"/>
        </dgm:presLayoutVars>
      </dgm:prSet>
      <dgm:spPr/>
    </dgm:pt>
    <dgm:pt modelId="{AFAC8C14-BDD2-134C-B9B3-0FFDD53B5512}" type="pres">
      <dgm:prSet presAssocID="{9DFF030B-0499-0645-8A73-96F094D3433E}" presName="composite" presStyleCnt="0"/>
      <dgm:spPr/>
    </dgm:pt>
    <dgm:pt modelId="{EA8C5E5A-F94D-984B-BF42-0D3D5CA8CC86}" type="pres">
      <dgm:prSet presAssocID="{9DFF030B-0499-0645-8A73-96F094D3433E}" presName="imgShp" presStyleLbl="fgImgPlace1" presStyleIdx="0" presStyleCnt="5" custLinFactNeighborX="-4890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a:solidFill>
            <a:schemeClr val="tx1"/>
          </a:solidFill>
        </a:ln>
      </dgm:spPr>
      <dgm:extLst>
        <a:ext uri="{E40237B7-FDA0-4F09-8148-C483321AD2D9}">
          <dgm14:cNvPr xmlns:dgm14="http://schemas.microsoft.com/office/drawing/2010/diagram" id="0" name="" descr="Syncing cloud with solid fill"/>
        </a:ext>
      </dgm:extLst>
    </dgm:pt>
    <dgm:pt modelId="{B27C7DF9-3F4C-614B-9037-B5E09EB5E7B4}" type="pres">
      <dgm:prSet presAssocID="{9DFF030B-0499-0645-8A73-96F094D3433E}" presName="txShp" presStyleLbl="node1" presStyleIdx="0" presStyleCnt="5" custLinFactNeighborX="144">
        <dgm:presLayoutVars>
          <dgm:bulletEnabled val="1"/>
        </dgm:presLayoutVars>
      </dgm:prSet>
      <dgm:spPr/>
    </dgm:pt>
    <dgm:pt modelId="{70CC6635-C547-B84B-978F-EB7477C29093}" type="pres">
      <dgm:prSet presAssocID="{8D1A17DD-10B8-8B42-9538-7D8792BB7173}" presName="spacing" presStyleCnt="0"/>
      <dgm:spPr/>
    </dgm:pt>
    <dgm:pt modelId="{0066C410-1C52-4C44-A13F-AA8763072B51}" type="pres">
      <dgm:prSet presAssocID="{A312E03D-62CE-FE41-AD54-CA56F7440000}" presName="composite" presStyleCnt="0"/>
      <dgm:spPr/>
    </dgm:pt>
    <dgm:pt modelId="{19AA5F25-4EB7-AE44-941F-D2090D19745B}" type="pres">
      <dgm:prSet presAssocID="{A312E03D-62CE-FE41-AD54-CA56F7440000}" presName="imgShp" presStyleLbl="fgImgPlace1" presStyleIdx="1" presStyleCnt="5" custLinFactNeighborX="-4890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a:solidFill>
            <a:schemeClr val="tx1"/>
          </a:solidFill>
        </a:ln>
      </dgm:spPr>
      <dgm:extLst>
        <a:ext uri="{E40237B7-FDA0-4F09-8148-C483321AD2D9}">
          <dgm14:cNvPr xmlns:dgm14="http://schemas.microsoft.com/office/drawing/2010/diagram" id="0" name="" descr="Atom with solid fill"/>
        </a:ext>
      </dgm:extLst>
    </dgm:pt>
    <dgm:pt modelId="{B3D7B32E-0222-6E43-817B-267D59E34223}" type="pres">
      <dgm:prSet presAssocID="{A312E03D-62CE-FE41-AD54-CA56F7440000}" presName="txShp" presStyleLbl="node1" presStyleIdx="1" presStyleCnt="5" custLinFactNeighborX="144">
        <dgm:presLayoutVars>
          <dgm:bulletEnabled val="1"/>
        </dgm:presLayoutVars>
      </dgm:prSet>
      <dgm:spPr/>
    </dgm:pt>
    <dgm:pt modelId="{0CA23A52-E237-8042-B2DC-0699CDE2BAE1}" type="pres">
      <dgm:prSet presAssocID="{9438DBC1-97DC-3F43-8ECC-A239B918D5CB}" presName="spacing" presStyleCnt="0"/>
      <dgm:spPr/>
    </dgm:pt>
    <dgm:pt modelId="{BBB33CE3-9879-9643-91A5-13683D6678A0}" type="pres">
      <dgm:prSet presAssocID="{328CF33B-849C-DF46-B851-E2A79440E679}" presName="composite" presStyleCnt="0"/>
      <dgm:spPr/>
    </dgm:pt>
    <dgm:pt modelId="{F21876F5-F74B-8A41-8A19-5C89A3D5F4BB}" type="pres">
      <dgm:prSet presAssocID="{328CF33B-849C-DF46-B851-E2A79440E679}" presName="imgShp" presStyleLbl="fgImgPlace1" presStyleIdx="2" presStyleCnt="5" custLinFactNeighborX="-4890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a:solidFill>
            <a:schemeClr val="tx1"/>
          </a:solidFill>
        </a:ln>
      </dgm:spPr>
      <dgm:extLst>
        <a:ext uri="{E40237B7-FDA0-4F09-8148-C483321AD2D9}">
          <dgm14:cNvPr xmlns:dgm14="http://schemas.microsoft.com/office/drawing/2010/diagram" id="0" name="" descr="Architecture with solid fill"/>
        </a:ext>
      </dgm:extLst>
    </dgm:pt>
    <dgm:pt modelId="{D30AFCCF-321C-5544-8FCE-D533B6DE55A6}" type="pres">
      <dgm:prSet presAssocID="{328CF33B-849C-DF46-B851-E2A79440E679}" presName="txShp" presStyleLbl="node1" presStyleIdx="2" presStyleCnt="5" custLinFactNeighborX="144">
        <dgm:presLayoutVars>
          <dgm:bulletEnabled val="1"/>
        </dgm:presLayoutVars>
      </dgm:prSet>
      <dgm:spPr/>
    </dgm:pt>
    <dgm:pt modelId="{4786461E-57A9-5D40-A711-43BA79B61713}" type="pres">
      <dgm:prSet presAssocID="{78E56782-210D-DB4A-ABFB-99AA15D01EF0}" presName="spacing" presStyleCnt="0"/>
      <dgm:spPr/>
    </dgm:pt>
    <dgm:pt modelId="{71BB1ADE-861D-B241-BB99-E90FC7686CFF}" type="pres">
      <dgm:prSet presAssocID="{AECB925E-AE1E-CF48-9064-1398B69DB5EF}" presName="composite" presStyleCnt="0"/>
      <dgm:spPr/>
    </dgm:pt>
    <dgm:pt modelId="{C137C5B9-C5F9-7548-9D4E-C2A3B4B64BC2}" type="pres">
      <dgm:prSet presAssocID="{AECB925E-AE1E-CF48-9064-1398B69DB5EF}" presName="imgShp" presStyleLbl="fgImgPlace1" presStyleIdx="3" presStyleCnt="5" custLinFactNeighborX="-48902"/>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a:solidFill>
            <a:schemeClr val="tx1"/>
          </a:solidFill>
        </a:ln>
      </dgm:spPr>
      <dgm:extLst>
        <a:ext uri="{E40237B7-FDA0-4F09-8148-C483321AD2D9}">
          <dgm14:cNvPr xmlns:dgm14="http://schemas.microsoft.com/office/drawing/2010/diagram" id="0" name="" descr="Money with solid fill"/>
        </a:ext>
      </dgm:extLst>
    </dgm:pt>
    <dgm:pt modelId="{19D8913B-C710-3C48-8EFF-3503121725DB}" type="pres">
      <dgm:prSet presAssocID="{AECB925E-AE1E-CF48-9064-1398B69DB5EF}" presName="txShp" presStyleLbl="node1" presStyleIdx="3" presStyleCnt="5" custLinFactNeighborX="144">
        <dgm:presLayoutVars>
          <dgm:bulletEnabled val="1"/>
        </dgm:presLayoutVars>
      </dgm:prSet>
      <dgm:spPr/>
    </dgm:pt>
    <dgm:pt modelId="{C07AC9A6-CBEF-5A4E-A268-1B1DC33081FD}" type="pres">
      <dgm:prSet presAssocID="{AC578D38-71C4-8848-A969-7F246D184242}" presName="spacing" presStyleCnt="0"/>
      <dgm:spPr/>
    </dgm:pt>
    <dgm:pt modelId="{7F99591F-9C3F-DB40-B47E-6D0E1D3548C3}" type="pres">
      <dgm:prSet presAssocID="{110121FC-15A6-FF47-829A-AAF521B58DAB}" presName="composite" presStyleCnt="0"/>
      <dgm:spPr/>
    </dgm:pt>
    <dgm:pt modelId="{DB0EC927-328D-EC49-983A-F38423C5203A}" type="pres">
      <dgm:prSet presAssocID="{110121FC-15A6-FF47-829A-AAF521B58DAB}" presName="imgShp" presStyleLbl="fgImgPlace1" presStyleIdx="4" presStyleCnt="5" custLinFactNeighborX="-48902"/>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a:solidFill>
            <a:schemeClr val="tx1"/>
          </a:solidFill>
        </a:ln>
      </dgm:spPr>
      <dgm:extLst>
        <a:ext uri="{E40237B7-FDA0-4F09-8148-C483321AD2D9}">
          <dgm14:cNvPr xmlns:dgm14="http://schemas.microsoft.com/office/drawing/2010/diagram" id="0" name="" descr="Confused person with solid fill"/>
        </a:ext>
      </dgm:extLst>
    </dgm:pt>
    <dgm:pt modelId="{FEAF8FBB-9A0C-1E4A-BA95-55192F316B40}" type="pres">
      <dgm:prSet presAssocID="{110121FC-15A6-FF47-829A-AAF521B58DAB}" presName="txShp" presStyleLbl="node1" presStyleIdx="4" presStyleCnt="5" custLinFactNeighborX="144">
        <dgm:presLayoutVars>
          <dgm:bulletEnabled val="1"/>
        </dgm:presLayoutVars>
      </dgm:prSet>
      <dgm:spPr/>
    </dgm:pt>
  </dgm:ptLst>
  <dgm:cxnLst>
    <dgm:cxn modelId="{91FEE80A-05CD-4548-8B3D-71C9E03C24A9}" type="presOf" srcId="{9DFF030B-0499-0645-8A73-96F094D3433E}" destId="{B27C7DF9-3F4C-614B-9037-B5E09EB5E7B4}" srcOrd="0" destOrd="0" presId="urn:microsoft.com/office/officeart/2005/8/layout/vList3"/>
    <dgm:cxn modelId="{47E98561-E543-5249-9AFB-18426EB9471B}" srcId="{415360E8-C31E-DB4A-BDEA-6B7FB4A4E096}" destId="{9DFF030B-0499-0645-8A73-96F094D3433E}" srcOrd="0" destOrd="0" parTransId="{F910A658-1C8B-FD4B-89E1-C8BD45E3170F}" sibTransId="{8D1A17DD-10B8-8B42-9538-7D8792BB7173}"/>
    <dgm:cxn modelId="{6E999C64-7CBD-BE4B-971E-B88CB19CE298}" type="presOf" srcId="{110121FC-15A6-FF47-829A-AAF521B58DAB}" destId="{FEAF8FBB-9A0C-1E4A-BA95-55192F316B40}" srcOrd="0" destOrd="0" presId="urn:microsoft.com/office/officeart/2005/8/layout/vList3"/>
    <dgm:cxn modelId="{F9439C4E-1C18-244C-B75C-342394BCFE82}" srcId="{415360E8-C31E-DB4A-BDEA-6B7FB4A4E096}" destId="{A312E03D-62CE-FE41-AD54-CA56F7440000}" srcOrd="1" destOrd="0" parTransId="{1ABD7407-3C82-3D4F-8955-0275D4B1693A}" sibTransId="{9438DBC1-97DC-3F43-8ECC-A239B918D5CB}"/>
    <dgm:cxn modelId="{FB898C73-52A4-B947-8D71-D8C241275372}" srcId="{415360E8-C31E-DB4A-BDEA-6B7FB4A4E096}" destId="{328CF33B-849C-DF46-B851-E2A79440E679}" srcOrd="2" destOrd="0" parTransId="{812F3BD3-90A8-7B4E-A96B-6BE6DE0BEE19}" sibTransId="{78E56782-210D-DB4A-ABFB-99AA15D01EF0}"/>
    <dgm:cxn modelId="{D3AB7679-C62D-6740-AF5E-3B8BE4DC76C4}" srcId="{415360E8-C31E-DB4A-BDEA-6B7FB4A4E096}" destId="{AECB925E-AE1E-CF48-9064-1398B69DB5EF}" srcOrd="3" destOrd="0" parTransId="{D38280C0-BDEB-4748-AA33-0A95F6DD1FE1}" sibTransId="{AC578D38-71C4-8848-A969-7F246D184242}"/>
    <dgm:cxn modelId="{670ADD95-1372-6447-AABC-1DC3A5455292}" type="presOf" srcId="{415360E8-C31E-DB4A-BDEA-6B7FB4A4E096}" destId="{6BE5916F-58D0-1845-9FD1-2CD6B2203415}" srcOrd="0" destOrd="0" presId="urn:microsoft.com/office/officeart/2005/8/layout/vList3"/>
    <dgm:cxn modelId="{1C307BA0-724A-734F-9EE7-850D05E50E5C}" type="presOf" srcId="{A312E03D-62CE-FE41-AD54-CA56F7440000}" destId="{B3D7B32E-0222-6E43-817B-267D59E34223}" srcOrd="0" destOrd="0" presId="urn:microsoft.com/office/officeart/2005/8/layout/vList3"/>
    <dgm:cxn modelId="{4CBD93C4-53E3-3342-B4F0-396DB15C2A68}" srcId="{415360E8-C31E-DB4A-BDEA-6B7FB4A4E096}" destId="{110121FC-15A6-FF47-829A-AAF521B58DAB}" srcOrd="4" destOrd="0" parTransId="{19F47021-C24D-F14C-A492-2DA28A14A51C}" sibTransId="{71BAC2AC-FB2A-A741-AEF7-F316C8033BFD}"/>
    <dgm:cxn modelId="{FD4A46EE-DA07-2A41-8325-5B6C7D880E0C}" type="presOf" srcId="{AECB925E-AE1E-CF48-9064-1398B69DB5EF}" destId="{19D8913B-C710-3C48-8EFF-3503121725DB}" srcOrd="0" destOrd="0" presId="urn:microsoft.com/office/officeart/2005/8/layout/vList3"/>
    <dgm:cxn modelId="{DE5709F0-034D-274F-8F71-D63F13D5D91B}" type="presOf" srcId="{328CF33B-849C-DF46-B851-E2A79440E679}" destId="{D30AFCCF-321C-5544-8FCE-D533B6DE55A6}" srcOrd="0" destOrd="0" presId="urn:microsoft.com/office/officeart/2005/8/layout/vList3"/>
    <dgm:cxn modelId="{A9C48D5B-AEC5-384B-AB28-05711A5D2856}" type="presParOf" srcId="{6BE5916F-58D0-1845-9FD1-2CD6B2203415}" destId="{AFAC8C14-BDD2-134C-B9B3-0FFDD53B5512}" srcOrd="0" destOrd="0" presId="urn:microsoft.com/office/officeart/2005/8/layout/vList3"/>
    <dgm:cxn modelId="{4DF5ABF2-9237-0040-8406-D7877FDF5BB8}" type="presParOf" srcId="{AFAC8C14-BDD2-134C-B9B3-0FFDD53B5512}" destId="{EA8C5E5A-F94D-984B-BF42-0D3D5CA8CC86}" srcOrd="0" destOrd="0" presId="urn:microsoft.com/office/officeart/2005/8/layout/vList3"/>
    <dgm:cxn modelId="{DB88BD75-0318-AA4B-9089-72D90560D022}" type="presParOf" srcId="{AFAC8C14-BDD2-134C-B9B3-0FFDD53B5512}" destId="{B27C7DF9-3F4C-614B-9037-B5E09EB5E7B4}" srcOrd="1" destOrd="0" presId="urn:microsoft.com/office/officeart/2005/8/layout/vList3"/>
    <dgm:cxn modelId="{0441B000-A952-544C-9093-56CD5A2D3C95}" type="presParOf" srcId="{6BE5916F-58D0-1845-9FD1-2CD6B2203415}" destId="{70CC6635-C547-B84B-978F-EB7477C29093}" srcOrd="1" destOrd="0" presId="urn:microsoft.com/office/officeart/2005/8/layout/vList3"/>
    <dgm:cxn modelId="{61315F25-630A-A943-8F61-9C3D80326FF9}" type="presParOf" srcId="{6BE5916F-58D0-1845-9FD1-2CD6B2203415}" destId="{0066C410-1C52-4C44-A13F-AA8763072B51}" srcOrd="2" destOrd="0" presId="urn:microsoft.com/office/officeart/2005/8/layout/vList3"/>
    <dgm:cxn modelId="{93D33B43-BE5B-DC41-9A03-76B7D65BA3B8}" type="presParOf" srcId="{0066C410-1C52-4C44-A13F-AA8763072B51}" destId="{19AA5F25-4EB7-AE44-941F-D2090D19745B}" srcOrd="0" destOrd="0" presId="urn:microsoft.com/office/officeart/2005/8/layout/vList3"/>
    <dgm:cxn modelId="{C55A6D90-806F-884D-A1B7-F85D87EA4297}" type="presParOf" srcId="{0066C410-1C52-4C44-A13F-AA8763072B51}" destId="{B3D7B32E-0222-6E43-817B-267D59E34223}" srcOrd="1" destOrd="0" presId="urn:microsoft.com/office/officeart/2005/8/layout/vList3"/>
    <dgm:cxn modelId="{285F44E4-91D8-534D-9B6A-1980D88DEB7E}" type="presParOf" srcId="{6BE5916F-58D0-1845-9FD1-2CD6B2203415}" destId="{0CA23A52-E237-8042-B2DC-0699CDE2BAE1}" srcOrd="3" destOrd="0" presId="urn:microsoft.com/office/officeart/2005/8/layout/vList3"/>
    <dgm:cxn modelId="{7D9CA202-F290-CD4E-AEA2-5098F1908155}" type="presParOf" srcId="{6BE5916F-58D0-1845-9FD1-2CD6B2203415}" destId="{BBB33CE3-9879-9643-91A5-13683D6678A0}" srcOrd="4" destOrd="0" presId="urn:microsoft.com/office/officeart/2005/8/layout/vList3"/>
    <dgm:cxn modelId="{78A476AA-44EF-C442-9609-F7C6E9237F92}" type="presParOf" srcId="{BBB33CE3-9879-9643-91A5-13683D6678A0}" destId="{F21876F5-F74B-8A41-8A19-5C89A3D5F4BB}" srcOrd="0" destOrd="0" presId="urn:microsoft.com/office/officeart/2005/8/layout/vList3"/>
    <dgm:cxn modelId="{0CED3CF8-DFB0-7F4D-B9B4-0B2650627C28}" type="presParOf" srcId="{BBB33CE3-9879-9643-91A5-13683D6678A0}" destId="{D30AFCCF-321C-5544-8FCE-D533B6DE55A6}" srcOrd="1" destOrd="0" presId="urn:microsoft.com/office/officeart/2005/8/layout/vList3"/>
    <dgm:cxn modelId="{62964E93-35E7-D342-AA35-3BAA937B3198}" type="presParOf" srcId="{6BE5916F-58D0-1845-9FD1-2CD6B2203415}" destId="{4786461E-57A9-5D40-A711-43BA79B61713}" srcOrd="5" destOrd="0" presId="urn:microsoft.com/office/officeart/2005/8/layout/vList3"/>
    <dgm:cxn modelId="{58331819-27B9-9E4D-8600-1C0074FB4B64}" type="presParOf" srcId="{6BE5916F-58D0-1845-9FD1-2CD6B2203415}" destId="{71BB1ADE-861D-B241-BB99-E90FC7686CFF}" srcOrd="6" destOrd="0" presId="urn:microsoft.com/office/officeart/2005/8/layout/vList3"/>
    <dgm:cxn modelId="{325D1F0D-B127-7B49-B722-7FDC1301A4A3}" type="presParOf" srcId="{71BB1ADE-861D-B241-BB99-E90FC7686CFF}" destId="{C137C5B9-C5F9-7548-9D4E-C2A3B4B64BC2}" srcOrd="0" destOrd="0" presId="urn:microsoft.com/office/officeart/2005/8/layout/vList3"/>
    <dgm:cxn modelId="{63D6D765-46A7-A747-9675-5B8E3883C370}" type="presParOf" srcId="{71BB1ADE-861D-B241-BB99-E90FC7686CFF}" destId="{19D8913B-C710-3C48-8EFF-3503121725DB}" srcOrd="1" destOrd="0" presId="urn:microsoft.com/office/officeart/2005/8/layout/vList3"/>
    <dgm:cxn modelId="{D99D6837-BBE8-2748-A0B7-46224B6F85CA}" type="presParOf" srcId="{6BE5916F-58D0-1845-9FD1-2CD6B2203415}" destId="{C07AC9A6-CBEF-5A4E-A268-1B1DC33081FD}" srcOrd="7" destOrd="0" presId="urn:microsoft.com/office/officeart/2005/8/layout/vList3"/>
    <dgm:cxn modelId="{A3ED6625-20EF-0746-B969-E4F4543AFEA3}" type="presParOf" srcId="{6BE5916F-58D0-1845-9FD1-2CD6B2203415}" destId="{7F99591F-9C3F-DB40-B47E-6D0E1D3548C3}" srcOrd="8" destOrd="0" presId="urn:microsoft.com/office/officeart/2005/8/layout/vList3"/>
    <dgm:cxn modelId="{8CDC6A21-084F-7E45-86B5-6D1F168BD8B9}" type="presParOf" srcId="{7F99591F-9C3F-DB40-B47E-6D0E1D3548C3}" destId="{DB0EC927-328D-EC49-983A-F38423C5203A}" srcOrd="0" destOrd="0" presId="urn:microsoft.com/office/officeart/2005/8/layout/vList3"/>
    <dgm:cxn modelId="{FC91BF73-567C-2444-A09F-11C0344EB6FD}" type="presParOf" srcId="{7F99591F-9C3F-DB40-B47E-6D0E1D3548C3}" destId="{FEAF8FBB-9A0C-1E4A-BA95-55192F316B4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AE573F-FCD9-B94E-90E3-B721136CF34A}" type="doc">
      <dgm:prSet loTypeId="urn:microsoft.com/office/officeart/2005/8/layout/hList7" loCatId="list" qsTypeId="urn:microsoft.com/office/officeart/2005/8/quickstyle/simple1#6" qsCatId="simple" csTypeId="urn:microsoft.com/office/officeart/2005/8/colors/colorful3#3" csCatId="colorful" phldr="1"/>
      <dgm:spPr/>
      <dgm:t>
        <a:bodyPr/>
        <a:lstStyle/>
        <a:p>
          <a:endParaRPr lang="en-US"/>
        </a:p>
      </dgm:t>
    </dgm:pt>
    <dgm:pt modelId="{45ECA8B7-F0C5-7240-AA78-9B9F03E48E3E}">
      <dgm:prSet/>
      <dgm:spPr>
        <a:ln w="38100">
          <a:solidFill>
            <a:schemeClr val="tx1"/>
          </a:solidFill>
        </a:ln>
      </dgm:spPr>
      <dgm:t>
        <a:bodyPr/>
        <a:lstStyle/>
        <a:p>
          <a:r>
            <a:rPr lang="en-US" b="0" i="0" dirty="0"/>
            <a:t>Most customer environments are heterogeneous.</a:t>
          </a:r>
          <a:endParaRPr lang="en-US" dirty="0"/>
        </a:p>
      </dgm:t>
    </dgm:pt>
    <dgm:pt modelId="{D5FB140D-0204-6D4B-83A1-FD97A67F919B}" type="parTrans" cxnId="{818B5C38-F387-2849-8E3D-F507051A9D07}">
      <dgm:prSet/>
      <dgm:spPr/>
      <dgm:t>
        <a:bodyPr/>
        <a:lstStyle/>
        <a:p>
          <a:endParaRPr lang="en-US"/>
        </a:p>
      </dgm:t>
    </dgm:pt>
    <dgm:pt modelId="{F792FEF8-A894-C342-B91D-777CF8226487}" type="sibTrans" cxnId="{818B5C38-F387-2849-8E3D-F507051A9D07}">
      <dgm:prSet/>
      <dgm:spPr/>
      <dgm:t>
        <a:bodyPr/>
        <a:lstStyle/>
        <a:p>
          <a:endParaRPr lang="en-US"/>
        </a:p>
      </dgm:t>
    </dgm:pt>
    <dgm:pt modelId="{69529826-1661-0745-886C-8BE4C90B56D4}">
      <dgm:prSet/>
      <dgm:spPr>
        <a:ln w="38100">
          <a:solidFill>
            <a:schemeClr val="tx1"/>
          </a:solidFill>
        </a:ln>
      </dgm:spPr>
      <dgm:t>
        <a:bodyPr/>
        <a:lstStyle/>
        <a:p>
          <a:r>
            <a:rPr lang="en-US" b="0" i="0" dirty="0"/>
            <a:t>Oracle value can connect beyond Oracle-only boundaries.</a:t>
          </a:r>
          <a:endParaRPr lang="en-US" dirty="0"/>
        </a:p>
      </dgm:t>
    </dgm:pt>
    <dgm:pt modelId="{69B78D0C-FC77-3441-88D2-DF3869288228}" type="parTrans" cxnId="{F91A7E9F-DF6D-FF47-97B2-459A975F1201}">
      <dgm:prSet/>
      <dgm:spPr/>
      <dgm:t>
        <a:bodyPr/>
        <a:lstStyle/>
        <a:p>
          <a:endParaRPr lang="en-US"/>
        </a:p>
      </dgm:t>
    </dgm:pt>
    <dgm:pt modelId="{5D5EDA71-F8EE-B847-9F60-1452F12AAF1E}" type="sibTrans" cxnId="{F91A7E9F-DF6D-FF47-97B2-459A975F1201}">
      <dgm:prSet/>
      <dgm:spPr/>
      <dgm:t>
        <a:bodyPr/>
        <a:lstStyle/>
        <a:p>
          <a:endParaRPr lang="en-US"/>
        </a:p>
      </dgm:t>
    </dgm:pt>
    <dgm:pt modelId="{CD9FC946-460F-2144-8BFE-B8C865440E74}">
      <dgm:prSet/>
      <dgm:spPr>
        <a:ln w="38100">
          <a:solidFill>
            <a:schemeClr val="tx1"/>
          </a:solidFill>
        </a:ln>
      </dgm:spPr>
      <dgm:t>
        <a:bodyPr/>
        <a:lstStyle/>
        <a:p>
          <a:r>
            <a:rPr lang="en-US" b="0" i="0" dirty="0"/>
            <a:t>Open integration links Oracle's application and data core to the broader technology landscape.</a:t>
          </a:r>
          <a:endParaRPr lang="en-US" dirty="0"/>
        </a:p>
      </dgm:t>
    </dgm:pt>
    <dgm:pt modelId="{C6EDCB67-6AD4-6240-B423-82E346452B24}" type="parTrans" cxnId="{6BF0E17D-B57B-C944-907C-D252AB890AAD}">
      <dgm:prSet/>
      <dgm:spPr/>
      <dgm:t>
        <a:bodyPr/>
        <a:lstStyle/>
        <a:p>
          <a:endParaRPr lang="en-US"/>
        </a:p>
      </dgm:t>
    </dgm:pt>
    <dgm:pt modelId="{7FE16978-C5E6-1744-946D-77C9955EFB5C}" type="sibTrans" cxnId="{6BF0E17D-B57B-C944-907C-D252AB890AAD}">
      <dgm:prSet/>
      <dgm:spPr/>
      <dgm:t>
        <a:bodyPr/>
        <a:lstStyle/>
        <a:p>
          <a:endParaRPr lang="en-US"/>
        </a:p>
      </dgm:t>
    </dgm:pt>
    <dgm:pt modelId="{77BCDCB1-6F14-2743-BCFD-F7EAACC622A7}">
      <dgm:prSet/>
      <dgm:spPr>
        <a:solidFill>
          <a:srgbClr val="DBA35A"/>
        </a:solidFill>
        <a:ln w="38100">
          <a:solidFill>
            <a:schemeClr val="tx1"/>
          </a:solidFill>
        </a:ln>
      </dgm:spPr>
      <dgm:t>
        <a:bodyPr/>
        <a:lstStyle/>
        <a:p>
          <a:r>
            <a:rPr lang="en-US" b="0" i="0" dirty="0"/>
            <a:t>This approach</a:t>
          </a:r>
          <a:br>
            <a:rPr lang="en-US" b="0" i="0" dirty="0"/>
          </a:br>
          <a:r>
            <a:rPr lang="en-US" b="0" i="0" dirty="0"/>
            <a:t>helps protect existing investments while expanding value.</a:t>
          </a:r>
          <a:endParaRPr lang="en-US" dirty="0"/>
        </a:p>
      </dgm:t>
    </dgm:pt>
    <dgm:pt modelId="{9E53D2A5-694A-8F42-A2DE-457ECAA733E2}" type="parTrans" cxnId="{54DFF518-5C4C-8F43-B026-842ACF6CE4A1}">
      <dgm:prSet/>
      <dgm:spPr/>
      <dgm:t>
        <a:bodyPr/>
        <a:lstStyle/>
        <a:p>
          <a:endParaRPr lang="en-US"/>
        </a:p>
      </dgm:t>
    </dgm:pt>
    <dgm:pt modelId="{C263473D-4F68-E34A-A242-F2F89EA090E3}" type="sibTrans" cxnId="{54DFF518-5C4C-8F43-B026-842ACF6CE4A1}">
      <dgm:prSet/>
      <dgm:spPr/>
      <dgm:t>
        <a:bodyPr/>
        <a:lstStyle/>
        <a:p>
          <a:endParaRPr lang="en-US"/>
        </a:p>
      </dgm:t>
    </dgm:pt>
    <dgm:pt modelId="{71861C79-5A74-2841-8918-07D5070E1501}">
      <dgm:prSet/>
      <dgm:spPr>
        <a:solidFill>
          <a:srgbClr val="CFB060"/>
        </a:solidFill>
        <a:ln w="38100">
          <a:solidFill>
            <a:schemeClr val="tx1"/>
          </a:solidFill>
        </a:ln>
      </dgm:spPr>
      <dgm:t>
        <a:bodyPr/>
        <a:lstStyle/>
        <a:p>
          <a:r>
            <a:rPr lang="en-US" b="0" i="0" dirty="0"/>
            <a:t>The portfolio advantage is stronger when it works across the real environment.</a:t>
          </a:r>
          <a:endParaRPr lang="en-US" dirty="0"/>
        </a:p>
      </dgm:t>
    </dgm:pt>
    <dgm:pt modelId="{799D84BC-EB1A-6147-8E64-245863AFB33D}" type="parTrans" cxnId="{F79BFAD3-3527-344C-B1C7-3CF619AA8566}">
      <dgm:prSet/>
      <dgm:spPr/>
      <dgm:t>
        <a:bodyPr/>
        <a:lstStyle/>
        <a:p>
          <a:endParaRPr lang="en-US"/>
        </a:p>
      </dgm:t>
    </dgm:pt>
    <dgm:pt modelId="{963C1201-1251-6B4D-896D-46BF00D8F117}" type="sibTrans" cxnId="{F79BFAD3-3527-344C-B1C7-3CF619AA8566}">
      <dgm:prSet/>
      <dgm:spPr/>
      <dgm:t>
        <a:bodyPr/>
        <a:lstStyle/>
        <a:p>
          <a:endParaRPr lang="en-US"/>
        </a:p>
      </dgm:t>
    </dgm:pt>
    <dgm:pt modelId="{5D566FC4-AD8C-D34F-8D70-18C93F71D9F8}" type="pres">
      <dgm:prSet presAssocID="{94AE573F-FCD9-B94E-90E3-B721136CF34A}" presName="Name0" presStyleCnt="0">
        <dgm:presLayoutVars>
          <dgm:dir/>
          <dgm:resizeHandles val="exact"/>
        </dgm:presLayoutVars>
      </dgm:prSet>
      <dgm:spPr/>
    </dgm:pt>
    <dgm:pt modelId="{CA5E3E3B-C94C-8842-AFCF-34D7C6E713EC}" type="pres">
      <dgm:prSet presAssocID="{94AE573F-FCD9-B94E-90E3-B721136CF34A}" presName="fgShape" presStyleLbl="fgShp" presStyleIdx="0" presStyleCnt="1"/>
      <dgm:spPr>
        <a:solidFill>
          <a:schemeClr val="tx1"/>
        </a:solidFill>
      </dgm:spPr>
    </dgm:pt>
    <dgm:pt modelId="{ADE52592-DD8F-9E45-A845-9ADAEE7A1E6C}" type="pres">
      <dgm:prSet presAssocID="{94AE573F-FCD9-B94E-90E3-B721136CF34A}" presName="linComp" presStyleCnt="0"/>
      <dgm:spPr/>
    </dgm:pt>
    <dgm:pt modelId="{6F4470F3-A9F1-B24F-B8AC-1174E3C68BA3}" type="pres">
      <dgm:prSet presAssocID="{45ECA8B7-F0C5-7240-AA78-9B9F03E48E3E}" presName="compNode" presStyleCnt="0"/>
      <dgm:spPr/>
    </dgm:pt>
    <dgm:pt modelId="{7DD9D10E-FAB7-AE4A-B111-6CB7BAA5A757}" type="pres">
      <dgm:prSet presAssocID="{45ECA8B7-F0C5-7240-AA78-9B9F03E48E3E}" presName="bkgdShape" presStyleLbl="node1" presStyleIdx="0" presStyleCnt="5" custScaleX="101296"/>
      <dgm:spPr/>
    </dgm:pt>
    <dgm:pt modelId="{C88C7168-EDB6-C047-AF98-3DA38C7B52C1}" type="pres">
      <dgm:prSet presAssocID="{45ECA8B7-F0C5-7240-AA78-9B9F03E48E3E}" presName="nodeTx" presStyleLbl="node1" presStyleIdx="0" presStyleCnt="5">
        <dgm:presLayoutVars>
          <dgm:bulletEnabled val="1"/>
        </dgm:presLayoutVars>
      </dgm:prSet>
      <dgm:spPr/>
    </dgm:pt>
    <dgm:pt modelId="{E7BB1FC2-99E0-7947-90BE-FFD58ED6B67C}" type="pres">
      <dgm:prSet presAssocID="{45ECA8B7-F0C5-7240-AA78-9B9F03E48E3E}" presName="invisiNode" presStyleLbl="node1" presStyleIdx="0" presStyleCnt="5"/>
      <dgm:spPr/>
    </dgm:pt>
    <dgm:pt modelId="{12EC2E9D-BB03-B048-A5A6-A37907548D60}" type="pres">
      <dgm:prSet presAssocID="{45ECA8B7-F0C5-7240-AA78-9B9F03E48E3E}" presName="imagNode" presStyleLbl="fgImgPlace1" presStyleIdx="0" presStyleCnt="5"/>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Close up of a molecular model"/>
        </a:ext>
      </dgm:extLst>
    </dgm:pt>
    <dgm:pt modelId="{70AB05D9-F167-3B4C-988C-987971C0A62C}" type="pres">
      <dgm:prSet presAssocID="{F792FEF8-A894-C342-B91D-777CF8226487}" presName="sibTrans" presStyleLbl="sibTrans2D1" presStyleIdx="0" presStyleCnt="0"/>
      <dgm:spPr/>
    </dgm:pt>
    <dgm:pt modelId="{53809964-6FCF-664E-B49F-6B678C9EB7C1}" type="pres">
      <dgm:prSet presAssocID="{69529826-1661-0745-886C-8BE4C90B56D4}" presName="compNode" presStyleCnt="0"/>
      <dgm:spPr/>
    </dgm:pt>
    <dgm:pt modelId="{F3E9F15A-6252-1F41-A41A-357CF9B26716}" type="pres">
      <dgm:prSet presAssocID="{69529826-1661-0745-886C-8BE4C90B56D4}" presName="bkgdShape" presStyleLbl="node1" presStyleIdx="1" presStyleCnt="5" custScaleX="101296"/>
      <dgm:spPr/>
    </dgm:pt>
    <dgm:pt modelId="{995E198A-F512-A545-99E1-F864E501305E}" type="pres">
      <dgm:prSet presAssocID="{69529826-1661-0745-886C-8BE4C90B56D4}" presName="nodeTx" presStyleLbl="node1" presStyleIdx="1" presStyleCnt="5">
        <dgm:presLayoutVars>
          <dgm:bulletEnabled val="1"/>
        </dgm:presLayoutVars>
      </dgm:prSet>
      <dgm:spPr/>
    </dgm:pt>
    <dgm:pt modelId="{8D1D0EA7-6B7E-8F4B-B7E5-01000AB786D9}" type="pres">
      <dgm:prSet presAssocID="{69529826-1661-0745-886C-8BE4C90B56D4}" presName="invisiNode" presStyleLbl="node1" presStyleIdx="1" presStyleCnt="5"/>
      <dgm:spPr/>
    </dgm:pt>
    <dgm:pt modelId="{484E2017-EFC3-394D-A8F3-2EC5EC405C33}" type="pres">
      <dgm:prSet presAssocID="{69529826-1661-0745-886C-8BE4C90B56D4}" presName="imagNode" presStyleLbl="fgImgPlace1" presStyleIdx="1" presStyleCnt="5"/>
      <dgm:spPr>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Cloud storage graphic"/>
        </a:ext>
      </dgm:extLst>
    </dgm:pt>
    <dgm:pt modelId="{A66CD71D-AD2F-CD43-A690-F26AB8FF9404}" type="pres">
      <dgm:prSet presAssocID="{5D5EDA71-F8EE-B847-9F60-1452F12AAF1E}" presName="sibTrans" presStyleLbl="sibTrans2D1" presStyleIdx="0" presStyleCnt="0"/>
      <dgm:spPr/>
    </dgm:pt>
    <dgm:pt modelId="{4BAACC7A-A31D-2644-B2E2-CC04E9B97C1F}" type="pres">
      <dgm:prSet presAssocID="{CD9FC946-460F-2144-8BFE-B8C865440E74}" presName="compNode" presStyleCnt="0"/>
      <dgm:spPr/>
    </dgm:pt>
    <dgm:pt modelId="{84962732-4AC2-1B41-AC78-F4A6CA642E15}" type="pres">
      <dgm:prSet presAssocID="{CD9FC946-460F-2144-8BFE-B8C865440E74}" presName="bkgdShape" presStyleLbl="node1" presStyleIdx="2" presStyleCnt="5" custScaleX="101296"/>
      <dgm:spPr/>
    </dgm:pt>
    <dgm:pt modelId="{07FD7C95-4D6B-834D-9024-71D36325919D}" type="pres">
      <dgm:prSet presAssocID="{CD9FC946-460F-2144-8BFE-B8C865440E74}" presName="nodeTx" presStyleLbl="node1" presStyleIdx="2" presStyleCnt="5">
        <dgm:presLayoutVars>
          <dgm:bulletEnabled val="1"/>
        </dgm:presLayoutVars>
      </dgm:prSet>
      <dgm:spPr/>
    </dgm:pt>
    <dgm:pt modelId="{91A9C03F-A02E-8941-AADA-000CE48C4E0D}" type="pres">
      <dgm:prSet presAssocID="{CD9FC946-460F-2144-8BFE-B8C865440E74}" presName="invisiNode" presStyleLbl="node1" presStyleIdx="2" presStyleCnt="5"/>
      <dgm:spPr/>
    </dgm:pt>
    <dgm:pt modelId="{DC2ACAEF-B489-C746-BBE3-DAFA55347558}" type="pres">
      <dgm:prSet presAssocID="{CD9FC946-460F-2144-8BFE-B8C865440E74}" presName="imagNode" presStyleLbl="fgImgPlace1" presStyleIdx="2" presStyleCnt="5"/>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Close-up of circuit board"/>
        </a:ext>
      </dgm:extLst>
    </dgm:pt>
    <dgm:pt modelId="{F6F61063-AE73-3146-99B1-955BB5E6375A}" type="pres">
      <dgm:prSet presAssocID="{7FE16978-C5E6-1744-946D-77C9955EFB5C}" presName="sibTrans" presStyleLbl="sibTrans2D1" presStyleIdx="0" presStyleCnt="0"/>
      <dgm:spPr/>
    </dgm:pt>
    <dgm:pt modelId="{E61CFC37-DFC3-E541-8C94-A7DB6A206D30}" type="pres">
      <dgm:prSet presAssocID="{77BCDCB1-6F14-2743-BCFD-F7EAACC622A7}" presName="compNode" presStyleCnt="0"/>
      <dgm:spPr/>
    </dgm:pt>
    <dgm:pt modelId="{B28AA158-42A6-3A43-BFDF-25141584B320}" type="pres">
      <dgm:prSet presAssocID="{77BCDCB1-6F14-2743-BCFD-F7EAACC622A7}" presName="bkgdShape" presStyleLbl="node1" presStyleIdx="3" presStyleCnt="5" custScaleX="101296"/>
      <dgm:spPr/>
    </dgm:pt>
    <dgm:pt modelId="{ADB04370-C3D5-5642-806B-9DEA2A261810}" type="pres">
      <dgm:prSet presAssocID="{77BCDCB1-6F14-2743-BCFD-F7EAACC622A7}" presName="nodeTx" presStyleLbl="node1" presStyleIdx="3" presStyleCnt="5">
        <dgm:presLayoutVars>
          <dgm:bulletEnabled val="1"/>
        </dgm:presLayoutVars>
      </dgm:prSet>
      <dgm:spPr/>
    </dgm:pt>
    <dgm:pt modelId="{4E43B2A2-2505-1743-BD31-6CC27BF160CE}" type="pres">
      <dgm:prSet presAssocID="{77BCDCB1-6F14-2743-BCFD-F7EAACC622A7}" presName="invisiNode" presStyleLbl="node1" presStyleIdx="3" presStyleCnt="5"/>
      <dgm:spPr/>
    </dgm:pt>
    <dgm:pt modelId="{4396DE8C-9FB9-CD40-9A96-A3420A6F29F4}" type="pres">
      <dgm:prSet presAssocID="{77BCDCB1-6F14-2743-BCFD-F7EAACC622A7}" presName="imagNode" presStyleLbl="fgImgPlace1" presStyleIdx="3" presStyleCnt="5"/>
      <dgm:spPr>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Blue candlestick chart"/>
        </a:ext>
      </dgm:extLst>
    </dgm:pt>
    <dgm:pt modelId="{90996B38-255A-0C49-8983-649CA51E11A3}" type="pres">
      <dgm:prSet presAssocID="{C263473D-4F68-E34A-A242-F2F89EA090E3}" presName="sibTrans" presStyleLbl="sibTrans2D1" presStyleIdx="0" presStyleCnt="0"/>
      <dgm:spPr/>
    </dgm:pt>
    <dgm:pt modelId="{2E07B63E-80AF-CA44-B450-93AF16C4978C}" type="pres">
      <dgm:prSet presAssocID="{71861C79-5A74-2841-8918-07D5070E1501}" presName="compNode" presStyleCnt="0"/>
      <dgm:spPr/>
    </dgm:pt>
    <dgm:pt modelId="{E630CC54-4450-BB40-846F-9F73B75D6E1E}" type="pres">
      <dgm:prSet presAssocID="{71861C79-5A74-2841-8918-07D5070E1501}" presName="bkgdShape" presStyleLbl="node1" presStyleIdx="4" presStyleCnt="5" custScaleX="101296"/>
      <dgm:spPr/>
    </dgm:pt>
    <dgm:pt modelId="{A5524886-B760-5C47-83BA-0E45187D9FCB}" type="pres">
      <dgm:prSet presAssocID="{71861C79-5A74-2841-8918-07D5070E1501}" presName="nodeTx" presStyleLbl="node1" presStyleIdx="4" presStyleCnt="5">
        <dgm:presLayoutVars>
          <dgm:bulletEnabled val="1"/>
        </dgm:presLayoutVars>
      </dgm:prSet>
      <dgm:spPr/>
    </dgm:pt>
    <dgm:pt modelId="{23551A7E-ECCD-0646-949D-5F41B363EB71}" type="pres">
      <dgm:prSet presAssocID="{71861C79-5A74-2841-8918-07D5070E1501}" presName="invisiNode" presStyleLbl="node1" presStyleIdx="4" presStyleCnt="5"/>
      <dgm:spPr/>
    </dgm:pt>
    <dgm:pt modelId="{C072900A-586D-4A4F-A593-724828517EBB}" type="pres">
      <dgm:prSet presAssocID="{71861C79-5A74-2841-8918-07D5070E1501}" presName="imagNode" presStyleLbl="fgImgPlace1" presStyleIdx="4" presStyleCnt="5"/>
      <dgm:spPr>
        <a:blipFill>
          <a:blip xmlns:r="http://schemas.openxmlformats.org/officeDocument/2006/relationships" r:embed="rId5"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Stack of colored pencils with copy space"/>
        </a:ext>
      </dgm:extLst>
    </dgm:pt>
  </dgm:ptLst>
  <dgm:cxnLst>
    <dgm:cxn modelId="{AF0EF916-CCC3-6047-B11D-3715CB852ED0}" type="presOf" srcId="{CD9FC946-460F-2144-8BFE-B8C865440E74}" destId="{07FD7C95-4D6B-834D-9024-71D36325919D}" srcOrd="1" destOrd="0" presId="urn:microsoft.com/office/officeart/2005/8/layout/hList7"/>
    <dgm:cxn modelId="{0D27AD17-5068-4F4A-BF63-01EA46D0BB25}" type="presOf" srcId="{71861C79-5A74-2841-8918-07D5070E1501}" destId="{A5524886-B760-5C47-83BA-0E45187D9FCB}" srcOrd="1" destOrd="0" presId="urn:microsoft.com/office/officeart/2005/8/layout/hList7"/>
    <dgm:cxn modelId="{54DFF518-5C4C-8F43-B026-842ACF6CE4A1}" srcId="{94AE573F-FCD9-B94E-90E3-B721136CF34A}" destId="{77BCDCB1-6F14-2743-BCFD-F7EAACC622A7}" srcOrd="3" destOrd="0" parTransId="{9E53D2A5-694A-8F42-A2DE-457ECAA733E2}" sibTransId="{C263473D-4F68-E34A-A242-F2F89EA090E3}"/>
    <dgm:cxn modelId="{C3AA2538-22A5-C54C-827E-2D42829605C4}" type="presOf" srcId="{77BCDCB1-6F14-2743-BCFD-F7EAACC622A7}" destId="{B28AA158-42A6-3A43-BFDF-25141584B320}" srcOrd="0" destOrd="0" presId="urn:microsoft.com/office/officeart/2005/8/layout/hList7"/>
    <dgm:cxn modelId="{818B5C38-F387-2849-8E3D-F507051A9D07}" srcId="{94AE573F-FCD9-B94E-90E3-B721136CF34A}" destId="{45ECA8B7-F0C5-7240-AA78-9B9F03E48E3E}" srcOrd="0" destOrd="0" parTransId="{D5FB140D-0204-6D4B-83A1-FD97A67F919B}" sibTransId="{F792FEF8-A894-C342-B91D-777CF8226487}"/>
    <dgm:cxn modelId="{6D0EC366-794D-404B-9BD5-E45D51AA6DE8}" type="presOf" srcId="{45ECA8B7-F0C5-7240-AA78-9B9F03E48E3E}" destId="{C88C7168-EDB6-C047-AF98-3DA38C7B52C1}" srcOrd="1" destOrd="0" presId="urn:microsoft.com/office/officeart/2005/8/layout/hList7"/>
    <dgm:cxn modelId="{9FFB7254-1BD0-5940-9789-5FB45DF87B06}" type="presOf" srcId="{94AE573F-FCD9-B94E-90E3-B721136CF34A}" destId="{5D566FC4-AD8C-D34F-8D70-18C93F71D9F8}" srcOrd="0" destOrd="0" presId="urn:microsoft.com/office/officeart/2005/8/layout/hList7"/>
    <dgm:cxn modelId="{59004358-EC9F-3945-9041-04D3868AE44E}" type="presOf" srcId="{F792FEF8-A894-C342-B91D-777CF8226487}" destId="{70AB05D9-F167-3B4C-988C-987971C0A62C}" srcOrd="0" destOrd="0" presId="urn:microsoft.com/office/officeart/2005/8/layout/hList7"/>
    <dgm:cxn modelId="{CADA2F5A-641C-4A41-9119-80DEE9D899EF}" type="presOf" srcId="{CD9FC946-460F-2144-8BFE-B8C865440E74}" destId="{84962732-4AC2-1B41-AC78-F4A6CA642E15}" srcOrd="0" destOrd="0" presId="urn:microsoft.com/office/officeart/2005/8/layout/hList7"/>
    <dgm:cxn modelId="{C87EF55A-ECC0-1943-9079-BEDFFF9B524A}" type="presOf" srcId="{C263473D-4F68-E34A-A242-F2F89EA090E3}" destId="{90996B38-255A-0C49-8983-649CA51E11A3}" srcOrd="0" destOrd="0" presId="urn:microsoft.com/office/officeart/2005/8/layout/hList7"/>
    <dgm:cxn modelId="{6BF0E17D-B57B-C944-907C-D252AB890AAD}" srcId="{94AE573F-FCD9-B94E-90E3-B721136CF34A}" destId="{CD9FC946-460F-2144-8BFE-B8C865440E74}" srcOrd="2" destOrd="0" parTransId="{C6EDCB67-6AD4-6240-B423-82E346452B24}" sibTransId="{7FE16978-C5E6-1744-946D-77C9955EFB5C}"/>
    <dgm:cxn modelId="{86D14E9E-35E8-DF4A-8AAB-F9F4FDDE54E5}" type="presOf" srcId="{7FE16978-C5E6-1744-946D-77C9955EFB5C}" destId="{F6F61063-AE73-3146-99B1-955BB5E6375A}" srcOrd="0" destOrd="0" presId="urn:microsoft.com/office/officeart/2005/8/layout/hList7"/>
    <dgm:cxn modelId="{F91A7E9F-DF6D-FF47-97B2-459A975F1201}" srcId="{94AE573F-FCD9-B94E-90E3-B721136CF34A}" destId="{69529826-1661-0745-886C-8BE4C90B56D4}" srcOrd="1" destOrd="0" parTransId="{69B78D0C-FC77-3441-88D2-DF3869288228}" sibTransId="{5D5EDA71-F8EE-B847-9F60-1452F12AAF1E}"/>
    <dgm:cxn modelId="{ED9CC9B1-84D4-0D40-8E1A-B5104937D8D1}" type="presOf" srcId="{5D5EDA71-F8EE-B847-9F60-1452F12AAF1E}" destId="{A66CD71D-AD2F-CD43-A690-F26AB8FF9404}" srcOrd="0" destOrd="0" presId="urn:microsoft.com/office/officeart/2005/8/layout/hList7"/>
    <dgm:cxn modelId="{81B318C8-79DC-4646-A862-55156C90A37A}" type="presOf" srcId="{69529826-1661-0745-886C-8BE4C90B56D4}" destId="{F3E9F15A-6252-1F41-A41A-357CF9B26716}" srcOrd="0" destOrd="0" presId="urn:microsoft.com/office/officeart/2005/8/layout/hList7"/>
    <dgm:cxn modelId="{4AFF7BCB-3D8D-6748-8921-DA71FD4CC024}" type="presOf" srcId="{77BCDCB1-6F14-2743-BCFD-F7EAACC622A7}" destId="{ADB04370-C3D5-5642-806B-9DEA2A261810}" srcOrd="1" destOrd="0" presId="urn:microsoft.com/office/officeart/2005/8/layout/hList7"/>
    <dgm:cxn modelId="{F79BFAD3-3527-344C-B1C7-3CF619AA8566}" srcId="{94AE573F-FCD9-B94E-90E3-B721136CF34A}" destId="{71861C79-5A74-2841-8918-07D5070E1501}" srcOrd="4" destOrd="0" parTransId="{799D84BC-EB1A-6147-8E64-245863AFB33D}" sibTransId="{963C1201-1251-6B4D-896D-46BF00D8F117}"/>
    <dgm:cxn modelId="{EAC8F8DB-9EE4-D745-B144-C63F8DDBAD67}" type="presOf" srcId="{45ECA8B7-F0C5-7240-AA78-9B9F03E48E3E}" destId="{7DD9D10E-FAB7-AE4A-B111-6CB7BAA5A757}" srcOrd="0" destOrd="0" presId="urn:microsoft.com/office/officeart/2005/8/layout/hList7"/>
    <dgm:cxn modelId="{3C3933DD-39A5-484E-98AA-763939AE249F}" type="presOf" srcId="{71861C79-5A74-2841-8918-07D5070E1501}" destId="{E630CC54-4450-BB40-846F-9F73B75D6E1E}" srcOrd="0" destOrd="0" presId="urn:microsoft.com/office/officeart/2005/8/layout/hList7"/>
    <dgm:cxn modelId="{D95260F0-E90C-9946-A6D9-9060ECA55048}" type="presOf" srcId="{69529826-1661-0745-886C-8BE4C90B56D4}" destId="{995E198A-F512-A545-99E1-F864E501305E}" srcOrd="1" destOrd="0" presId="urn:microsoft.com/office/officeart/2005/8/layout/hList7"/>
    <dgm:cxn modelId="{33B3723F-D20C-EC4F-8829-CB3100D23D34}" type="presParOf" srcId="{5D566FC4-AD8C-D34F-8D70-18C93F71D9F8}" destId="{CA5E3E3B-C94C-8842-AFCF-34D7C6E713EC}" srcOrd="0" destOrd="0" presId="urn:microsoft.com/office/officeart/2005/8/layout/hList7"/>
    <dgm:cxn modelId="{235E7F7F-FF91-D441-AB1E-1334E2026834}" type="presParOf" srcId="{5D566FC4-AD8C-D34F-8D70-18C93F71D9F8}" destId="{ADE52592-DD8F-9E45-A845-9ADAEE7A1E6C}" srcOrd="1" destOrd="0" presId="urn:microsoft.com/office/officeart/2005/8/layout/hList7"/>
    <dgm:cxn modelId="{5A9D5E80-0161-7946-B37E-2FB6AE638E44}" type="presParOf" srcId="{ADE52592-DD8F-9E45-A845-9ADAEE7A1E6C}" destId="{6F4470F3-A9F1-B24F-B8AC-1174E3C68BA3}" srcOrd="0" destOrd="0" presId="urn:microsoft.com/office/officeart/2005/8/layout/hList7"/>
    <dgm:cxn modelId="{207A89BD-E0DB-964F-8AFB-062FF2D6781A}" type="presParOf" srcId="{6F4470F3-A9F1-B24F-B8AC-1174E3C68BA3}" destId="{7DD9D10E-FAB7-AE4A-B111-6CB7BAA5A757}" srcOrd="0" destOrd="0" presId="urn:microsoft.com/office/officeart/2005/8/layout/hList7"/>
    <dgm:cxn modelId="{C0A1A102-9E09-8440-A634-6F9B8ACC6F6B}" type="presParOf" srcId="{6F4470F3-A9F1-B24F-B8AC-1174E3C68BA3}" destId="{C88C7168-EDB6-C047-AF98-3DA38C7B52C1}" srcOrd="1" destOrd="0" presId="urn:microsoft.com/office/officeart/2005/8/layout/hList7"/>
    <dgm:cxn modelId="{CA4A97F0-65D7-8A42-AF1E-142EF0CD7628}" type="presParOf" srcId="{6F4470F3-A9F1-B24F-B8AC-1174E3C68BA3}" destId="{E7BB1FC2-99E0-7947-90BE-FFD58ED6B67C}" srcOrd="2" destOrd="0" presId="urn:microsoft.com/office/officeart/2005/8/layout/hList7"/>
    <dgm:cxn modelId="{4FBD3F58-3CA1-5741-BB64-95FC1415980B}" type="presParOf" srcId="{6F4470F3-A9F1-B24F-B8AC-1174E3C68BA3}" destId="{12EC2E9D-BB03-B048-A5A6-A37907548D60}" srcOrd="3" destOrd="0" presId="urn:microsoft.com/office/officeart/2005/8/layout/hList7"/>
    <dgm:cxn modelId="{06D60C76-23BD-CB4D-B47F-DB5BD2F641E0}" type="presParOf" srcId="{ADE52592-DD8F-9E45-A845-9ADAEE7A1E6C}" destId="{70AB05D9-F167-3B4C-988C-987971C0A62C}" srcOrd="1" destOrd="0" presId="urn:microsoft.com/office/officeart/2005/8/layout/hList7"/>
    <dgm:cxn modelId="{88CBC418-E5E1-A044-9D1E-C02540B1CBE2}" type="presParOf" srcId="{ADE52592-DD8F-9E45-A845-9ADAEE7A1E6C}" destId="{53809964-6FCF-664E-B49F-6B678C9EB7C1}" srcOrd="2" destOrd="0" presId="urn:microsoft.com/office/officeart/2005/8/layout/hList7"/>
    <dgm:cxn modelId="{AED21A49-D416-B04C-A03E-A1C6E7C86562}" type="presParOf" srcId="{53809964-6FCF-664E-B49F-6B678C9EB7C1}" destId="{F3E9F15A-6252-1F41-A41A-357CF9B26716}" srcOrd="0" destOrd="0" presId="urn:microsoft.com/office/officeart/2005/8/layout/hList7"/>
    <dgm:cxn modelId="{B2E327C4-FBB2-FA4C-A12C-8D624D8D50DD}" type="presParOf" srcId="{53809964-6FCF-664E-B49F-6B678C9EB7C1}" destId="{995E198A-F512-A545-99E1-F864E501305E}" srcOrd="1" destOrd="0" presId="urn:microsoft.com/office/officeart/2005/8/layout/hList7"/>
    <dgm:cxn modelId="{97B850E1-C2FB-3D47-8986-6156EA7732CB}" type="presParOf" srcId="{53809964-6FCF-664E-B49F-6B678C9EB7C1}" destId="{8D1D0EA7-6B7E-8F4B-B7E5-01000AB786D9}" srcOrd="2" destOrd="0" presId="urn:microsoft.com/office/officeart/2005/8/layout/hList7"/>
    <dgm:cxn modelId="{3828837D-5035-4A49-B003-693C544700D6}" type="presParOf" srcId="{53809964-6FCF-664E-B49F-6B678C9EB7C1}" destId="{484E2017-EFC3-394D-A8F3-2EC5EC405C33}" srcOrd="3" destOrd="0" presId="urn:microsoft.com/office/officeart/2005/8/layout/hList7"/>
    <dgm:cxn modelId="{FF4FC970-EFED-C54C-82A4-0DCAE4CE36A5}" type="presParOf" srcId="{ADE52592-DD8F-9E45-A845-9ADAEE7A1E6C}" destId="{A66CD71D-AD2F-CD43-A690-F26AB8FF9404}" srcOrd="3" destOrd="0" presId="urn:microsoft.com/office/officeart/2005/8/layout/hList7"/>
    <dgm:cxn modelId="{D828816E-774C-F34D-BCCE-831588D9271F}" type="presParOf" srcId="{ADE52592-DD8F-9E45-A845-9ADAEE7A1E6C}" destId="{4BAACC7A-A31D-2644-B2E2-CC04E9B97C1F}" srcOrd="4" destOrd="0" presId="urn:microsoft.com/office/officeart/2005/8/layout/hList7"/>
    <dgm:cxn modelId="{10906D71-FD3D-FC42-8C2B-DCE0FE8A3D6A}" type="presParOf" srcId="{4BAACC7A-A31D-2644-B2E2-CC04E9B97C1F}" destId="{84962732-4AC2-1B41-AC78-F4A6CA642E15}" srcOrd="0" destOrd="0" presId="urn:microsoft.com/office/officeart/2005/8/layout/hList7"/>
    <dgm:cxn modelId="{F962878D-4D60-264F-BA0B-5800E58779F6}" type="presParOf" srcId="{4BAACC7A-A31D-2644-B2E2-CC04E9B97C1F}" destId="{07FD7C95-4D6B-834D-9024-71D36325919D}" srcOrd="1" destOrd="0" presId="urn:microsoft.com/office/officeart/2005/8/layout/hList7"/>
    <dgm:cxn modelId="{60E60813-7E9F-3B47-AABD-17FEF2A93BA2}" type="presParOf" srcId="{4BAACC7A-A31D-2644-B2E2-CC04E9B97C1F}" destId="{91A9C03F-A02E-8941-AADA-000CE48C4E0D}" srcOrd="2" destOrd="0" presId="urn:microsoft.com/office/officeart/2005/8/layout/hList7"/>
    <dgm:cxn modelId="{66252E53-CB57-A746-83C4-C4F587950C3F}" type="presParOf" srcId="{4BAACC7A-A31D-2644-B2E2-CC04E9B97C1F}" destId="{DC2ACAEF-B489-C746-BBE3-DAFA55347558}" srcOrd="3" destOrd="0" presId="urn:microsoft.com/office/officeart/2005/8/layout/hList7"/>
    <dgm:cxn modelId="{D83CD9A0-D662-714B-80FB-5126069EA537}" type="presParOf" srcId="{ADE52592-DD8F-9E45-A845-9ADAEE7A1E6C}" destId="{F6F61063-AE73-3146-99B1-955BB5E6375A}" srcOrd="5" destOrd="0" presId="urn:microsoft.com/office/officeart/2005/8/layout/hList7"/>
    <dgm:cxn modelId="{57425290-574F-354D-A126-8B5C28618F5C}" type="presParOf" srcId="{ADE52592-DD8F-9E45-A845-9ADAEE7A1E6C}" destId="{E61CFC37-DFC3-E541-8C94-A7DB6A206D30}" srcOrd="6" destOrd="0" presId="urn:microsoft.com/office/officeart/2005/8/layout/hList7"/>
    <dgm:cxn modelId="{8C7D272E-CD5B-6949-95D9-BB766BA37159}" type="presParOf" srcId="{E61CFC37-DFC3-E541-8C94-A7DB6A206D30}" destId="{B28AA158-42A6-3A43-BFDF-25141584B320}" srcOrd="0" destOrd="0" presId="urn:microsoft.com/office/officeart/2005/8/layout/hList7"/>
    <dgm:cxn modelId="{ABFC768F-99CF-3C47-A7D7-54A2EBD9F1CB}" type="presParOf" srcId="{E61CFC37-DFC3-E541-8C94-A7DB6A206D30}" destId="{ADB04370-C3D5-5642-806B-9DEA2A261810}" srcOrd="1" destOrd="0" presId="urn:microsoft.com/office/officeart/2005/8/layout/hList7"/>
    <dgm:cxn modelId="{6225361D-9BDA-D04D-B596-0C111DD26A5D}" type="presParOf" srcId="{E61CFC37-DFC3-E541-8C94-A7DB6A206D30}" destId="{4E43B2A2-2505-1743-BD31-6CC27BF160CE}" srcOrd="2" destOrd="0" presId="urn:microsoft.com/office/officeart/2005/8/layout/hList7"/>
    <dgm:cxn modelId="{BB53FD3C-36CD-554C-83DD-DA2B82500ACD}" type="presParOf" srcId="{E61CFC37-DFC3-E541-8C94-A7DB6A206D30}" destId="{4396DE8C-9FB9-CD40-9A96-A3420A6F29F4}" srcOrd="3" destOrd="0" presId="urn:microsoft.com/office/officeart/2005/8/layout/hList7"/>
    <dgm:cxn modelId="{DA100CA0-E850-E142-B145-9255A59D7E35}" type="presParOf" srcId="{ADE52592-DD8F-9E45-A845-9ADAEE7A1E6C}" destId="{90996B38-255A-0C49-8983-649CA51E11A3}" srcOrd="7" destOrd="0" presId="urn:microsoft.com/office/officeart/2005/8/layout/hList7"/>
    <dgm:cxn modelId="{2CDE1D49-8280-114E-8E16-AC904FC7C7B9}" type="presParOf" srcId="{ADE52592-DD8F-9E45-A845-9ADAEE7A1E6C}" destId="{2E07B63E-80AF-CA44-B450-93AF16C4978C}" srcOrd="8" destOrd="0" presId="urn:microsoft.com/office/officeart/2005/8/layout/hList7"/>
    <dgm:cxn modelId="{571C971A-1776-434E-A706-07C9F5B229DF}" type="presParOf" srcId="{2E07B63E-80AF-CA44-B450-93AF16C4978C}" destId="{E630CC54-4450-BB40-846F-9F73B75D6E1E}" srcOrd="0" destOrd="0" presId="urn:microsoft.com/office/officeart/2005/8/layout/hList7"/>
    <dgm:cxn modelId="{81E283F0-F9A5-264A-AB7F-D0EDFAE6CA94}" type="presParOf" srcId="{2E07B63E-80AF-CA44-B450-93AF16C4978C}" destId="{A5524886-B760-5C47-83BA-0E45187D9FCB}" srcOrd="1" destOrd="0" presId="urn:microsoft.com/office/officeart/2005/8/layout/hList7"/>
    <dgm:cxn modelId="{31FC3382-1FE3-4E42-BFFE-C0B4AB5040F8}" type="presParOf" srcId="{2E07B63E-80AF-CA44-B450-93AF16C4978C}" destId="{23551A7E-ECCD-0646-949D-5F41B363EB71}" srcOrd="2" destOrd="0" presId="urn:microsoft.com/office/officeart/2005/8/layout/hList7"/>
    <dgm:cxn modelId="{15B89801-143C-3C41-BD71-30769EA59860}" type="presParOf" srcId="{2E07B63E-80AF-CA44-B450-93AF16C4978C}" destId="{C072900A-586D-4A4F-A593-724828517EBB}"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1ACF6-1C0B-EC4A-93D8-6A405B68FD80}">
      <dsp:nvSpPr>
        <dsp:cNvPr id="0" name=""/>
        <dsp:cNvSpPr/>
      </dsp:nvSpPr>
      <dsp:spPr>
        <a:xfrm rot="5400000">
          <a:off x="-125740" y="127818"/>
          <a:ext cx="838271" cy="586790"/>
        </a:xfrm>
        <a:prstGeom prst="chevron">
          <a:avLst/>
        </a:prstGeom>
        <a:solidFill>
          <a:schemeClr val="accent3">
            <a:hueOff val="0"/>
            <a:satOff val="0"/>
            <a:lumOff val="0"/>
            <a:alphaOff val="0"/>
          </a:schemeClr>
        </a:solidFill>
        <a:ln w="31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1</a:t>
          </a:r>
        </a:p>
      </dsp:txBody>
      <dsp:txXfrm rot="-5400000">
        <a:off x="1" y="295472"/>
        <a:ext cx="586790" cy="251481"/>
      </dsp:txXfrm>
    </dsp:sp>
    <dsp:sp modelId="{2C1E8E96-C7E4-D54D-8A4E-7D68FA35A3DB}">
      <dsp:nvSpPr>
        <dsp:cNvPr id="0" name=""/>
        <dsp:cNvSpPr/>
      </dsp:nvSpPr>
      <dsp:spPr>
        <a:xfrm rot="5400000">
          <a:off x="4440414" y="-3851545"/>
          <a:ext cx="545163" cy="8252410"/>
        </a:xfrm>
        <a:prstGeom prst="round2SameRect">
          <a:avLst/>
        </a:prstGeom>
        <a:solidFill>
          <a:schemeClr val="lt1">
            <a:alpha val="90000"/>
            <a:hueOff val="0"/>
            <a:satOff val="0"/>
            <a:lumOff val="0"/>
            <a:alphaOff val="0"/>
          </a:schemeClr>
        </a:solidFill>
        <a:ln w="31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What customers are asking for now.</a:t>
          </a:r>
          <a:endParaRPr lang="en-US" sz="3000" kern="1200" dirty="0"/>
        </a:p>
      </dsp:txBody>
      <dsp:txXfrm rot="-5400000">
        <a:off x="586791" y="28691"/>
        <a:ext cx="8225797" cy="491937"/>
      </dsp:txXfrm>
    </dsp:sp>
    <dsp:sp modelId="{243F339F-355E-6E48-9FEC-1426426CB070}">
      <dsp:nvSpPr>
        <dsp:cNvPr id="0" name=""/>
        <dsp:cNvSpPr/>
      </dsp:nvSpPr>
      <dsp:spPr>
        <a:xfrm rot="5400000">
          <a:off x="-125740" y="845105"/>
          <a:ext cx="838271" cy="586790"/>
        </a:xfrm>
        <a:prstGeom prst="chevron">
          <a:avLst/>
        </a:prstGeom>
        <a:solidFill>
          <a:schemeClr val="accent3">
            <a:hueOff val="534666"/>
            <a:satOff val="5582"/>
            <a:lumOff val="5000"/>
            <a:alphaOff val="0"/>
          </a:schemeClr>
        </a:solidFill>
        <a:ln w="3175" cap="flat" cmpd="sng" algn="ctr">
          <a:solidFill>
            <a:schemeClr val="accent3">
              <a:hueOff val="534666"/>
              <a:satOff val="5582"/>
              <a:lumOff val="5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2</a:t>
          </a:r>
        </a:p>
      </dsp:txBody>
      <dsp:txXfrm rot="-5400000">
        <a:off x="1" y="1012759"/>
        <a:ext cx="586790" cy="251481"/>
      </dsp:txXfrm>
    </dsp:sp>
    <dsp:sp modelId="{AE1A8688-BC29-C742-9012-FFC1EBF31B7C}">
      <dsp:nvSpPr>
        <dsp:cNvPr id="0" name=""/>
        <dsp:cNvSpPr/>
      </dsp:nvSpPr>
      <dsp:spPr>
        <a:xfrm rot="5400000">
          <a:off x="4440557" y="-3134402"/>
          <a:ext cx="544876" cy="8252410"/>
        </a:xfrm>
        <a:prstGeom prst="round2SameRect">
          <a:avLst/>
        </a:prstGeom>
        <a:solidFill>
          <a:schemeClr val="lt1">
            <a:alpha val="90000"/>
            <a:hueOff val="0"/>
            <a:satOff val="0"/>
            <a:lumOff val="0"/>
            <a:alphaOff val="0"/>
          </a:schemeClr>
        </a:solidFill>
        <a:ln w="3175" cap="flat" cmpd="sng" algn="ctr">
          <a:solidFill>
            <a:schemeClr val="accent3">
              <a:hueOff val="534666"/>
              <a:satOff val="5582"/>
              <a:lumOff val="5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Why enterprise outcomes are hard to deliver.</a:t>
          </a:r>
          <a:endParaRPr lang="en-US" sz="3000" kern="1200" dirty="0"/>
        </a:p>
      </dsp:txBody>
      <dsp:txXfrm rot="-5400000">
        <a:off x="586791" y="745963"/>
        <a:ext cx="8225811" cy="491678"/>
      </dsp:txXfrm>
    </dsp:sp>
    <dsp:sp modelId="{435F307D-F0BD-E248-8AF7-0614B7072F2E}">
      <dsp:nvSpPr>
        <dsp:cNvPr id="0" name=""/>
        <dsp:cNvSpPr/>
      </dsp:nvSpPr>
      <dsp:spPr>
        <a:xfrm rot="5400000">
          <a:off x="-125740" y="1562392"/>
          <a:ext cx="838271" cy="586790"/>
        </a:xfrm>
        <a:prstGeom prst="chevron">
          <a:avLst/>
        </a:prstGeom>
        <a:solidFill>
          <a:schemeClr val="accent3">
            <a:hueOff val="1069333"/>
            <a:satOff val="11163"/>
            <a:lumOff val="10000"/>
            <a:alphaOff val="0"/>
          </a:schemeClr>
        </a:solidFill>
        <a:ln w="3175" cap="flat" cmpd="sng" algn="ctr">
          <a:solidFill>
            <a:schemeClr val="accent3">
              <a:hueOff val="1069333"/>
              <a:satOff val="11163"/>
              <a:lumOff val="10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3</a:t>
          </a:r>
        </a:p>
      </dsp:txBody>
      <dsp:txXfrm rot="-5400000">
        <a:off x="1" y="1730046"/>
        <a:ext cx="586790" cy="251481"/>
      </dsp:txXfrm>
    </dsp:sp>
    <dsp:sp modelId="{67210931-9241-BB47-82D5-C8004DC8253E}">
      <dsp:nvSpPr>
        <dsp:cNvPr id="0" name=""/>
        <dsp:cNvSpPr/>
      </dsp:nvSpPr>
      <dsp:spPr>
        <a:xfrm rot="5400000">
          <a:off x="4440557" y="-2417115"/>
          <a:ext cx="544876" cy="8252410"/>
        </a:xfrm>
        <a:prstGeom prst="round2SameRect">
          <a:avLst/>
        </a:prstGeom>
        <a:solidFill>
          <a:schemeClr val="lt1">
            <a:alpha val="90000"/>
            <a:hueOff val="0"/>
            <a:satOff val="0"/>
            <a:lumOff val="0"/>
            <a:alphaOff val="0"/>
          </a:schemeClr>
        </a:solidFill>
        <a:ln w="3175" cap="flat" cmpd="sng" algn="ctr">
          <a:solidFill>
            <a:schemeClr val="accent3">
              <a:hueOff val="1069333"/>
              <a:satOff val="11163"/>
              <a:lumOff val="10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How Oracle brings the portfolio together.</a:t>
          </a:r>
          <a:endParaRPr lang="en-US" sz="3000" kern="1200" dirty="0"/>
        </a:p>
      </dsp:txBody>
      <dsp:txXfrm rot="-5400000">
        <a:off x="586791" y="1463250"/>
        <a:ext cx="8225811" cy="491678"/>
      </dsp:txXfrm>
    </dsp:sp>
    <dsp:sp modelId="{26F5C89B-B5D3-B348-B67B-540145C617F7}">
      <dsp:nvSpPr>
        <dsp:cNvPr id="0" name=""/>
        <dsp:cNvSpPr/>
      </dsp:nvSpPr>
      <dsp:spPr>
        <a:xfrm rot="5400000">
          <a:off x="-125740" y="2279679"/>
          <a:ext cx="838271" cy="586790"/>
        </a:xfrm>
        <a:prstGeom prst="chevron">
          <a:avLst/>
        </a:prstGeom>
        <a:solidFill>
          <a:schemeClr val="accent3">
            <a:hueOff val="1603999"/>
            <a:satOff val="16745"/>
            <a:lumOff val="15000"/>
            <a:alphaOff val="0"/>
          </a:schemeClr>
        </a:solidFill>
        <a:ln w="3175" cap="flat" cmpd="sng" algn="ctr">
          <a:solidFill>
            <a:schemeClr val="accent3">
              <a:hueOff val="1603999"/>
              <a:satOff val="16745"/>
              <a:lumOff val="15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4</a:t>
          </a:r>
        </a:p>
      </dsp:txBody>
      <dsp:txXfrm rot="-5400000">
        <a:off x="1" y="2447333"/>
        <a:ext cx="586790" cy="251481"/>
      </dsp:txXfrm>
    </dsp:sp>
    <dsp:sp modelId="{5C846370-8D46-5549-9889-F9AE73425EE7}">
      <dsp:nvSpPr>
        <dsp:cNvPr id="0" name=""/>
        <dsp:cNvSpPr/>
      </dsp:nvSpPr>
      <dsp:spPr>
        <a:xfrm rot="5400000">
          <a:off x="4440557" y="-1699828"/>
          <a:ext cx="544876" cy="8252410"/>
        </a:xfrm>
        <a:prstGeom prst="round2SameRect">
          <a:avLst/>
        </a:prstGeom>
        <a:solidFill>
          <a:schemeClr val="lt1">
            <a:alpha val="90000"/>
            <a:hueOff val="0"/>
            <a:satOff val="0"/>
            <a:lumOff val="0"/>
            <a:alphaOff val="0"/>
          </a:schemeClr>
        </a:solidFill>
        <a:ln w="3175" cap="flat" cmpd="sng" algn="ctr">
          <a:solidFill>
            <a:schemeClr val="accent3">
              <a:hueOff val="1603999"/>
              <a:satOff val="16745"/>
              <a:lumOff val="15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Where practical AI fits.</a:t>
          </a:r>
          <a:endParaRPr lang="en-US" sz="3000" kern="1200" dirty="0"/>
        </a:p>
      </dsp:txBody>
      <dsp:txXfrm rot="-5400000">
        <a:off x="586791" y="2180537"/>
        <a:ext cx="8225811" cy="491678"/>
      </dsp:txXfrm>
    </dsp:sp>
    <dsp:sp modelId="{27BC20E8-8DEE-CC49-8325-DBF43554E126}">
      <dsp:nvSpPr>
        <dsp:cNvPr id="0" name=""/>
        <dsp:cNvSpPr/>
      </dsp:nvSpPr>
      <dsp:spPr>
        <a:xfrm rot="5400000">
          <a:off x="-125740" y="2996965"/>
          <a:ext cx="838271" cy="586790"/>
        </a:xfrm>
        <a:prstGeom prst="chevron">
          <a:avLst/>
        </a:prstGeom>
        <a:solidFill>
          <a:schemeClr val="accent3">
            <a:hueOff val="2138666"/>
            <a:satOff val="22326"/>
            <a:lumOff val="20000"/>
            <a:alphaOff val="0"/>
          </a:schemeClr>
        </a:solidFill>
        <a:ln w="3175" cap="flat" cmpd="sng" algn="ctr">
          <a:solidFill>
            <a:schemeClr val="accent3">
              <a:hueOff val="2138666"/>
              <a:satOff val="22326"/>
              <a:lumOff val="20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5</a:t>
          </a:r>
        </a:p>
      </dsp:txBody>
      <dsp:txXfrm rot="-5400000">
        <a:off x="1" y="3164619"/>
        <a:ext cx="586790" cy="251481"/>
      </dsp:txXfrm>
    </dsp:sp>
    <dsp:sp modelId="{1B6C768B-3AB9-994D-B6C3-DF22863EC554}">
      <dsp:nvSpPr>
        <dsp:cNvPr id="0" name=""/>
        <dsp:cNvSpPr/>
      </dsp:nvSpPr>
      <dsp:spPr>
        <a:xfrm rot="5400000">
          <a:off x="4440557" y="-982541"/>
          <a:ext cx="544876" cy="8252410"/>
        </a:xfrm>
        <a:prstGeom prst="round2SameRect">
          <a:avLst/>
        </a:prstGeom>
        <a:solidFill>
          <a:schemeClr val="lt1">
            <a:alpha val="90000"/>
            <a:hueOff val="0"/>
            <a:satOff val="0"/>
            <a:lumOff val="0"/>
            <a:alphaOff val="0"/>
          </a:schemeClr>
        </a:solidFill>
        <a:ln w="3175" cap="flat" cmpd="sng" algn="ctr">
          <a:solidFill>
            <a:schemeClr val="accent3">
              <a:hueOff val="2138666"/>
              <a:satOff val="22326"/>
              <a:lumOff val="20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How to start the next outcome conversation.</a:t>
          </a:r>
          <a:endParaRPr lang="en-US" sz="3000" kern="1200" dirty="0"/>
        </a:p>
      </dsp:txBody>
      <dsp:txXfrm rot="-5400000">
        <a:off x="586791" y="2897824"/>
        <a:ext cx="8225811" cy="4916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8EE67-5035-B441-A8AD-CFA3FC3E3A74}">
      <dsp:nvSpPr>
        <dsp:cNvPr id="0" name=""/>
        <dsp:cNvSpPr/>
      </dsp:nvSpPr>
      <dsp:spPr>
        <a:xfrm>
          <a:off x="-5097234" y="-780862"/>
          <a:ext cx="6070224" cy="6070224"/>
        </a:xfrm>
        <a:prstGeom prst="blockArc">
          <a:avLst>
            <a:gd name="adj1" fmla="val 18900000"/>
            <a:gd name="adj2" fmla="val 2700000"/>
            <a:gd name="adj3" fmla="val 356"/>
          </a:avLst>
        </a:prstGeom>
        <a:noFill/>
        <a:ln w="101600" cap="flat" cmpd="sng" algn="ctr">
          <a:gradFill>
            <a:gsLst>
              <a:gs pos="0">
                <a:schemeClr val="accent3"/>
              </a:gs>
              <a:gs pos="50000">
                <a:srgbClr val="E08B4E"/>
              </a:gs>
              <a:gs pos="25000">
                <a:srgbClr val="D5683F"/>
              </a:gs>
              <a:gs pos="75000">
                <a:srgbClr val="E8AD5F"/>
              </a:gs>
              <a:gs pos="100000">
                <a:srgbClr val="F0CC71"/>
              </a:gs>
            </a:gsLst>
            <a:lin ang="5400000" scaled="1"/>
          </a:gradFill>
          <a:prstDash val="solid"/>
          <a:bevel/>
        </a:ln>
        <a:effectLst/>
      </dsp:spPr>
      <dsp:style>
        <a:lnRef idx="2">
          <a:scrgbClr r="0" g="0" b="0"/>
        </a:lnRef>
        <a:fillRef idx="0">
          <a:scrgbClr r="0" g="0" b="0"/>
        </a:fillRef>
        <a:effectRef idx="0">
          <a:scrgbClr r="0" g="0" b="0"/>
        </a:effectRef>
        <a:fontRef idx="minor"/>
      </dsp:style>
    </dsp:sp>
    <dsp:sp modelId="{75E05890-9CCD-AF4C-8E1D-ED1B1C2D1AD6}">
      <dsp:nvSpPr>
        <dsp:cNvPr id="0" name=""/>
        <dsp:cNvSpPr/>
      </dsp:nvSpPr>
      <dsp:spPr>
        <a:xfrm>
          <a:off x="425612" y="281691"/>
          <a:ext cx="10183355" cy="563742"/>
        </a:xfrm>
        <a:prstGeom prst="rect">
          <a:avLst/>
        </a:prstGeom>
        <a:solidFill>
          <a:schemeClr val="accent3">
            <a:hueOff val="0"/>
            <a:satOff val="0"/>
            <a:lumOff val="0"/>
            <a:alphaOff val="0"/>
          </a:schemeClr>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Start with the outcome your business needs to improve.</a:t>
          </a:r>
          <a:endParaRPr lang="en-US" sz="2100" kern="1200" dirty="0">
            <a:ln>
              <a:solidFill>
                <a:schemeClr val="lt1">
                  <a:hueOff val="0"/>
                  <a:satOff val="0"/>
                  <a:lumOff val="0"/>
                </a:schemeClr>
              </a:solidFill>
            </a:ln>
          </a:endParaRPr>
        </a:p>
      </dsp:txBody>
      <dsp:txXfrm>
        <a:off x="425612" y="281691"/>
        <a:ext cx="10183355" cy="563742"/>
      </dsp:txXfrm>
    </dsp:sp>
    <dsp:sp modelId="{BE4AAAEE-3969-6048-B454-4DA549B245D2}">
      <dsp:nvSpPr>
        <dsp:cNvPr id="0" name=""/>
        <dsp:cNvSpPr/>
      </dsp:nvSpPr>
      <dsp:spPr>
        <a:xfrm>
          <a:off x="73273" y="211223"/>
          <a:ext cx="704678" cy="704678"/>
        </a:xfrm>
        <a:prstGeom prst="ellipse">
          <a:avLst/>
        </a:prstGeom>
        <a:blipFill rotWithShape="0">
          <a:blip xmlns:r="http://schemas.openxmlformats.org/officeDocument/2006/relationships" r:embed="rId1" cstate="screen">
            <a:extLst>
              <a:ext uri="{28A0092B-C50C-407E-A947-70E740481C1C}">
                <a14:useLocalDpi xmlns:a14="http://schemas.microsoft.com/office/drawing/2010/main"/>
              </a:ext>
            </a:extLst>
          </a:blip>
          <a:stretch>
            <a:fillRect/>
          </a:stretch>
        </a:blipFill>
        <a:ln w="31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3C6122-50C3-244E-9A37-015534A6BC4F}">
      <dsp:nvSpPr>
        <dsp:cNvPr id="0" name=""/>
        <dsp:cNvSpPr/>
      </dsp:nvSpPr>
      <dsp:spPr>
        <a:xfrm>
          <a:off x="829574" y="1127034"/>
          <a:ext cx="9779393" cy="563742"/>
        </a:xfrm>
        <a:prstGeom prst="rect">
          <a:avLst/>
        </a:prstGeom>
        <a:solidFill>
          <a:schemeClr val="accent3">
            <a:hueOff val="534666"/>
            <a:satOff val="5582"/>
            <a:lumOff val="5000"/>
            <a:alphaOff val="0"/>
          </a:schemeClr>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Connect that outcome to processes, data, decisions, execution, and trust.</a:t>
          </a:r>
          <a:endParaRPr lang="en-US" sz="2100" kern="1200" dirty="0">
            <a:ln>
              <a:solidFill>
                <a:schemeClr val="lt1">
                  <a:hueOff val="0"/>
                  <a:satOff val="0"/>
                  <a:lumOff val="0"/>
                </a:schemeClr>
              </a:solidFill>
            </a:ln>
          </a:endParaRPr>
        </a:p>
      </dsp:txBody>
      <dsp:txXfrm>
        <a:off x="829574" y="1127034"/>
        <a:ext cx="9779393" cy="563742"/>
      </dsp:txXfrm>
    </dsp:sp>
    <dsp:sp modelId="{AD2C4740-5453-7A4E-833E-5737BFA47C92}">
      <dsp:nvSpPr>
        <dsp:cNvPr id="0" name=""/>
        <dsp:cNvSpPr/>
      </dsp:nvSpPr>
      <dsp:spPr>
        <a:xfrm>
          <a:off x="477235" y="1056566"/>
          <a:ext cx="704678" cy="704678"/>
        </a:xfrm>
        <a:prstGeom prst="ellipse">
          <a:avLst/>
        </a:prstGeom>
        <a:blipFill rotWithShape="0">
          <a:blip xmlns:r="http://schemas.openxmlformats.org/officeDocument/2006/relationships" r:embed="rId2" cstate="screen">
            <a:extLst>
              <a:ext uri="{28A0092B-C50C-407E-A947-70E740481C1C}">
                <a14:useLocalDpi xmlns:a14="http://schemas.microsoft.com/office/drawing/2010/main"/>
              </a:ext>
            </a:extLst>
          </a:blip>
          <a:stretch>
            <a:fillRect/>
          </a:stretch>
        </a:blipFill>
        <a:ln w="3175" cap="flat" cmpd="sng" algn="ctr">
          <a:solidFill>
            <a:schemeClr val="accent3">
              <a:hueOff val="534666"/>
              <a:satOff val="5582"/>
              <a:lumOff val="5000"/>
              <a:alphaOff val="0"/>
            </a:schemeClr>
          </a:solidFill>
          <a:prstDash val="solid"/>
        </a:ln>
        <a:effectLst/>
      </dsp:spPr>
      <dsp:style>
        <a:lnRef idx="2">
          <a:scrgbClr r="0" g="0" b="0"/>
        </a:lnRef>
        <a:fillRef idx="1">
          <a:scrgbClr r="0" g="0" b="0"/>
        </a:fillRef>
        <a:effectRef idx="0">
          <a:scrgbClr r="0" g="0" b="0"/>
        </a:effectRef>
        <a:fontRef idx="minor"/>
      </dsp:style>
    </dsp:sp>
    <dsp:sp modelId="{84E3C4F9-62F9-2046-B8F7-BC5ACD6472F6}">
      <dsp:nvSpPr>
        <dsp:cNvPr id="0" name=""/>
        <dsp:cNvSpPr/>
      </dsp:nvSpPr>
      <dsp:spPr>
        <a:xfrm>
          <a:off x="953558" y="1972378"/>
          <a:ext cx="9655409" cy="563742"/>
        </a:xfrm>
        <a:prstGeom prst="rect">
          <a:avLst/>
        </a:prstGeom>
        <a:solidFill>
          <a:schemeClr val="accent3">
            <a:hueOff val="1069333"/>
            <a:satOff val="11163"/>
            <a:lumOff val="10000"/>
            <a:alphaOff val="0"/>
          </a:schemeClr>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Identify Oracle capabilities only where they clarify the path to value.</a:t>
          </a:r>
          <a:endParaRPr lang="en-US" sz="2100" kern="1200" dirty="0">
            <a:ln>
              <a:solidFill>
                <a:schemeClr val="lt1">
                  <a:hueOff val="0"/>
                  <a:satOff val="0"/>
                  <a:lumOff val="0"/>
                </a:schemeClr>
              </a:solidFill>
            </a:ln>
          </a:endParaRPr>
        </a:p>
      </dsp:txBody>
      <dsp:txXfrm>
        <a:off x="953558" y="1972378"/>
        <a:ext cx="9655409" cy="563742"/>
      </dsp:txXfrm>
    </dsp:sp>
    <dsp:sp modelId="{74A2A63E-D627-B04B-81AE-0A2B2541553E}">
      <dsp:nvSpPr>
        <dsp:cNvPr id="0" name=""/>
        <dsp:cNvSpPr/>
      </dsp:nvSpPr>
      <dsp:spPr>
        <a:xfrm>
          <a:off x="601218" y="1901910"/>
          <a:ext cx="704678" cy="704678"/>
        </a:xfrm>
        <a:prstGeom prst="ellipse">
          <a:avLst/>
        </a:prstGeom>
        <a:blipFill rotWithShape="0">
          <a:blip xmlns:r="http://schemas.openxmlformats.org/officeDocument/2006/relationships" r:embed="rId3" cstate="screen">
            <a:extLst>
              <a:ext uri="{28A0092B-C50C-407E-A947-70E740481C1C}">
                <a14:useLocalDpi xmlns:a14="http://schemas.microsoft.com/office/drawing/2010/main"/>
              </a:ext>
            </a:extLst>
          </a:blip>
          <a:stretch>
            <a:fillRect/>
          </a:stretch>
        </a:blipFill>
        <a:ln w="3175" cap="flat" cmpd="sng" algn="ctr">
          <a:solidFill>
            <a:schemeClr val="accent3">
              <a:hueOff val="1069333"/>
              <a:satOff val="11163"/>
              <a:lumOff val="10000"/>
              <a:alphaOff val="0"/>
            </a:schemeClr>
          </a:solidFill>
          <a:prstDash val="solid"/>
        </a:ln>
        <a:effectLst/>
      </dsp:spPr>
      <dsp:style>
        <a:lnRef idx="2">
          <a:scrgbClr r="0" g="0" b="0"/>
        </a:lnRef>
        <a:fillRef idx="1">
          <a:scrgbClr r="0" g="0" b="0"/>
        </a:fillRef>
        <a:effectRef idx="0">
          <a:scrgbClr r="0" g="0" b="0"/>
        </a:effectRef>
        <a:fontRef idx="minor"/>
      </dsp:style>
    </dsp:sp>
    <dsp:sp modelId="{86628370-6F5B-4A43-BF2E-0A01AB1D6214}">
      <dsp:nvSpPr>
        <dsp:cNvPr id="0" name=""/>
        <dsp:cNvSpPr/>
      </dsp:nvSpPr>
      <dsp:spPr>
        <a:xfrm>
          <a:off x="829574" y="2817722"/>
          <a:ext cx="9779393" cy="563742"/>
        </a:xfrm>
        <a:prstGeom prst="rect">
          <a:avLst/>
        </a:prstGeom>
        <a:solidFill>
          <a:srgbClr val="DBA35A"/>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Coordinate applications, data, cloud, AI, and integration behind the outcome.</a:t>
          </a:r>
          <a:endParaRPr lang="en-US" sz="2100" kern="1200" dirty="0">
            <a:ln>
              <a:solidFill>
                <a:schemeClr val="lt1">
                  <a:hueOff val="0"/>
                  <a:satOff val="0"/>
                  <a:lumOff val="0"/>
                </a:schemeClr>
              </a:solidFill>
            </a:ln>
          </a:endParaRPr>
        </a:p>
      </dsp:txBody>
      <dsp:txXfrm>
        <a:off x="829574" y="2817722"/>
        <a:ext cx="9779393" cy="563742"/>
      </dsp:txXfrm>
    </dsp:sp>
    <dsp:sp modelId="{4DC2872F-B29E-C34C-A780-D3D3653CA647}">
      <dsp:nvSpPr>
        <dsp:cNvPr id="0" name=""/>
        <dsp:cNvSpPr/>
      </dsp:nvSpPr>
      <dsp:spPr>
        <a:xfrm>
          <a:off x="477235" y="2747254"/>
          <a:ext cx="704678" cy="704678"/>
        </a:xfrm>
        <a:prstGeom prst="ellipse">
          <a:avLst/>
        </a:prstGeom>
        <a:blipFill dpi="0" rotWithShape="0">
          <a:blip xmlns:r="http://schemas.openxmlformats.org/officeDocument/2006/relationships" r:embed="rId4" cstate="screen">
            <a:extLst>
              <a:ext uri="{28A0092B-C50C-407E-A947-70E740481C1C}">
                <a14:useLocalDpi xmlns:a14="http://schemas.microsoft.com/office/drawing/2010/main"/>
              </a:ext>
            </a:extLst>
          </a:blip>
          <a:srcRect/>
          <a:stretch>
            <a:fillRect r="1" b="1"/>
          </a:stretch>
        </a:blipFill>
        <a:ln w="3175" cap="flat" cmpd="sng" algn="ctr">
          <a:solidFill>
            <a:schemeClr val="accent3">
              <a:hueOff val="1603999"/>
              <a:satOff val="16745"/>
              <a:lumOff val="15000"/>
              <a:alphaOff val="0"/>
            </a:schemeClr>
          </a:solidFill>
          <a:prstDash val="solid"/>
        </a:ln>
        <a:effectLst/>
      </dsp:spPr>
      <dsp:style>
        <a:lnRef idx="2">
          <a:scrgbClr r="0" g="0" b="0"/>
        </a:lnRef>
        <a:fillRef idx="1">
          <a:scrgbClr r="0" g="0" b="0"/>
        </a:fillRef>
        <a:effectRef idx="0">
          <a:scrgbClr r="0" g="0" b="0"/>
        </a:effectRef>
        <a:fontRef idx="minor"/>
      </dsp:style>
    </dsp:sp>
    <dsp:sp modelId="{C1266DE5-FD74-F447-A71C-47CDF47EE393}">
      <dsp:nvSpPr>
        <dsp:cNvPr id="0" name=""/>
        <dsp:cNvSpPr/>
      </dsp:nvSpPr>
      <dsp:spPr>
        <a:xfrm>
          <a:off x="425612" y="3663066"/>
          <a:ext cx="10183355" cy="563742"/>
        </a:xfrm>
        <a:prstGeom prst="rect">
          <a:avLst/>
        </a:prstGeom>
        <a:solidFill>
          <a:srgbClr val="CFB060"/>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Help teams execute with less customer-managed complexity.</a:t>
          </a:r>
          <a:endParaRPr lang="en-US" sz="2100" kern="1200" dirty="0">
            <a:ln>
              <a:solidFill>
                <a:schemeClr val="lt1">
                  <a:hueOff val="0"/>
                  <a:satOff val="0"/>
                  <a:lumOff val="0"/>
                </a:schemeClr>
              </a:solidFill>
            </a:ln>
          </a:endParaRPr>
        </a:p>
      </dsp:txBody>
      <dsp:txXfrm>
        <a:off x="425612" y="3663066"/>
        <a:ext cx="10183355" cy="563742"/>
      </dsp:txXfrm>
    </dsp:sp>
    <dsp:sp modelId="{CB482CDC-CC6E-5343-B0B6-006183AF22C7}">
      <dsp:nvSpPr>
        <dsp:cNvPr id="0" name=""/>
        <dsp:cNvSpPr/>
      </dsp:nvSpPr>
      <dsp:spPr>
        <a:xfrm>
          <a:off x="73273" y="3592598"/>
          <a:ext cx="704678" cy="704678"/>
        </a:xfrm>
        <a:prstGeom prst="ellipse">
          <a:avLst/>
        </a:prstGeom>
        <a:blipFill rotWithShape="0">
          <a:blip xmlns:r="http://schemas.openxmlformats.org/officeDocument/2006/relationships" r:embed="rId5" cstate="screen">
            <a:extLst>
              <a:ext uri="{28A0092B-C50C-407E-A947-70E740481C1C}">
                <a14:useLocalDpi xmlns:a14="http://schemas.microsoft.com/office/drawing/2010/main"/>
              </a:ext>
            </a:extLst>
          </a:blip>
          <a:stretch>
            <a:fillRect/>
          </a:stretch>
        </a:blipFill>
        <a:ln w="3175" cap="flat" cmpd="sng" algn="ctr">
          <a:solidFill>
            <a:schemeClr val="accent3">
              <a:hueOff val="2138666"/>
              <a:satOff val="22326"/>
              <a:lumOff val="2000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F6494F-8DBF-374D-9558-C80BA3404EC8}">
      <dsp:nvSpPr>
        <dsp:cNvPr id="0" name=""/>
        <dsp:cNvSpPr/>
      </dsp:nvSpPr>
      <dsp:spPr>
        <a:xfrm rot="10800000">
          <a:off x="2691747" y="2201"/>
          <a:ext cx="9941560" cy="750682"/>
        </a:xfrm>
        <a:prstGeom prst="homePlate">
          <a:avLst/>
        </a:prstGeom>
        <a:solidFill>
          <a:schemeClr val="accent1">
            <a:shade val="80000"/>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Enterprise applications carry the processes, approvals, and decisions that run the business.</a:t>
          </a:r>
          <a:endParaRPr lang="en-US" sz="1800" kern="1200" dirty="0"/>
        </a:p>
      </dsp:txBody>
      <dsp:txXfrm rot="10800000">
        <a:off x="2879417" y="2201"/>
        <a:ext cx="9753890" cy="750682"/>
      </dsp:txXfrm>
    </dsp:sp>
    <dsp:sp modelId="{64A604DC-9E6F-9A47-89E8-A195EC03B009}">
      <dsp:nvSpPr>
        <dsp:cNvPr id="0" name=""/>
        <dsp:cNvSpPr/>
      </dsp:nvSpPr>
      <dsp:spPr>
        <a:xfrm>
          <a:off x="1949307" y="2201"/>
          <a:ext cx="750682" cy="750682"/>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F03F42D1-F92D-2C41-96C9-CF924E1253B3}">
      <dsp:nvSpPr>
        <dsp:cNvPr id="0" name=""/>
        <dsp:cNvSpPr/>
      </dsp:nvSpPr>
      <dsp:spPr>
        <a:xfrm rot="10800000">
          <a:off x="2691747" y="940554"/>
          <a:ext cx="9941560" cy="750682"/>
        </a:xfrm>
        <a:prstGeom prst="homePlate">
          <a:avLst/>
        </a:prstGeom>
        <a:solidFill>
          <a:schemeClr val="accent1">
            <a:shade val="80000"/>
            <a:hueOff val="155771"/>
            <a:satOff val="-20451"/>
            <a:lumOff val="10673"/>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Fusion Apps help organize work around finance, </a:t>
          </a:r>
          <a:br>
            <a:rPr lang="en-US" sz="1800" b="0" i="0" kern="1200" dirty="0"/>
          </a:br>
          <a:r>
            <a:rPr lang="en-US" sz="1800" b="0" i="0" kern="1200" dirty="0"/>
            <a:t>HR, supply chain, customer, and operational priorities.</a:t>
          </a:r>
          <a:endParaRPr lang="en-US" sz="1800" kern="1200" dirty="0"/>
        </a:p>
      </dsp:txBody>
      <dsp:txXfrm rot="10800000">
        <a:off x="2879417" y="940554"/>
        <a:ext cx="9753890" cy="750682"/>
      </dsp:txXfrm>
    </dsp:sp>
    <dsp:sp modelId="{9D9750C2-DAE0-8845-9D4A-0AD0C97D8A2E}">
      <dsp:nvSpPr>
        <dsp:cNvPr id="0" name=""/>
        <dsp:cNvSpPr/>
      </dsp:nvSpPr>
      <dsp:spPr>
        <a:xfrm>
          <a:off x="1949307" y="940554"/>
          <a:ext cx="750682" cy="75068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57991346-3EFB-3E4E-B154-2B0B56F10258}">
      <dsp:nvSpPr>
        <dsp:cNvPr id="0" name=""/>
        <dsp:cNvSpPr/>
      </dsp:nvSpPr>
      <dsp:spPr>
        <a:xfrm rot="10800000">
          <a:off x="2691747" y="1878908"/>
          <a:ext cx="9941560" cy="750682"/>
        </a:xfrm>
        <a:prstGeom prst="homePlate">
          <a:avLst/>
        </a:prstGeom>
        <a:solidFill>
          <a:schemeClr val="accent1">
            <a:shade val="80000"/>
            <a:hueOff val="311542"/>
            <a:satOff val="-40903"/>
            <a:lumOff val="21347"/>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Application context makes AI more useful because it is grounded in real workflows.</a:t>
          </a:r>
          <a:endParaRPr lang="en-US" sz="1800" kern="1200" dirty="0"/>
        </a:p>
      </dsp:txBody>
      <dsp:txXfrm rot="10800000">
        <a:off x="2879417" y="1878908"/>
        <a:ext cx="9753890" cy="750682"/>
      </dsp:txXfrm>
    </dsp:sp>
    <dsp:sp modelId="{EC63BB3D-3D5F-AC48-A1B1-ECF13CAEF51B}">
      <dsp:nvSpPr>
        <dsp:cNvPr id="0" name=""/>
        <dsp:cNvSpPr/>
      </dsp:nvSpPr>
      <dsp:spPr>
        <a:xfrm>
          <a:off x="1949307" y="1878908"/>
          <a:ext cx="750682" cy="75068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9D873F11-D575-7746-90CB-074CD2E6B6D8}">
      <dsp:nvSpPr>
        <dsp:cNvPr id="0" name=""/>
        <dsp:cNvSpPr/>
      </dsp:nvSpPr>
      <dsp:spPr>
        <a:xfrm rot="10800000">
          <a:off x="2691747" y="2817262"/>
          <a:ext cx="9941560" cy="750682"/>
        </a:xfrm>
        <a:prstGeom prst="homePlate">
          <a:avLst/>
        </a:prstGeom>
        <a:solidFill>
          <a:schemeClr val="accent1">
            <a:shade val="80000"/>
            <a:hueOff val="467313"/>
            <a:satOff val="-61354"/>
            <a:lumOff val="3202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This is often where the outcome conversation starts.</a:t>
          </a:r>
          <a:endParaRPr lang="en-US" sz="1800" kern="1200" dirty="0"/>
        </a:p>
      </dsp:txBody>
      <dsp:txXfrm rot="10800000">
        <a:off x="2879417" y="2817262"/>
        <a:ext cx="9753890" cy="750682"/>
      </dsp:txXfrm>
    </dsp:sp>
    <dsp:sp modelId="{48723828-20AF-5A4A-B815-DD953825C3CE}">
      <dsp:nvSpPr>
        <dsp:cNvPr id="0" name=""/>
        <dsp:cNvSpPr/>
      </dsp:nvSpPr>
      <dsp:spPr>
        <a:xfrm>
          <a:off x="1949307" y="2817262"/>
          <a:ext cx="750682" cy="75068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7EF105FC-58DA-4641-89F9-DFBFDCC19A47}">
      <dsp:nvSpPr>
        <dsp:cNvPr id="0" name=""/>
        <dsp:cNvSpPr/>
      </dsp:nvSpPr>
      <dsp:spPr>
        <a:xfrm rot="10800000">
          <a:off x="2691747" y="3755615"/>
          <a:ext cx="9941560" cy="750682"/>
        </a:xfrm>
        <a:prstGeom prst="homePlate">
          <a:avLst/>
        </a:prstGeom>
        <a:solidFill>
          <a:schemeClr val="accent1">
            <a:shade val="80000"/>
            <a:hueOff val="623084"/>
            <a:satOff val="-81805"/>
            <a:lumOff val="42693"/>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The value expands when applications connect to data, cloud, and integration.</a:t>
          </a:r>
          <a:endParaRPr lang="en-US" sz="1800" kern="1200" dirty="0"/>
        </a:p>
      </dsp:txBody>
      <dsp:txXfrm rot="10800000">
        <a:off x="2879417" y="3755615"/>
        <a:ext cx="9753890" cy="750682"/>
      </dsp:txXfrm>
    </dsp:sp>
    <dsp:sp modelId="{66A44305-199E-634A-AE9B-90589EA4937B}">
      <dsp:nvSpPr>
        <dsp:cNvPr id="0" name=""/>
        <dsp:cNvSpPr/>
      </dsp:nvSpPr>
      <dsp:spPr>
        <a:xfrm>
          <a:off x="1949307" y="3755615"/>
          <a:ext cx="750682" cy="750682"/>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4BB5F-E30A-1940-B812-867920A22506}">
      <dsp:nvSpPr>
        <dsp:cNvPr id="0" name=""/>
        <dsp:cNvSpPr/>
      </dsp:nvSpPr>
      <dsp:spPr>
        <a:xfrm rot="10800000">
          <a:off x="2634616" y="2201"/>
          <a:ext cx="9714738" cy="750682"/>
        </a:xfrm>
        <a:prstGeom prst="homePlate">
          <a:avLst/>
        </a:prstGeom>
        <a:solidFill>
          <a:schemeClr val="accent2">
            <a:shade val="80000"/>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Enterprise outcomes depend on trusted data.</a:t>
          </a:r>
          <a:endParaRPr lang="en-US" sz="1800" kern="1200" dirty="0"/>
        </a:p>
      </dsp:txBody>
      <dsp:txXfrm rot="10800000">
        <a:off x="2822286" y="2201"/>
        <a:ext cx="9527068" cy="750682"/>
      </dsp:txXfrm>
    </dsp:sp>
    <dsp:sp modelId="{DD36B553-7B9D-A349-A862-8D285F3FE80F}">
      <dsp:nvSpPr>
        <dsp:cNvPr id="0" name=""/>
        <dsp:cNvSpPr/>
      </dsp:nvSpPr>
      <dsp:spPr>
        <a:xfrm>
          <a:off x="1892175" y="2201"/>
          <a:ext cx="750682" cy="750682"/>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00302D8A-A7F6-BD48-A640-2F23C6AE0F13}">
      <dsp:nvSpPr>
        <dsp:cNvPr id="0" name=""/>
        <dsp:cNvSpPr/>
      </dsp:nvSpPr>
      <dsp:spPr>
        <a:xfrm rot="10800000">
          <a:off x="2634616" y="940554"/>
          <a:ext cx="9714738" cy="750682"/>
        </a:xfrm>
        <a:prstGeom prst="homePlate">
          <a:avLst/>
        </a:prstGeom>
        <a:solidFill>
          <a:schemeClr val="accent2">
            <a:shade val="80000"/>
            <a:hueOff val="40827"/>
            <a:satOff val="-4763"/>
            <a:lumOff val="8516"/>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Oracle's database and data capabilities support the information core behind decisions.</a:t>
          </a:r>
          <a:endParaRPr lang="en-US" sz="1800" kern="1200" dirty="0"/>
        </a:p>
      </dsp:txBody>
      <dsp:txXfrm rot="10800000">
        <a:off x="2822286" y="940554"/>
        <a:ext cx="9527068" cy="750682"/>
      </dsp:txXfrm>
    </dsp:sp>
    <dsp:sp modelId="{FF2920AC-4AF6-9E44-B3D0-C87B11463126}">
      <dsp:nvSpPr>
        <dsp:cNvPr id="0" name=""/>
        <dsp:cNvSpPr/>
      </dsp:nvSpPr>
      <dsp:spPr>
        <a:xfrm>
          <a:off x="1892175" y="940554"/>
          <a:ext cx="750682" cy="75068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59536076-A598-6E4E-824D-7AE0D2462484}">
      <dsp:nvSpPr>
        <dsp:cNvPr id="0" name=""/>
        <dsp:cNvSpPr/>
      </dsp:nvSpPr>
      <dsp:spPr>
        <a:xfrm rot="10800000">
          <a:off x="2634616" y="1878908"/>
          <a:ext cx="9714738" cy="750682"/>
        </a:xfrm>
        <a:prstGeom prst="homePlate">
          <a:avLst/>
        </a:prstGeom>
        <a:solidFill>
          <a:schemeClr val="accent2">
            <a:shade val="80000"/>
            <a:hueOff val="81655"/>
            <a:satOff val="-9525"/>
            <a:lumOff val="17033"/>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Better data context improves application, AI, and analytics conversations.</a:t>
          </a:r>
          <a:endParaRPr lang="en-US" sz="1800" kern="1200" dirty="0"/>
        </a:p>
      </dsp:txBody>
      <dsp:txXfrm rot="10800000">
        <a:off x="2822286" y="1878908"/>
        <a:ext cx="9527068" cy="750682"/>
      </dsp:txXfrm>
    </dsp:sp>
    <dsp:sp modelId="{BBD9D660-A2D7-7047-8724-EDC3067B25B7}">
      <dsp:nvSpPr>
        <dsp:cNvPr id="0" name=""/>
        <dsp:cNvSpPr/>
      </dsp:nvSpPr>
      <dsp:spPr>
        <a:xfrm>
          <a:off x="1892175" y="1878908"/>
          <a:ext cx="750682" cy="75068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C32C52F3-72F1-6F4C-A7B1-82D460AC460B}">
      <dsp:nvSpPr>
        <dsp:cNvPr id="0" name=""/>
        <dsp:cNvSpPr/>
      </dsp:nvSpPr>
      <dsp:spPr>
        <a:xfrm rot="10800000">
          <a:off x="2634616" y="2817262"/>
          <a:ext cx="9714738" cy="750682"/>
        </a:xfrm>
        <a:prstGeom prst="homePlate">
          <a:avLst/>
        </a:prstGeom>
        <a:solidFill>
          <a:schemeClr val="accent2">
            <a:shade val="80000"/>
            <a:hueOff val="122482"/>
            <a:satOff val="-14288"/>
            <a:lumOff val="25549"/>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Trustworthy data helps teams move from insight to action with more confidence.</a:t>
          </a:r>
          <a:endParaRPr lang="en-US" sz="1800" kern="1200" dirty="0"/>
        </a:p>
      </dsp:txBody>
      <dsp:txXfrm rot="10800000">
        <a:off x="2822286" y="2817262"/>
        <a:ext cx="9527068" cy="750682"/>
      </dsp:txXfrm>
    </dsp:sp>
    <dsp:sp modelId="{7D905D18-3911-1A46-8BFA-2D32DBE9768E}">
      <dsp:nvSpPr>
        <dsp:cNvPr id="0" name=""/>
        <dsp:cNvSpPr/>
      </dsp:nvSpPr>
      <dsp:spPr>
        <a:xfrm>
          <a:off x="1892175" y="2817262"/>
          <a:ext cx="750682" cy="75068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0A575F73-3D9C-D042-8EBE-F555C7588D55}">
      <dsp:nvSpPr>
        <dsp:cNvPr id="0" name=""/>
        <dsp:cNvSpPr/>
      </dsp:nvSpPr>
      <dsp:spPr>
        <a:xfrm rot="10800000">
          <a:off x="2634616" y="3755615"/>
          <a:ext cx="9714738" cy="750682"/>
        </a:xfrm>
        <a:prstGeom prst="homePlate">
          <a:avLst/>
        </a:prstGeom>
        <a:solidFill>
          <a:schemeClr val="accent2">
            <a:shade val="80000"/>
            <a:hueOff val="163310"/>
            <a:satOff val="-19050"/>
            <a:lumOff val="34066"/>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The value grows when data connects across the customer environment.</a:t>
          </a:r>
          <a:endParaRPr lang="en-US" sz="1800" kern="1200" dirty="0"/>
        </a:p>
      </dsp:txBody>
      <dsp:txXfrm rot="10800000">
        <a:off x="2822286" y="3755615"/>
        <a:ext cx="9527068" cy="750682"/>
      </dsp:txXfrm>
    </dsp:sp>
    <dsp:sp modelId="{87441F7E-D4C3-464B-9A5C-387B6BE8BD09}">
      <dsp:nvSpPr>
        <dsp:cNvPr id="0" name=""/>
        <dsp:cNvSpPr/>
      </dsp:nvSpPr>
      <dsp:spPr>
        <a:xfrm>
          <a:off x="1892175" y="3755615"/>
          <a:ext cx="750682" cy="750682"/>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C7DF9-3F4C-614B-9037-B5E09EB5E7B4}">
      <dsp:nvSpPr>
        <dsp:cNvPr id="0" name=""/>
        <dsp:cNvSpPr/>
      </dsp:nvSpPr>
      <dsp:spPr>
        <a:xfrm rot="10800000">
          <a:off x="2742739" y="2201"/>
          <a:ext cx="10086340" cy="750682"/>
        </a:xfrm>
        <a:prstGeom prst="homePlate">
          <a:avLst/>
        </a:prstGeom>
        <a:solidFill>
          <a:schemeClr val="accent6">
            <a:shade val="80000"/>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OCI supports enterprise cloud and AI workloads as part of the broader Oracle portfolio.</a:t>
          </a:r>
          <a:endParaRPr lang="en-US" sz="1800" kern="1200" dirty="0"/>
        </a:p>
      </dsp:txBody>
      <dsp:txXfrm rot="10800000">
        <a:off x="2930409" y="2201"/>
        <a:ext cx="9898670" cy="750682"/>
      </dsp:txXfrm>
    </dsp:sp>
    <dsp:sp modelId="{EA8C5E5A-F94D-984B-BF42-0D3D5CA8CC86}">
      <dsp:nvSpPr>
        <dsp:cNvPr id="0" name=""/>
        <dsp:cNvSpPr/>
      </dsp:nvSpPr>
      <dsp:spPr>
        <a:xfrm>
          <a:off x="1985774" y="2201"/>
          <a:ext cx="750682" cy="750682"/>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B3D7B32E-0222-6E43-817B-267D59E34223}">
      <dsp:nvSpPr>
        <dsp:cNvPr id="0" name=""/>
        <dsp:cNvSpPr/>
      </dsp:nvSpPr>
      <dsp:spPr>
        <a:xfrm rot="10800000">
          <a:off x="2742739" y="940554"/>
          <a:ext cx="10086340" cy="750682"/>
        </a:xfrm>
        <a:prstGeom prst="homePlate">
          <a:avLst/>
        </a:prstGeom>
        <a:solidFill>
          <a:schemeClr val="accent6">
            <a:shade val="80000"/>
            <a:hueOff val="-22141"/>
            <a:satOff val="424"/>
            <a:lumOff val="5109"/>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Fusion Agentic Applications bring AI into business workflows.</a:t>
          </a:r>
          <a:endParaRPr lang="en-US" sz="1800" kern="1200" dirty="0"/>
        </a:p>
      </dsp:txBody>
      <dsp:txXfrm rot="10800000">
        <a:off x="2930409" y="940554"/>
        <a:ext cx="9898670" cy="750682"/>
      </dsp:txXfrm>
    </dsp:sp>
    <dsp:sp modelId="{19AA5F25-4EB7-AE44-941F-D2090D19745B}">
      <dsp:nvSpPr>
        <dsp:cNvPr id="0" name=""/>
        <dsp:cNvSpPr/>
      </dsp:nvSpPr>
      <dsp:spPr>
        <a:xfrm>
          <a:off x="1985774" y="940554"/>
          <a:ext cx="750682" cy="75068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D30AFCCF-321C-5544-8FCE-D533B6DE55A6}">
      <dsp:nvSpPr>
        <dsp:cNvPr id="0" name=""/>
        <dsp:cNvSpPr/>
      </dsp:nvSpPr>
      <dsp:spPr>
        <a:xfrm rot="10800000">
          <a:off x="2742739" y="1878908"/>
          <a:ext cx="10086340" cy="750682"/>
        </a:xfrm>
        <a:prstGeom prst="homePlate">
          <a:avLst/>
        </a:prstGeom>
        <a:solidFill>
          <a:schemeClr val="accent6">
            <a:shade val="80000"/>
            <a:hueOff val="-44283"/>
            <a:satOff val="848"/>
            <a:lumOff val="10218"/>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Fusion AI Agent Studio helps shape agents around business outcomes.</a:t>
          </a:r>
          <a:endParaRPr lang="en-US" sz="1800" kern="1200" dirty="0"/>
        </a:p>
      </dsp:txBody>
      <dsp:txXfrm rot="10800000">
        <a:off x="2930409" y="1878908"/>
        <a:ext cx="9898670" cy="750682"/>
      </dsp:txXfrm>
    </dsp:sp>
    <dsp:sp modelId="{F21876F5-F74B-8A41-8A19-5C89A3D5F4BB}">
      <dsp:nvSpPr>
        <dsp:cNvPr id="0" name=""/>
        <dsp:cNvSpPr/>
      </dsp:nvSpPr>
      <dsp:spPr>
        <a:xfrm>
          <a:off x="1985774" y="1878908"/>
          <a:ext cx="750682" cy="75068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19D8913B-C710-3C48-8EFF-3503121725DB}">
      <dsp:nvSpPr>
        <dsp:cNvPr id="0" name=""/>
        <dsp:cNvSpPr/>
      </dsp:nvSpPr>
      <dsp:spPr>
        <a:xfrm rot="10800000">
          <a:off x="2742739" y="2817262"/>
          <a:ext cx="10086340" cy="750682"/>
        </a:xfrm>
        <a:prstGeom prst="homePlate">
          <a:avLst/>
        </a:prstGeom>
        <a:solidFill>
          <a:schemeClr val="accent6">
            <a:shade val="80000"/>
            <a:hueOff val="-66424"/>
            <a:satOff val="1272"/>
            <a:lumOff val="15327"/>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OCI AI Advantage and AI Success Navigator support planning, adoption, and value realization.</a:t>
          </a:r>
          <a:endParaRPr lang="en-US" sz="1800" kern="1200" dirty="0"/>
        </a:p>
      </dsp:txBody>
      <dsp:txXfrm rot="10800000">
        <a:off x="2930409" y="2817262"/>
        <a:ext cx="9898670" cy="750682"/>
      </dsp:txXfrm>
    </dsp:sp>
    <dsp:sp modelId="{C137C5B9-C5F9-7548-9D4E-C2A3B4B64BC2}">
      <dsp:nvSpPr>
        <dsp:cNvPr id="0" name=""/>
        <dsp:cNvSpPr/>
      </dsp:nvSpPr>
      <dsp:spPr>
        <a:xfrm>
          <a:off x="1985774" y="2817262"/>
          <a:ext cx="750682" cy="75068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FEAF8FBB-9A0C-1E4A-BA95-55192F316B40}">
      <dsp:nvSpPr>
        <dsp:cNvPr id="0" name=""/>
        <dsp:cNvSpPr/>
      </dsp:nvSpPr>
      <dsp:spPr>
        <a:xfrm rot="10800000">
          <a:off x="2742739" y="3755615"/>
          <a:ext cx="10086340" cy="750682"/>
        </a:xfrm>
        <a:prstGeom prst="homePlate">
          <a:avLst/>
        </a:prstGeom>
        <a:solidFill>
          <a:schemeClr val="accent6">
            <a:shade val="80000"/>
            <a:hueOff val="-88565"/>
            <a:satOff val="1696"/>
            <a:lumOff val="20436"/>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Human accountability remains central to trustworthy AI.</a:t>
          </a:r>
          <a:endParaRPr lang="en-US" sz="1800" kern="1200" dirty="0"/>
        </a:p>
      </dsp:txBody>
      <dsp:txXfrm rot="10800000">
        <a:off x="2930409" y="3755615"/>
        <a:ext cx="9898670" cy="750682"/>
      </dsp:txXfrm>
    </dsp:sp>
    <dsp:sp modelId="{DB0EC927-328D-EC49-983A-F38423C5203A}">
      <dsp:nvSpPr>
        <dsp:cNvPr id="0" name=""/>
        <dsp:cNvSpPr/>
      </dsp:nvSpPr>
      <dsp:spPr>
        <a:xfrm>
          <a:off x="1985774" y="3755615"/>
          <a:ext cx="750682" cy="750682"/>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9D10E-FAB7-AE4A-B111-6CB7BAA5A757}">
      <dsp:nvSpPr>
        <dsp:cNvPr id="0" name=""/>
        <dsp:cNvSpPr/>
      </dsp:nvSpPr>
      <dsp:spPr>
        <a:xfrm>
          <a:off x="10" y="0"/>
          <a:ext cx="2084834" cy="4508500"/>
        </a:xfrm>
        <a:prstGeom prst="roundRect">
          <a:avLst>
            <a:gd name="adj" fmla="val 10000"/>
          </a:avLst>
        </a:prstGeom>
        <a:solidFill>
          <a:schemeClr val="accent3">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Most customer environments are heterogeneous.</a:t>
          </a:r>
          <a:endParaRPr lang="en-US" sz="1600" kern="1200" dirty="0"/>
        </a:p>
      </dsp:txBody>
      <dsp:txXfrm>
        <a:off x="10" y="1803400"/>
        <a:ext cx="2084834" cy="1803400"/>
      </dsp:txXfrm>
    </dsp:sp>
    <dsp:sp modelId="{12EC2E9D-BB03-B048-A5A6-A37907548D60}">
      <dsp:nvSpPr>
        <dsp:cNvPr id="0" name=""/>
        <dsp:cNvSpPr/>
      </dsp:nvSpPr>
      <dsp:spPr>
        <a:xfrm>
          <a:off x="291762" y="270510"/>
          <a:ext cx="1501330" cy="1501330"/>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E9F15A-6252-1F41-A41A-357CF9B26716}">
      <dsp:nvSpPr>
        <dsp:cNvPr id="0" name=""/>
        <dsp:cNvSpPr/>
      </dsp:nvSpPr>
      <dsp:spPr>
        <a:xfrm>
          <a:off x="2146590" y="0"/>
          <a:ext cx="2084834" cy="4508500"/>
        </a:xfrm>
        <a:prstGeom prst="roundRect">
          <a:avLst>
            <a:gd name="adj" fmla="val 10000"/>
          </a:avLst>
        </a:prstGeom>
        <a:solidFill>
          <a:schemeClr val="accent3">
            <a:hueOff val="534666"/>
            <a:satOff val="5582"/>
            <a:lumOff val="500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Oracle value can connect beyond Oracle-only boundaries.</a:t>
          </a:r>
          <a:endParaRPr lang="en-US" sz="1600" kern="1200" dirty="0"/>
        </a:p>
      </dsp:txBody>
      <dsp:txXfrm>
        <a:off x="2146590" y="1803400"/>
        <a:ext cx="2084834" cy="1803400"/>
      </dsp:txXfrm>
    </dsp:sp>
    <dsp:sp modelId="{484E2017-EFC3-394D-A8F3-2EC5EC405C33}">
      <dsp:nvSpPr>
        <dsp:cNvPr id="0" name=""/>
        <dsp:cNvSpPr/>
      </dsp:nvSpPr>
      <dsp:spPr>
        <a:xfrm>
          <a:off x="2438342" y="270510"/>
          <a:ext cx="1501330" cy="1501330"/>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962732-4AC2-1B41-AC78-F4A6CA642E15}">
      <dsp:nvSpPr>
        <dsp:cNvPr id="0" name=""/>
        <dsp:cNvSpPr/>
      </dsp:nvSpPr>
      <dsp:spPr>
        <a:xfrm>
          <a:off x="4293170" y="0"/>
          <a:ext cx="2084834" cy="4508500"/>
        </a:xfrm>
        <a:prstGeom prst="roundRect">
          <a:avLst>
            <a:gd name="adj" fmla="val 10000"/>
          </a:avLst>
        </a:prstGeom>
        <a:solidFill>
          <a:schemeClr val="accent3">
            <a:hueOff val="1069333"/>
            <a:satOff val="11163"/>
            <a:lumOff val="1000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Open integration links Oracle's application and data core to the broader technology landscape.</a:t>
          </a:r>
          <a:endParaRPr lang="en-US" sz="1600" kern="1200" dirty="0"/>
        </a:p>
      </dsp:txBody>
      <dsp:txXfrm>
        <a:off x="4293170" y="1803400"/>
        <a:ext cx="2084834" cy="1803400"/>
      </dsp:txXfrm>
    </dsp:sp>
    <dsp:sp modelId="{DC2ACAEF-B489-C746-BBE3-DAFA55347558}">
      <dsp:nvSpPr>
        <dsp:cNvPr id="0" name=""/>
        <dsp:cNvSpPr/>
      </dsp:nvSpPr>
      <dsp:spPr>
        <a:xfrm>
          <a:off x="4584922" y="270510"/>
          <a:ext cx="1501330" cy="1501330"/>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8AA158-42A6-3A43-BFDF-25141584B320}">
      <dsp:nvSpPr>
        <dsp:cNvPr id="0" name=""/>
        <dsp:cNvSpPr/>
      </dsp:nvSpPr>
      <dsp:spPr>
        <a:xfrm>
          <a:off x="6439749" y="0"/>
          <a:ext cx="2084834" cy="4508500"/>
        </a:xfrm>
        <a:prstGeom prst="roundRect">
          <a:avLst>
            <a:gd name="adj" fmla="val 10000"/>
          </a:avLst>
        </a:prstGeom>
        <a:solidFill>
          <a:srgbClr val="DBA35A"/>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This approach</a:t>
          </a:r>
          <a:br>
            <a:rPr lang="en-US" sz="1600" b="0" i="0" kern="1200" dirty="0"/>
          </a:br>
          <a:r>
            <a:rPr lang="en-US" sz="1600" b="0" i="0" kern="1200" dirty="0"/>
            <a:t>helps protect existing investments while expanding value.</a:t>
          </a:r>
          <a:endParaRPr lang="en-US" sz="1600" kern="1200" dirty="0"/>
        </a:p>
      </dsp:txBody>
      <dsp:txXfrm>
        <a:off x="6439749" y="1803400"/>
        <a:ext cx="2084834" cy="1803400"/>
      </dsp:txXfrm>
    </dsp:sp>
    <dsp:sp modelId="{4396DE8C-9FB9-CD40-9A96-A3420A6F29F4}">
      <dsp:nvSpPr>
        <dsp:cNvPr id="0" name=""/>
        <dsp:cNvSpPr/>
      </dsp:nvSpPr>
      <dsp:spPr>
        <a:xfrm>
          <a:off x="6731502" y="270510"/>
          <a:ext cx="1501330" cy="1501330"/>
        </a:xfrm>
        <a:prstGeom prst="ellipse">
          <a:avLst/>
        </a:prstGeom>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30CC54-4450-BB40-846F-9F73B75D6E1E}">
      <dsp:nvSpPr>
        <dsp:cNvPr id="0" name=""/>
        <dsp:cNvSpPr/>
      </dsp:nvSpPr>
      <dsp:spPr>
        <a:xfrm>
          <a:off x="8586329" y="0"/>
          <a:ext cx="2084834" cy="4508500"/>
        </a:xfrm>
        <a:prstGeom prst="roundRect">
          <a:avLst>
            <a:gd name="adj" fmla="val 10000"/>
          </a:avLst>
        </a:prstGeom>
        <a:solidFill>
          <a:srgbClr val="CFB060"/>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The portfolio advantage is stronger when it works across the real environment.</a:t>
          </a:r>
          <a:endParaRPr lang="en-US" sz="1600" kern="1200" dirty="0"/>
        </a:p>
      </dsp:txBody>
      <dsp:txXfrm>
        <a:off x="8586329" y="1803400"/>
        <a:ext cx="2084834" cy="1803400"/>
      </dsp:txXfrm>
    </dsp:sp>
    <dsp:sp modelId="{C072900A-586D-4A4F-A593-724828517EBB}">
      <dsp:nvSpPr>
        <dsp:cNvPr id="0" name=""/>
        <dsp:cNvSpPr/>
      </dsp:nvSpPr>
      <dsp:spPr>
        <a:xfrm>
          <a:off x="8878081" y="270510"/>
          <a:ext cx="1501330" cy="1501330"/>
        </a:xfrm>
        <a:prstGeom prst="ellipse">
          <a:avLst/>
        </a:prstGeom>
        <a:blipFill>
          <a:blip xmlns:r="http://schemas.openxmlformats.org/officeDocument/2006/relationships" r:embed="rId5"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5E3E3B-C94C-8842-AFCF-34D7C6E713EC}">
      <dsp:nvSpPr>
        <dsp:cNvPr id="0" name=""/>
        <dsp:cNvSpPr/>
      </dsp:nvSpPr>
      <dsp:spPr>
        <a:xfrm>
          <a:off x="426846" y="3606800"/>
          <a:ext cx="9817481" cy="676275"/>
        </a:xfrm>
        <a:prstGeom prst="leftRightArrow">
          <a:avLst/>
        </a:prstGeom>
        <a:solidFill>
          <a:schemeClr val="tx1"/>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594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Speaker dialogue:</a:t>
            </a:r>
          </a:p>
          <a:p>
            <a:r>
              <a:rPr lang="en-US" dirty="0"/>
              <a:t>When I talk with customer leaders, I start with the outcome they are trying to achieve—not with a list of products. The One Oracle advantage is that we can bring the breadth of our portfolio together behind that outcome, helping reduce complexity so their teams can focus on moving the business forward.</a:t>
            </a:r>
          </a:p>
          <a:p>
            <a:r>
              <a:rPr lang="en-US" dirty="0"/>
              <a:t/>
            </a:r>
          </a:p>
          <a:p>
            <a:r>
              <a:rPr lang="en-US" dirty="0"/>
              <a:t>Coaching beats (existing):</a:t>
            </a:r>
          </a:p>
          <a:p>
            <a:r>
              <a:rPr lang="en-US" dirty="0"/>
              <a:t>Open directly to a customer executive; state the outcome thesis plainly; use the portfolio as delivery logic rather than the headline; avoid a product inventory.</a:t>
            </a:r>
          </a:p>
          <a:p>
            <a:r>
              <a:rPr lang="en-US" dirty="0"/>
              <a:t>Source anchors: User-provided current messaging notes.</a:t>
            </a:r>
          </a:p>
        </p:txBody>
      </p:sp>
    </p:spTree>
    <p:extLst>
      <p:ext uri="{BB962C8B-B14F-4D97-AF65-F5344CB8AC3E}">
        <p14:creationId xmlns:p14="http://schemas.microsoft.com/office/powerpoint/2010/main" val="1787519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Here is the path for our conversation. We will begin with what customers are navigating today, then look at how Oracle can help, and finally connect that to practical next steps. The important point is that we start with the customer’s priorities and let the capabilities support that story.</a:t>
            </a:r>
          </a:p>
          <a:p>
            <a:r>
              <a:rPr lang="en-US" dirty="0"/>
              <a:t/>
            </a:r>
          </a:p>
          <a:p>
            <a:r>
              <a:rPr lang="en-US" dirty="0"/>
              <a:t>Coaching beats (existing):</a:t>
            </a:r>
          </a:p>
          <a:p>
            <a:r>
              <a:rPr lang="en-US" dirty="0"/>
              <a:t>Set a customer-conversation arc in about 30 seconds; start with customer needs before Oracle capabilities.</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Across industries, we hear a consistent set of needs. Leaders want AI that improves real work, execution they can trust, and technology that helps teams act together rather than in silos. They also need their environment to remain connected and open. That is the reality we should respond to in the customer’s language.</a:t>
            </a:r>
          </a:p>
          <a:p>
            <a:r>
              <a:rPr lang="en-US" dirty="0"/>
              <a:t/>
            </a:r>
          </a:p>
          <a:p>
            <a:r>
              <a:rPr lang="en-US" dirty="0"/>
              <a:t>Coaching beats (existing):</a:t>
            </a:r>
          </a:p>
          <a:p>
            <a:r>
              <a:rPr lang="en-US" dirty="0"/>
              <a:t>Translate Oracle priorities into customer language; present them as needs rather than an internal operating model; aim for about one minute.</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These challenges are not signs that a customer has done something wrong; they are the natural result of running a complex enterprise. Priorities cross teams, systems, and data. When workflows are disconnected, ownership and speed suffer. And AI only creates value when it is governed and connected to execution. Customers need a partner that can help absorb that complexity.</a:t>
            </a:r>
          </a:p>
          <a:p>
            <a:r>
              <a:rPr lang="en-US" dirty="0"/>
              <a:t/>
            </a:r>
          </a:p>
          <a:p>
            <a:r>
              <a:rPr lang="en-US" dirty="0"/>
              <a:t>Coaching beats (existing):</a:t>
            </a:r>
          </a:p>
          <a:p>
            <a:r>
              <a:rPr lang="en-US" dirty="0"/>
              <a:t>Frame the slide as operating reality, not criticism; create the need for One Oracle; keep AI grounded in risk, governance, and execution.</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Oracle’s role is to meet the customer at the outcome they care about, in the context of their industry and operating model. Then we bring the right parts of the portfolio together to help them execute. If I mention a capability, I immediately connect it back to the business result it enables—because the outcome, not the product list, is the point.</a:t>
            </a:r>
          </a:p>
          <a:p>
            <a:r>
              <a:rPr lang="en-US" dirty="0"/>
              <a:t/>
            </a:r>
          </a:p>
          <a:p>
            <a:r>
              <a:rPr lang="en-US" dirty="0"/>
              <a:t>Coaching beats (existing):</a:t>
            </a:r>
          </a:p>
          <a:p>
            <a:r>
              <a:rPr lang="en-US" dirty="0"/>
              <a:t>Lead with the customer outcome and industry context; tie every product mention back to the outcome; use 60–90 seconds.</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This is the heart of the One Oracle story: one customer outcome conversation, supported by a coordinated portfolio. Applications bring business-process context. Data and database provide trusted information. Cloud and AI turn that context into action. And open integration connects that value to the rest of the customer’s environment. The power is in the combination.</a:t>
            </a:r>
          </a:p>
          <a:p>
            <a:r>
              <a:rPr lang="en-US" dirty="0"/>
              <a:t/>
            </a:r>
          </a:p>
          <a:p>
            <a:r>
              <a:rPr lang="en-US" dirty="0"/>
              <a:t>Coaching beats (existing):</a:t>
            </a:r>
          </a:p>
          <a:p>
            <a:r>
              <a:rPr lang="en-US" dirty="0"/>
              <a:t>Emphasize the combined portfolio—applications, data, database, cloud, AI, and integration; make One Oracle a customer story, not an internal slogan; avoid feature lists and competitive attacks.</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Applications are where much of the business work actually happens. They provide the process and workflow context that helps us understand what needs to improve. Our goal is not to make this an applications-only conversation; it is to show how that context can connect to trusted data and practical AI to help people make better decisions and execute with more confidence.</a:t>
            </a:r>
          </a:p>
          <a:p>
            <a:r>
              <a:rPr lang="en-US" dirty="0"/>
              <a:t/>
            </a:r>
          </a:p>
          <a:p>
            <a:r>
              <a:rPr lang="en-US" dirty="0"/>
              <a:t>Coaching beats (existing):</a:t>
            </a:r>
          </a:p>
          <a:p>
            <a:r>
              <a:rPr lang="en-US" dirty="0"/>
              <a:t>Show why the application core matters; keep Fusion Apps expertise visible without making the story Apps-only; tie application context to practical AI and execution.</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Trusted outcomes start with trusted information. Data and database help give customers the confidence that the signals behind their decisions are reliable and usable. That does not mean every data source has to be Oracle. It means Oracle can help connect information in a way that supports clearer decisions, more effective action, and a stronger foundation for AI.</a:t>
            </a:r>
          </a:p>
          <a:p>
            <a:r>
              <a:rPr lang="en-US" dirty="0"/>
              <a:t/>
            </a:r>
          </a:p>
          <a:p>
            <a:r>
              <a:rPr lang="en-US" dirty="0"/>
              <a:t>Coaching beats (existing):</a:t>
            </a:r>
          </a:p>
          <a:p>
            <a:r>
              <a:rPr lang="en-US" dirty="0"/>
              <a:t>Position data and database as the trust foundation for outcomes and AI; speak in customer terms—decisions, confidence, action, and connected value; acknowledge open integration.</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For customers, AI matters when it improves a real workflow or helps a team execute better at scale. That is the standard we should use: practical, governed, and connected to the work people already do. We should be precise about what is available today and keep people appropriately involved in decisions, oversight, and accountability.</a:t>
            </a:r>
          </a:p>
          <a:p>
            <a:r>
              <a:rPr lang="en-US" dirty="0"/>
              <a:t/>
            </a:r>
          </a:p>
          <a:p>
            <a:r>
              <a:rPr lang="en-US" dirty="0"/>
              <a:t>Coaching beats (existing):</a:t>
            </a:r>
          </a:p>
          <a:p>
            <a:r>
              <a:rPr lang="en-US" dirty="0"/>
              <a:t>Keep AI practical and current; use shipped/current capability language only; connect AI to workflows and execution; use human-in-the-lead/on-the-loop language where useful.</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One Oracle does not mean an Oracle-only environment. Customers operate mixed estates, and our value increases when we work with that reality. Open integration helps connect Oracle capabilities with the systems, data, and processes customers already rely on. That is how we earn trust: by helping create value across their environment, not by asking them to ignore it.</a:t>
            </a:r>
          </a:p>
          <a:p>
            <a:r>
              <a:rPr lang="en-US" dirty="0"/>
              <a:t/>
            </a:r>
          </a:p>
          <a:p>
            <a:r>
              <a:rPr lang="en-US" dirty="0"/>
              <a:t>Coaching beats (existing):</a:t>
            </a:r>
          </a:p>
          <a:p>
            <a:r>
              <a:rPr lang="en-US" dirty="0"/>
              <a:t>Make clear that One Oracle does not require an Oracle-only environment; ground differentiation in combination and execution; reinforce trust through compatibility with the customer’s real estate.</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dialogue:</a:t>
            </a:r>
          </a:p>
          <a:p>
            <a:r>
              <a:rPr lang="en-US" dirty="0"/>
              <a:t>The most useful next step is a focused customer conversation. Start with the outcome that matters most, then map the teams, decisions, data, and systems behind it. From there, identify where Oracle can reduce complexity and where AI can make execution more practical. We move forward where the value is clear and the customer has confidence in the path.</a:t>
            </a:r>
          </a:p>
          <a:p>
            <a:r>
              <a:rPr lang="en-US" dirty="0"/>
              <a:t/>
            </a:r>
          </a:p>
          <a:p>
            <a:r>
              <a:rPr lang="en-US" dirty="0"/>
              <a:t>Coaching beats (existing):</a:t>
            </a:r>
          </a:p>
          <a:p>
            <a:r>
              <a:rPr lang="en-US" dirty="0"/>
              <a:t>Close with actionable next steps; reconnect outcomes, portfolio breadth, practical AI, open integration, and trust; invite discussion around priority outcomes.</a:t>
            </a:r>
          </a:p>
          <a:p>
            <a:r>
              <a:rPr lang="en-US" dirty="0"/>
              <a:t>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Speaker dialogue:</a:t>
            </a:r>
          </a:p>
          <a:p>
            <a:r>
              <a:rPr lang="en-US" dirty="0"/>
              <a:t>Before we begin, a quick reminder: this is an internal enablement conversation. The purpose is to practice how we translate One Oracle into a clear, customer-relevant story. We are not presenting this deck externally; we are building the confidence and language to have a stronger customer conversation.</a:t>
            </a:r>
          </a:p>
        </p:txBody>
      </p:sp>
    </p:spTree>
    <p:extLst>
      <p:ext uri="{BB962C8B-B14F-4D97-AF65-F5344CB8AC3E}">
        <p14:creationId xmlns:p14="http://schemas.microsoft.com/office/powerpoint/2010/main" val="1787519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Speaker dialogue:</a:t>
            </a:r>
          </a:p>
          <a:p>
            <a:r>
              <a:rPr lang="en-US" dirty="0"/>
              <a:t>As an Oracle customer, you have access to more than individual capabilities—you have the One Oracle advantage. The opportunity is to bring that breadth together around the outcomes that matter most to your organization, in a way that is practical, connected, and grounded in trust.</a:t>
            </a:r>
          </a:p>
        </p:txBody>
      </p:sp>
    </p:spTree>
    <p:extLst>
      <p:ext uri="{BB962C8B-B14F-4D97-AF65-F5344CB8AC3E}">
        <p14:creationId xmlns:p14="http://schemas.microsoft.com/office/powerpoint/2010/main" val="1787519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Speaker dialogue:</a:t>
            </a:r>
          </a:p>
          <a:p>
            <a:r>
              <a:rPr lang="en-US" dirty="0"/>
              <a:t>Thank you. I would pause here and invite the conversation back to the customer: Which outcome is most important right now, and where is complexity getting in the way? That question helps turn the One Oracle story into a useful next discussion rather than a closing statement.</a:t>
            </a:r>
          </a:p>
        </p:txBody>
      </p:sp>
    </p:spTree>
    <p:extLst>
      <p:ext uri="{BB962C8B-B14F-4D97-AF65-F5344CB8AC3E}">
        <p14:creationId xmlns:p14="http://schemas.microsoft.com/office/powerpoint/2010/main" val="17875196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Speaker dialogue:</a:t>
            </a:r>
          </a:p>
          <a:p>
            <a:r>
              <a:rPr lang="en-US" dirty="0"/>
              <a:t>Use this final blank slide only as a clean stopping point if needed. After the discussion, thank the audience and confirm the agreed follow-up or next conversation.</a:t>
            </a:r>
          </a:p>
        </p:txBody>
      </p:sp>
    </p:spTree>
    <p:extLst>
      <p:ext uri="{BB962C8B-B14F-4D97-AF65-F5344CB8AC3E}">
        <p14:creationId xmlns:p14="http://schemas.microsoft.com/office/powerpoint/2010/main" val="1787519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1.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ark - Title_Pillar">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DE11E25-C771-5005-3137-A5673FC27B28}"/>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6" name="Oracle Logo" descr="Oracle Logo">
            <a:extLst>
              <a:ext uri="{FF2B5EF4-FFF2-40B4-BE49-F238E27FC236}">
                <a16:creationId xmlns:a16="http://schemas.microsoft.com/office/drawing/2014/main" id="{9CEE2768-B645-2FE2-4588-531E1F7B3BD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pic>
        <p:nvPicPr>
          <p:cNvPr id="14" name="OTag" descr="A small square in Oracle Red with the Oracle logo in the center in white">
            <a:extLst>
              <a:ext uri="{FF2B5EF4-FFF2-40B4-BE49-F238E27FC236}">
                <a16:creationId xmlns:a16="http://schemas.microsoft.com/office/drawing/2014/main" id="{F389D100-FFFC-F617-D7BB-53DD869F0D5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6863E062-D1CC-8F7F-B35F-ADAF6BDE7196}"/>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5934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Title_Pillar">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93B935A-285A-BFFA-E1F4-E79FEB4F979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Title (up to two lines) </a:t>
            </a:r>
            <a:br>
              <a:rPr lang="en-US" dirty="0"/>
            </a:br>
            <a:r>
              <a:rPr lang="en-US" dirty="0"/>
              <a:t>Oracle Sans Tab Bold</a:t>
            </a:r>
          </a:p>
        </p:txBody>
      </p:sp>
      <p:sp>
        <p:nvSpPr>
          <p:cNvPr id="7" name="Subhead">
            <a:extLst>
              <a:ext uri="{FF2B5EF4-FFF2-40B4-BE49-F238E27FC236}">
                <a16:creationId xmlns:a16="http://schemas.microsoft.com/office/drawing/2014/main" id="{EFFF89DD-9D0E-59AA-468D-56F8DF0173D0}"/>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72DF4953-83D4-E63F-FAE9-12C7C69CAF76}"/>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53939284-5D96-A771-F7CE-39D3A9ADA08C}"/>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pic>
        <p:nvPicPr>
          <p:cNvPr id="12" name="Picture 11">
            <a:extLst>
              <a:ext uri="{FF2B5EF4-FFF2-40B4-BE49-F238E27FC236}">
                <a16:creationId xmlns:a16="http://schemas.microsoft.com/office/drawing/2014/main" id="{7E9E8FD7-3B27-6D98-CDF8-03B96EAE4D84}"/>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pic>
        <p:nvPicPr>
          <p:cNvPr id="10" name="Oracle Logo" descr="Oracle Logo">
            <a:extLst>
              <a:ext uri="{FF2B5EF4-FFF2-40B4-BE49-F238E27FC236}">
                <a16:creationId xmlns:a16="http://schemas.microsoft.com/office/drawing/2014/main" id="{510A29EB-A69A-C86E-648C-CFF0A2762DC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pic>
        <p:nvPicPr>
          <p:cNvPr id="13" name="OTag" descr="A small square in Oracle Red with the Oracle logo in the center in white">
            <a:extLst>
              <a:ext uri="{FF2B5EF4-FFF2-40B4-BE49-F238E27FC236}">
                <a16:creationId xmlns:a16="http://schemas.microsoft.com/office/drawing/2014/main" id="{BB472E52-9049-8F88-829D-93C385311F2B}"/>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Accent mark">
            <a:extLst>
              <a:ext uri="{FF2B5EF4-FFF2-40B4-BE49-F238E27FC236}">
                <a16:creationId xmlns:a16="http://schemas.microsoft.com/office/drawing/2014/main" id="{F6C8D001-5C68-50FD-8A15-9F62CD4FCCF2}"/>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3549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 Title_2">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92A7232-5506-CF74-ABAC-596E66DF6213}"/>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General/fusion title</a:t>
            </a:r>
            <a:br>
              <a:rPr lang="en-US" dirty="0"/>
            </a:br>
            <a:r>
              <a:rPr lang="en-US" dirty="0"/>
              <a:t>Oracle Sans Tab Bold</a:t>
            </a:r>
          </a:p>
        </p:txBody>
      </p:sp>
      <p:sp>
        <p:nvSpPr>
          <p:cNvPr id="7" name="Subhead">
            <a:extLst>
              <a:ext uri="{FF2B5EF4-FFF2-40B4-BE49-F238E27FC236}">
                <a16:creationId xmlns:a16="http://schemas.microsoft.com/office/drawing/2014/main" id="{BE95545E-FF7C-FA0C-6AC2-06B9FD536E40}"/>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2BE9B241-6CCA-C350-8E9C-CBFF15AC920B}"/>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D30678C3-79B5-61B9-5BD6-D4D2E38C4E2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pic>
        <p:nvPicPr>
          <p:cNvPr id="14" name="Picture 13">
            <a:extLst>
              <a:ext uri="{FF2B5EF4-FFF2-40B4-BE49-F238E27FC236}">
                <a16:creationId xmlns:a16="http://schemas.microsoft.com/office/drawing/2014/main" id="{761CEBF1-2CD2-4E62-6E9D-873094DB16EB}"/>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34250" b="38000"/>
          <a:stretch/>
        </p:blipFill>
        <p:spPr>
          <a:xfrm>
            <a:off x="4175780" y="0"/>
            <a:ext cx="8016219" cy="4251947"/>
          </a:xfrm>
          <a:prstGeom prst="rect">
            <a:avLst/>
          </a:prstGeom>
        </p:spPr>
      </p:pic>
      <p:sp>
        <p:nvSpPr>
          <p:cNvPr id="5" name="Slide Number Placeholder 4">
            <a:extLst>
              <a:ext uri="{FF2B5EF4-FFF2-40B4-BE49-F238E27FC236}">
                <a16:creationId xmlns:a16="http://schemas.microsoft.com/office/drawing/2014/main" id="{AE2FA60F-BC05-9DFE-3A03-811A5C61BAE6}"/>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3204F087-6972-AA39-00DB-C10EDEB80749}"/>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6891A512-3F6B-08FA-3574-4BF50D31E5E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B928B4F-1E89-D2DF-1BE1-69DBA7C5E4D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5F9B697F-5404-108B-4B52-A27DAB8F742D}"/>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4314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 Title_2">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96204AF-CFD8-7CED-4E39-54AF670244A8}"/>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General/fusion title</a:t>
            </a:r>
            <a:br>
              <a:rPr lang="en-US" dirty="0"/>
            </a:br>
            <a:r>
              <a:rPr lang="en-US" dirty="0"/>
              <a:t>Oracle Sans Tab Bold</a:t>
            </a:r>
          </a:p>
        </p:txBody>
      </p:sp>
      <p:sp>
        <p:nvSpPr>
          <p:cNvPr id="7" name="Subhead">
            <a:extLst>
              <a:ext uri="{FF2B5EF4-FFF2-40B4-BE49-F238E27FC236}">
                <a16:creationId xmlns:a16="http://schemas.microsoft.com/office/drawing/2014/main" id="{FC046655-F632-39CF-A827-AEF7BEDCA8A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396B045C-5351-70B5-4F7C-3804C75BD4B2}"/>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997BC39A-E5C4-5AD8-8642-A190BFB4DF55}"/>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pic>
        <p:nvPicPr>
          <p:cNvPr id="12" name="Picture 11">
            <a:extLst>
              <a:ext uri="{FF2B5EF4-FFF2-40B4-BE49-F238E27FC236}">
                <a16:creationId xmlns:a16="http://schemas.microsoft.com/office/drawing/2014/main" id="{CBA719C0-D9A1-1596-0F80-33933F8F008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32750" b="38000"/>
          <a:stretch/>
        </p:blipFill>
        <p:spPr>
          <a:xfrm>
            <a:off x="3992902" y="0"/>
            <a:ext cx="8199097" cy="4251948"/>
          </a:xfrm>
          <a:prstGeom prst="rect">
            <a:avLst/>
          </a:prstGeom>
        </p:spPr>
      </p:pic>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1534211D-94C1-6321-2BC4-792C1D13691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F3B22FDD-1B93-0A37-25CC-77AE4A31F45E}"/>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5791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full-image">
    <p:bg>
      <p:bgRef idx="1001">
        <a:schemeClr val="bg2"/>
      </p:bgRef>
    </p:bg>
    <p:spTree>
      <p:nvGrpSpPr>
        <p:cNvPr id="1" name=""/>
        <p:cNvGrpSpPr/>
        <p:nvPr/>
      </p:nvGrpSpPr>
      <p:grpSpPr>
        <a:xfrm>
          <a:off x="0" y="0"/>
          <a:ext cx="0" cy="0"/>
          <a:chOff x="0" y="0"/>
          <a:chExt cx="0" cy="0"/>
        </a:xfrm>
      </p:grpSpPr>
      <p:sp>
        <p:nvSpPr>
          <p:cNvPr id="11" name="Gradient overlay">
            <a:extLst>
              <a:ext uri="{FF2B5EF4-FFF2-40B4-BE49-F238E27FC236}">
                <a16:creationId xmlns:a16="http://schemas.microsoft.com/office/drawing/2014/main" id="{E873D90A-E4A3-F78A-F391-D1DB29911070}"/>
              </a:ext>
            </a:extLst>
          </p:cNvPr>
          <p:cNvSpPr>
            <a:spLocks/>
          </p:cNvSpPr>
          <p:nvPr/>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a:extLst>
              <a:ext uri="{FF2B5EF4-FFF2-40B4-BE49-F238E27FC236}">
                <a16:creationId xmlns:a16="http://schemas.microsoft.com/office/drawing/2014/main" id="{5E1C8E87-14CA-EB0A-B967-57776EF53426}"/>
              </a:ext>
            </a:extLst>
          </p:cNvPr>
          <p:cNvSpPr>
            <a:spLocks noGrp="1"/>
          </p:cNvSpPr>
          <p:nvPr>
            <p:ph type="ctrTitle" hasCustomPrompt="1"/>
          </p:nvPr>
        </p:nvSpPr>
        <p:spPr>
          <a:xfrm>
            <a:off x="792538" y="2148840"/>
            <a:ext cx="6583608"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 title</a:t>
            </a:r>
            <a:br>
              <a:rPr lang="en-US" dirty="0"/>
            </a:br>
            <a:r>
              <a:rPr lang="en-US" dirty="0"/>
              <a:t>(up to two lines)</a:t>
            </a:r>
          </a:p>
        </p:txBody>
      </p:sp>
      <p:sp>
        <p:nvSpPr>
          <p:cNvPr id="8" name="Subhead">
            <a:extLst>
              <a:ext uri="{FF2B5EF4-FFF2-40B4-BE49-F238E27FC236}">
                <a16:creationId xmlns:a16="http://schemas.microsoft.com/office/drawing/2014/main" id="{9F13C004-6A96-3D61-9397-40C41F43523D}"/>
              </a:ext>
            </a:extLst>
          </p:cNvPr>
          <p:cNvSpPr>
            <a:spLocks noGrp="1"/>
          </p:cNvSpPr>
          <p:nvPr>
            <p:ph type="body" sz="quarter" idx="33" hasCustomPrompt="1"/>
          </p:nvPr>
        </p:nvSpPr>
        <p:spPr>
          <a:xfrm>
            <a:off x="792538" y="3519553"/>
            <a:ext cx="6583608"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29BC5DBB-6459-FA83-A3C0-242C30783B69}"/>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E4F8B91E-3CD8-7B6C-C073-0E255807CCEF}"/>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7" name="Oracle Logo" descr="Oracle Logo">
            <a:extLst>
              <a:ext uri="{FF2B5EF4-FFF2-40B4-BE49-F238E27FC236}">
                <a16:creationId xmlns:a16="http://schemas.microsoft.com/office/drawing/2014/main" id="{D3B9F45A-1FFB-8B3C-4F70-6D6363AA6D2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0502ED2C-D10E-1DB4-3557-E5C9C7E4D238}"/>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6940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Cov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745EE5B-9C14-4DF6-7ECF-3B850514DAA4}"/>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Health &amp; Life Sciences </a:t>
            </a:r>
            <a:br>
              <a:rPr lang="en-US" dirty="0"/>
            </a:br>
            <a:r>
              <a:rPr lang="en-US" dirty="0"/>
              <a:t>Title (up to two lines)</a:t>
            </a:r>
          </a:p>
        </p:txBody>
      </p:sp>
      <p:sp>
        <p:nvSpPr>
          <p:cNvPr id="8" name="Subhead">
            <a:extLst>
              <a:ext uri="{FF2B5EF4-FFF2-40B4-BE49-F238E27FC236}">
                <a16:creationId xmlns:a16="http://schemas.microsoft.com/office/drawing/2014/main" id="{963CCACE-E1BA-B49E-CFB8-0B77CDCFE79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F8BD25F6-9734-8037-1C67-1A99384E68CA}"/>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754A77E7-2B50-3BBF-5653-BC60AF4CA831}"/>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6" name="Footer Placeholder 5">
            <a:extLst>
              <a:ext uri="{FF2B5EF4-FFF2-40B4-BE49-F238E27FC236}">
                <a16:creationId xmlns:a16="http://schemas.microsoft.com/office/drawing/2014/main" id="{1B6DA0C6-D822-15F6-04DD-B18D3E44619C}"/>
              </a:ext>
            </a:extLst>
          </p:cNvPr>
          <p:cNvSpPr txBox="1">
            <a:spLocks/>
          </p:cNvSpPr>
          <p:nvPr/>
        </p:nvSpPr>
        <p:spPr>
          <a:xfrm>
            <a:off x="792538" y="5850115"/>
            <a:ext cx="6845809" cy="885046"/>
          </a:xfrm>
          <a:prstGeom prst="rect">
            <a:avLst/>
          </a:prstGeom>
        </p:spPr>
        <p:txBody>
          <a:bodyPr lIns="0" tIns="0" rIns="0" bIns="0" anchor="b"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800" dirty="0">
                <a:solidFill>
                  <a:schemeClr val="tx1"/>
                </a:solidFill>
                <a:effectLst/>
                <a:latin typeface="Oracle Sans Tab" panose="020B0503020204020204" pitchFamily="34" charset="0"/>
                <a:cs typeface="Oracle Sans Tab" panose="020B0503020204020204" pitchFamily="34" charset="0"/>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a:ext uri="{FF2B5EF4-FFF2-40B4-BE49-F238E27FC236}">
                <a16:creationId xmlns:a16="http://schemas.microsoft.com/office/drawing/2014/main" id="{7240816A-A8A3-D504-F672-2ACA6ABC217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C7B878C-7245-36C9-328A-025A91624A3E}"/>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92E9260-E0B5-9C63-CE19-3A9F3785B887}"/>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3365A273-093D-DAA1-4CF5-EB5C452E599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B9FBA5DC-EBA8-3759-0EF4-5D00C9CB65F1}"/>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04242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Cov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dirty="0"/>
              <a:t>Fusion Suite title</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dirty="0"/>
              <a:t>Presenter’s Title</a:t>
            </a:r>
          </a:p>
          <a:p>
            <a:pPr lvl="0"/>
            <a:r>
              <a:rPr lang="en-US" dirty="0"/>
              <a:t>Organization, Division or Business Unit</a:t>
            </a:r>
          </a:p>
          <a:p>
            <a:pPr lvl="0"/>
            <a:r>
              <a:rPr lang="en-US" dirty="0"/>
              <a:t>Month 00, 2023</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28346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Cov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274040B-F0B7-0500-24CB-E40A3880817B}"/>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SCM title (up to two lines) </a:t>
            </a:r>
            <a:br>
              <a:rPr lang="en-US" dirty="0"/>
            </a:br>
            <a:r>
              <a:rPr lang="en-US" dirty="0"/>
              <a:t>Oracle Sans Tab Bold</a:t>
            </a:r>
          </a:p>
        </p:txBody>
      </p:sp>
      <p:sp>
        <p:nvSpPr>
          <p:cNvPr id="7" name="Subhead">
            <a:extLst>
              <a:ext uri="{FF2B5EF4-FFF2-40B4-BE49-F238E27FC236}">
                <a16:creationId xmlns:a16="http://schemas.microsoft.com/office/drawing/2014/main" id="{BB696622-2058-4C4E-FECA-34F1F6C4A20D}"/>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08AD1B2D-5265-AF61-4278-C58493F3B2D3}"/>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2BC9F5FB-2E6C-6C9C-FB33-0771B5305E3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68AE499B-EBAD-FB38-949F-59147DB0EA0A}"/>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5AB17156-07C5-6698-A84A-64A1E6FB7115}"/>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E9AF2F7B-85CD-E771-2A37-0C490AADFAA0}"/>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88D7C3F2-D177-BD40-948A-A0EF229EC10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968E1C2E-E87B-195A-71AA-AC8BE8FEC015}"/>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32125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ver/Title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FFF5E92-4648-2480-5EFA-4514C715D5B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ERP title (up to two lines) </a:t>
            </a:r>
            <a:br>
              <a:rPr lang="en-US" dirty="0"/>
            </a:br>
            <a:r>
              <a:rPr lang="en-US" dirty="0"/>
              <a:t>Oracle Sans Tab Bold</a:t>
            </a:r>
          </a:p>
        </p:txBody>
      </p:sp>
      <p:sp>
        <p:nvSpPr>
          <p:cNvPr id="7" name="Subhead">
            <a:extLst>
              <a:ext uri="{FF2B5EF4-FFF2-40B4-BE49-F238E27FC236}">
                <a16:creationId xmlns:a16="http://schemas.microsoft.com/office/drawing/2014/main" id="{7184176C-647E-4FA4-7662-D8112ED77D3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A2EE897B-F943-19EE-12DF-51761821645F}"/>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CA1E31BC-14D4-B856-F073-5EA6A1E77BAC}"/>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543BB43F-1E4E-AE49-23A6-A224E6C2D0D7}"/>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504A6EC8-17D1-91B9-9CCB-FE079DA5ABFB}"/>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EEF621B1-0D26-F83E-E0D2-4B478D80142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636CD02-1B61-6C12-5A81-3A48181A902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4DD9731D-D638-ACED-0DBB-64723445203A}"/>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7838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Cov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1C249B44-5D03-EA20-14C6-F9C2A9AB50F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HCM title (up to two lines) </a:t>
            </a:r>
            <a:br>
              <a:rPr lang="en-US" dirty="0"/>
            </a:br>
            <a:r>
              <a:rPr lang="en-US" dirty="0"/>
              <a:t>Oracle Sans Tab Bold</a:t>
            </a:r>
          </a:p>
        </p:txBody>
      </p:sp>
      <p:sp>
        <p:nvSpPr>
          <p:cNvPr id="7" name="Subhead">
            <a:extLst>
              <a:ext uri="{FF2B5EF4-FFF2-40B4-BE49-F238E27FC236}">
                <a16:creationId xmlns:a16="http://schemas.microsoft.com/office/drawing/2014/main" id="{CFF1AD0F-A521-9C8E-1B0B-C0AAECD3307F}"/>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6525F097-D9EE-EA10-1A44-3D1D0CC4FBE0}"/>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AE7AB41E-99B0-7F6C-6D90-1255399A4F6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74811496-0F3F-2EFC-BF0D-44B4652D8EB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32DEED53-1C90-2AFF-D971-0E0179F66888}"/>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6C777348-8686-2E82-3270-E018943D1EF1}"/>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A6FE85A7-960A-B7DF-96B4-1F84481CF49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6D3CBBA4-EC09-8E88-4264-A0AC9E88275E}"/>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1282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Cover_8">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568EDC7-82E8-C0FD-23C9-5E2F85B327A1}"/>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CX title (up to two lines) </a:t>
            </a:r>
            <a:br>
              <a:rPr lang="en-US" dirty="0"/>
            </a:br>
            <a:r>
              <a:rPr lang="en-US" dirty="0"/>
              <a:t>Oracle Sans Tab Bold</a:t>
            </a:r>
          </a:p>
        </p:txBody>
      </p:sp>
      <p:sp>
        <p:nvSpPr>
          <p:cNvPr id="7" name="Subhead">
            <a:extLst>
              <a:ext uri="{FF2B5EF4-FFF2-40B4-BE49-F238E27FC236}">
                <a16:creationId xmlns:a16="http://schemas.microsoft.com/office/drawing/2014/main" id="{061B9EB2-A1F6-2571-35A5-B192ACB03AE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6F8D591A-4D00-D5F4-4A83-1E71D6FEAED4}"/>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10E9E6D4-F5CC-7C97-90BB-4EDFBE9AA1B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350795E3-D122-12B5-7C04-44DCB3D36801}"/>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5748CF8-F274-FB47-CAED-F7B6DBFAB058}"/>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495B2ADA-461A-FD6A-5CF8-C6DF73B366A2}"/>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2096009-10CC-D3A8-D651-A6324946E61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7E4F3939-5D2F-6AB9-8C71-5E770E6D42B8}"/>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70889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Cov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888C5F5-89ED-967B-54C7-2A5658D9383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OCI and database title</a:t>
            </a:r>
            <a:br>
              <a:rPr lang="en-US" dirty="0"/>
            </a:br>
            <a:r>
              <a:rPr lang="en-US" dirty="0"/>
              <a:t>Oracle Sans Tab Bold</a:t>
            </a:r>
          </a:p>
        </p:txBody>
      </p:sp>
      <p:sp>
        <p:nvSpPr>
          <p:cNvPr id="7" name="Subhead">
            <a:extLst>
              <a:ext uri="{FF2B5EF4-FFF2-40B4-BE49-F238E27FC236}">
                <a16:creationId xmlns:a16="http://schemas.microsoft.com/office/drawing/2014/main" id="{AB3DC633-5D2F-CD08-25C4-AE0E6A2B5A5A}"/>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20484561-BBEE-F46D-7F67-EB225BA5D34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5A2D3ACC-958E-B38F-BE81-FBB225FDED02}"/>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E1DF1B72-C1BE-74C1-FB93-E6FBEBCD12E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642B772F-C699-22CD-0BF9-575EC2076553}"/>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739DA1F-4B89-6385-9E78-4753D410919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2" name="Oracle Logo" descr="Oracle Logo">
            <a:extLst>
              <a:ext uri="{FF2B5EF4-FFF2-40B4-BE49-F238E27FC236}">
                <a16:creationId xmlns:a16="http://schemas.microsoft.com/office/drawing/2014/main" id="{6365F65B-E40A-5E02-63EB-C3DBD8E73AF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F974F57F-EE1C-2E13-9B52-D64DDE2DF988}"/>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0361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Cov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dirty="0"/>
              <a:t>Developer Title</a:t>
            </a:r>
            <a:br>
              <a:rPr lang="en-US" dirty="0"/>
            </a:br>
            <a:r>
              <a:rPr lang="en-US" dirty="0"/>
              <a:t>Oracle Sans Tab</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dirty="0"/>
              <a:t>Presenter’s Title</a:t>
            </a:r>
          </a:p>
          <a:p>
            <a:pPr lvl="0"/>
            <a:r>
              <a:rPr lang="en-US" dirty="0"/>
              <a:t>Organization, Division or Business Unit</a:t>
            </a:r>
          </a:p>
          <a:p>
            <a:pPr lvl="0"/>
            <a:r>
              <a:rPr lang="en-US" dirty="0"/>
              <a:t>Month 00, 2023</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8234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full-image">
    <p:bg>
      <p:bgPr>
        <a:solidFill>
          <a:schemeClr val="bg2"/>
        </a:solidFill>
        <a:effectLst/>
      </p:bgPr>
    </p:bg>
    <p:spTree>
      <p:nvGrpSpPr>
        <p:cNvPr id="1" name=""/>
        <p:cNvGrpSpPr/>
        <p:nvPr/>
      </p:nvGrpSpPr>
      <p:grpSpPr>
        <a:xfrm>
          <a:off x="0" y="0"/>
          <a:ext cx="0" cy="0"/>
          <a:chOff x="0" y="0"/>
          <a:chExt cx="0" cy="0"/>
        </a:xfrm>
      </p:grpSpPr>
      <p:sp>
        <p:nvSpPr>
          <p:cNvPr id="2" name="Gradient overlay">
            <a:extLst>
              <a:ext uri="{FF2B5EF4-FFF2-40B4-BE49-F238E27FC236}">
                <a16:creationId xmlns:a16="http://schemas.microsoft.com/office/drawing/2014/main" id="{02A90784-90AA-1B27-460D-B876463465E4}"/>
              </a:ext>
            </a:extLst>
          </p:cNvPr>
          <p:cNvSpPr>
            <a:spLocks/>
          </p:cNvSpPr>
          <p:nvPr/>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5">
            <a:extLst>
              <a:ext uri="{FF2B5EF4-FFF2-40B4-BE49-F238E27FC236}">
                <a16:creationId xmlns:a16="http://schemas.microsoft.com/office/drawing/2014/main" id="{2A8370DC-7E17-3B48-B968-7FBF1A513E5D}"/>
              </a:ext>
            </a:extLst>
          </p:cNvPr>
          <p:cNvSpPr>
            <a:spLocks noGrp="1"/>
          </p:cNvSpPr>
          <p:nvPr>
            <p:ph type="title" hasCustomPrompt="1"/>
          </p:nvPr>
        </p:nvSpPr>
        <p:spPr>
          <a:xfrm>
            <a:off x="768871" y="2337132"/>
            <a:ext cx="6217920" cy="1280160"/>
          </a:xfrm>
          <a:noFill/>
        </p:spPr>
        <p:txBody>
          <a:bodyPr vert="horz" wrap="square" lIns="0" tIns="0" rIns="0" bIns="0" rtlCol="0" anchor="b">
            <a:noAutofit/>
          </a:bodyPr>
          <a:lstStyle>
            <a:lvl1pPr>
              <a:lnSpc>
                <a:spcPct val="100000"/>
              </a:lnSpc>
              <a:defRPr lang="en-US" sz="4000" b="1" i="0" dirty="0">
                <a:solidFill>
                  <a:schemeClr val="tx1"/>
                </a:solidFill>
                <a:latin typeface="Oracle Sans Tab" panose="020B0503020204020204" pitchFamily="34" charset="0"/>
              </a:defRPr>
            </a:lvl1pPr>
          </a:lstStyle>
          <a:p>
            <a:pPr lvl="0">
              <a:lnSpc>
                <a:spcPct val="100000"/>
              </a:lnSpc>
            </a:pPr>
            <a:r>
              <a:rPr lang="en-US" dirty="0"/>
              <a:t>Cross-pillar, Industries, and General Divider Title</a:t>
            </a:r>
          </a:p>
        </p:txBody>
      </p:sp>
      <p:sp>
        <p:nvSpPr>
          <p:cNvPr id="11" name="Slide Number Placeholder 7">
            <a:extLst>
              <a:ext uri="{FF2B5EF4-FFF2-40B4-BE49-F238E27FC236}">
                <a16:creationId xmlns:a16="http://schemas.microsoft.com/office/drawing/2014/main" id="{F080221B-C8EC-00E9-AA2D-F8C154AA3CA5}"/>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6C539CEF-A482-43F9-5E0C-FBA849CD6ADB}"/>
              </a:ext>
            </a:extLst>
          </p:cNvPr>
          <p:cNvSpPr>
            <a:spLocks noGrp="1"/>
          </p:cNvSpPr>
          <p:nvPr>
            <p:ph type="ftr" sz="quarter" idx="11"/>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15" name="Date Placeholder 2">
            <a:extLst>
              <a:ext uri="{FF2B5EF4-FFF2-40B4-BE49-F238E27FC236}">
                <a16:creationId xmlns:a16="http://schemas.microsoft.com/office/drawing/2014/main" id="{F9083701-4310-37DF-B760-F9C5578E1E79}"/>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Subhead">
            <a:extLst>
              <a:ext uri="{FF2B5EF4-FFF2-40B4-BE49-F238E27FC236}">
                <a16:creationId xmlns:a16="http://schemas.microsoft.com/office/drawing/2014/main" id="{AC267B18-559A-5001-F10C-C0FCF070F435}"/>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727832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ight - Divider_Image">
    <p:bg>
      <p:bgRef idx="1001">
        <a:schemeClr val="bg2"/>
      </p:bgRef>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213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97377"/>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9" name="Accent mark">
            <a:extLst>
              <a:ext uri="{FF2B5EF4-FFF2-40B4-BE49-F238E27FC236}">
                <a16:creationId xmlns:a16="http://schemas.microsoft.com/office/drawing/2014/main" id="{EF7E4D86-EF60-0FEC-3E94-F74C96841A9C}"/>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head">
            <a:extLst>
              <a:ext uri="{FF2B5EF4-FFF2-40B4-BE49-F238E27FC236}">
                <a16:creationId xmlns:a16="http://schemas.microsoft.com/office/drawing/2014/main" id="{A763B6F6-4DFA-26D0-D8A9-4B0B1409391D}"/>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40003801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ark- Divider_Image">
    <p:bg>
      <p:bgRef idx="1001">
        <a:schemeClr val="bg2"/>
      </p:bgRef>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9048"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8912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938"/>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D8947E02-814A-79D0-C68B-4A7749394CC0}"/>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head">
            <a:extLst>
              <a:ext uri="{FF2B5EF4-FFF2-40B4-BE49-F238E27FC236}">
                <a16:creationId xmlns:a16="http://schemas.microsoft.com/office/drawing/2014/main" id="{C91DD99A-805D-7654-58A3-D6532DB17964}"/>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2226418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ight - Divider">
    <p:bg>
      <p:bgRef idx="1001">
        <a:schemeClr val="bg2"/>
      </p:bgRef>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789F089-C8C8-AD9E-8C9E-E12DE8E679BF}"/>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7698EDA6-BDA7-E689-E9CF-BD4E37893702}"/>
              </a:ext>
            </a:extLst>
          </p:cNvPr>
          <p:cNvSpPr>
            <a:spLocks noGrp="1"/>
          </p:cNvSpPr>
          <p:nvPr>
            <p:ph type="body" sz="quarter" idx="33" hasCustomPrompt="1"/>
          </p:nvPr>
        </p:nvSpPr>
        <p:spPr>
          <a:xfrm>
            <a:off x="776689" y="4135193"/>
            <a:ext cx="62179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pic>
        <p:nvPicPr>
          <p:cNvPr id="15" name="Picture 14">
            <a:extLst>
              <a:ext uri="{FF2B5EF4-FFF2-40B4-BE49-F238E27FC236}">
                <a16:creationId xmlns:a16="http://schemas.microsoft.com/office/drawing/2014/main" id="{FB7783C8-17F8-DB45-1463-F645BB3FC448}"/>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3FBA7AF-1061-9E4C-9196-2D8F59748DFB}"/>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37278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ark - Divider">
    <p:bg>
      <p:bgPr>
        <a:solidFill>
          <a:schemeClr val="bg2"/>
        </a:solid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232B6FB-CB36-8E10-0171-4DD434FB37AC}"/>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pic>
        <p:nvPicPr>
          <p:cNvPr id="15" name="Picture 14">
            <a:extLst>
              <a:ext uri="{FF2B5EF4-FFF2-40B4-BE49-F238E27FC236}">
                <a16:creationId xmlns:a16="http://schemas.microsoft.com/office/drawing/2014/main" id="{66160DD4-C190-5E08-0719-27C0571182D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2" name="Accent mark">
            <a:extLst>
              <a:ext uri="{FF2B5EF4-FFF2-40B4-BE49-F238E27FC236}">
                <a16:creationId xmlns:a16="http://schemas.microsoft.com/office/drawing/2014/main" id="{FCC5560E-F594-D1CD-5CDD-54514D4DAED9}"/>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77796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Health &amp; Life Sciences </a:t>
            </a:r>
            <a:br>
              <a:rPr lang="en-US" dirty="0"/>
            </a:br>
            <a:r>
              <a:rPr lang="en-US" dirty="0"/>
              <a:t>section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B4CEE7C3-7EA8-C568-7AA2-03C7BCB4D729}"/>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80125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Fusion Suite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10008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SCM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61CB4AAC-156D-8F42-3B43-592451DF558D}"/>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4925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ERP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BADA839C-E71A-1637-3B8E-ADCB8BC4BE79}"/>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9717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HCM Section </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AD2D13D9-5F9B-66C0-EF23-46B9931F9314}"/>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70293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_8">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CX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FE68091-5CE6-8692-5C8A-45B15B0580ED}"/>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2615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vid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OCI and database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4364F74D-D1B7-957A-69E2-40ADCE3043EE}"/>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25223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vid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Dev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18073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ark - Impact Statement">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7F0AA-36FB-62D3-4D57-A93CAC9D503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2376570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ight - Impact Statement">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3F0458-244B-DEF1-4FC0-9B75AA8F4AE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723135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ark - Quote with Data Texture Background">
    <p:bg>
      <p:bgPr>
        <a:solidFill>
          <a:schemeClr val="bg2"/>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5" name="Accent mark">
            <a:extLst>
              <a:ext uri="{FF2B5EF4-FFF2-40B4-BE49-F238E27FC236}">
                <a16:creationId xmlns:a16="http://schemas.microsoft.com/office/drawing/2014/main" id="{E30FF1A2-459E-3E06-ED1E-7EEEFE917498}"/>
              </a:ext>
              <a:ext uri="{C183D7F6-B498-43B3-948B-1728B52AA6E4}">
                <adec:decorative xmlns:adec="http://schemas.microsoft.com/office/drawing/2017/decorative" val="1"/>
              </a:ext>
            </a:extLst>
          </p:cNvPr>
          <p:cNvSpPr/>
          <p:nvPr/>
        </p:nvSpPr>
        <p:spPr>
          <a:xfrm>
            <a:off x="762000" y="4142224"/>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72BDD1C-BE59-17F1-F08E-E5659CE09569}"/>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188201" y="1"/>
            <a:ext cx="8003799" cy="4114800"/>
          </a:xfrm>
          <a:prstGeom prst="rect">
            <a:avLst/>
          </a:prstGeom>
        </p:spPr>
      </p:pic>
      <p:sp>
        <p:nvSpPr>
          <p:cNvPr id="8" name="Date Placeholder 7">
            <a:extLst>
              <a:ext uri="{FF2B5EF4-FFF2-40B4-BE49-F238E27FC236}">
                <a16:creationId xmlns:a16="http://schemas.microsoft.com/office/drawing/2014/main" id="{4BE25085-4A1E-D179-F719-60F3221F88FC}"/>
              </a:ext>
            </a:extLst>
          </p:cNvPr>
          <p:cNvSpPr>
            <a:spLocks noGrp="1"/>
          </p:cNvSpPr>
          <p:nvPr>
            <p:ph type="dt" sz="half" idx="46"/>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BDE401F7-9E49-F0E9-B298-16D634C82200}"/>
              </a:ext>
            </a:extLst>
          </p:cNvPr>
          <p:cNvSpPr>
            <a:spLocks noGrp="1"/>
          </p:cNvSpPr>
          <p:nvPr>
            <p:ph type="ftr" sz="quarter" idx="47"/>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0845080C-B81D-10C7-DC19-C0A0D33B390A}"/>
              </a:ext>
            </a:extLst>
          </p:cNvPr>
          <p:cNvSpPr>
            <a:spLocks noGrp="1"/>
          </p:cNvSpPr>
          <p:nvPr>
            <p:ph type="sldNum" sz="quarter" idx="48"/>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89290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ight - Quote with Data Texture Background">
    <p:bg>
      <p:bgRef idx="1001">
        <a:schemeClr val="bg2"/>
      </p:bgRef>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768D3CF0-D6A4-3493-A61E-C80959981BE3}"/>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3" name="Accent mark">
            <a:extLst>
              <a:ext uri="{FF2B5EF4-FFF2-40B4-BE49-F238E27FC236}">
                <a16:creationId xmlns:a16="http://schemas.microsoft.com/office/drawing/2014/main" id="{9CBADFAD-5852-9F31-3F6B-B4A294448DE2}"/>
              </a:ext>
              <a:ext uri="{C183D7F6-B498-43B3-948B-1728B52AA6E4}">
                <adec:decorative xmlns:adec="http://schemas.microsoft.com/office/drawing/2017/decorative" val="1"/>
              </a:ext>
            </a:extLst>
          </p:cNvPr>
          <p:cNvSpPr/>
          <p:nvPr/>
        </p:nvSpPr>
        <p:spPr>
          <a:xfrm>
            <a:off x="762000" y="4142224"/>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A874A47A-5AA7-1775-46F8-4B4A91867200}"/>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188201" y="0"/>
            <a:ext cx="8003799" cy="4114800"/>
          </a:xfrm>
          <a:prstGeom prst="rect">
            <a:avLst/>
          </a:prstGeom>
        </p:spPr>
      </p:pic>
      <p:sp>
        <p:nvSpPr>
          <p:cNvPr id="4" name="Date Placeholder 3">
            <a:extLst>
              <a:ext uri="{FF2B5EF4-FFF2-40B4-BE49-F238E27FC236}">
                <a16:creationId xmlns:a16="http://schemas.microsoft.com/office/drawing/2014/main" id="{3F5E1FD4-FF3D-53E2-B568-4096CAC1B9DC}"/>
              </a:ext>
            </a:extLst>
          </p:cNvPr>
          <p:cNvSpPr>
            <a:spLocks noGrp="1"/>
          </p:cNvSpPr>
          <p:nvPr>
            <p:ph type="dt" sz="half" idx="46"/>
          </p:nvPr>
        </p:nvSpPr>
        <p:spPr/>
        <p:txBody>
          <a:bodyPr/>
          <a:lstStyle>
            <a:lvl1pPr>
              <a:defRPr>
                <a:solidFill>
                  <a:srgbClr val="514C47"/>
                </a:solidFill>
              </a:defRPr>
            </a:lvl1pPr>
          </a:lstStyle>
          <a:p>
            <a:r>
              <a:rPr lang="en-US"/>
              <a:t>[Date]</a:t>
            </a:r>
            <a:endParaRPr lang="en-US" dirty="0"/>
          </a:p>
        </p:txBody>
      </p:sp>
      <p:sp>
        <p:nvSpPr>
          <p:cNvPr id="5" name="Footer Placeholder 4">
            <a:extLst>
              <a:ext uri="{FF2B5EF4-FFF2-40B4-BE49-F238E27FC236}">
                <a16:creationId xmlns:a16="http://schemas.microsoft.com/office/drawing/2014/main" id="{BBCA8205-86B8-B975-0254-A7323DE64A72}"/>
              </a:ext>
            </a:extLst>
          </p:cNvPr>
          <p:cNvSpPr>
            <a:spLocks noGrp="1"/>
          </p:cNvSpPr>
          <p:nvPr>
            <p:ph type="ftr" sz="quarter" idx="47"/>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99568EA0-EDF7-FD13-065F-C2A6ACEFCE3C}"/>
              </a:ext>
            </a:extLst>
          </p:cNvPr>
          <p:cNvSpPr>
            <a:spLocks noGrp="1"/>
          </p:cNvSpPr>
          <p:nvPr>
            <p:ph type="sldNum" sz="quarter" idx="48"/>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565741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ark - Quote, Picture, and logo">
    <p:bg>
      <p:bgPr>
        <a:solidFill>
          <a:schemeClr val="bg2"/>
        </a:solidFill>
        <a:effectLst/>
      </p:bgPr>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lvl1pPr>
              <a:defRPr>
                <a:solidFill>
                  <a:srgbClr val="AEA8A2"/>
                </a:solidFill>
              </a:defRPr>
            </a:lvl1pPr>
          </a:lstStyle>
          <a:p>
            <a:r>
              <a:rPr lang="en-US"/>
              <a:t>[Date]</a:t>
            </a:r>
            <a:endParaRPr lang="en-US" dirty="0"/>
          </a:p>
        </p:txBody>
      </p:sp>
      <p:sp>
        <p:nvSpPr>
          <p:cNvPr id="2" name="Content Placeholder 2">
            <a:extLst>
              <a:ext uri="{FF2B5EF4-FFF2-40B4-BE49-F238E27FC236}">
                <a16:creationId xmlns:a16="http://schemas.microsoft.com/office/drawing/2014/main" id="{97B60F2A-F2ED-70AD-4768-5B8EF9B56420}"/>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pic>
        <p:nvPicPr>
          <p:cNvPr id="6" name="Graphic 5">
            <a:extLst>
              <a:ext uri="{FF2B5EF4-FFF2-40B4-BE49-F238E27FC236}">
                <a16:creationId xmlns:a16="http://schemas.microsoft.com/office/drawing/2014/main" id="{DF4092F5-1A1B-33F4-5A48-CC487AB4D6D3}"/>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Tree>
    <p:extLst>
      <p:ext uri="{BB962C8B-B14F-4D97-AF65-F5344CB8AC3E}">
        <p14:creationId xmlns:p14="http://schemas.microsoft.com/office/powerpoint/2010/main" val="504362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ight - Quote, Picture, and logo">
    <p:bg>
      <p:bgPr>
        <a:solidFill>
          <a:schemeClr val="bg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97F2045-62B9-84EC-C330-B04C4D3A0662}"/>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Accent mark">
            <a:extLst>
              <a:ext uri="{FF2B5EF4-FFF2-40B4-BE49-F238E27FC236}">
                <a16:creationId xmlns:a16="http://schemas.microsoft.com/office/drawing/2014/main" id="{F6E69B24-94C1-6ACB-ADE4-5BD87AD69DCA}"/>
              </a:ext>
              <a:ext uri="{C183D7F6-B498-43B3-948B-1728B52AA6E4}">
                <adec:decorative xmlns:adec="http://schemas.microsoft.com/office/drawing/2017/decorative" val="1"/>
              </a:ext>
            </a:extLst>
          </p:cNvPr>
          <p:cNvSpPr/>
          <p:nvPr/>
        </p:nvSpPr>
        <p:spPr>
          <a:xfrm>
            <a:off x="5828788" y="4599419"/>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7478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ark - Single metric">
    <p:bg>
      <p:bgPr>
        <a:solidFill>
          <a:schemeClr val="bg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0EFC288-7D92-06D8-D5A4-4ADE89B89D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39458" y="0"/>
            <a:ext cx="5052542" cy="4015900"/>
          </a:xfrm>
          <a:prstGeom prst="rect">
            <a:avLst/>
          </a:prstGeom>
        </p:spPr>
      </p:pic>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endParaRPr lang="en-US" dirty="0"/>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89734" y="1600200"/>
            <a:ext cx="5085287" cy="2415700"/>
          </a:xfrm>
        </p:spPr>
        <p:txBody>
          <a:bodyPr anchor="b" anchorCtr="0"/>
          <a:lstStyle>
            <a:lvl1pPr>
              <a:defRPr sz="8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841059"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7" name="Accent mark">
            <a:extLst>
              <a:ext uri="{FF2B5EF4-FFF2-40B4-BE49-F238E27FC236}">
                <a16:creationId xmlns:a16="http://schemas.microsoft.com/office/drawing/2014/main" id="{F914C2C0-AA33-B6B2-67CF-DCC0E7C6D76B}"/>
              </a:ext>
              <a:ext uri="{C183D7F6-B498-43B3-948B-1728B52AA6E4}">
                <adec:decorative xmlns:adec="http://schemas.microsoft.com/office/drawing/2017/decorative" val="1"/>
              </a:ext>
            </a:extLst>
          </p:cNvPr>
          <p:cNvSpPr/>
          <p:nvPr/>
        </p:nvSpPr>
        <p:spPr>
          <a:xfrm>
            <a:off x="805293" y="4325102"/>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2132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ight - Single metric">
    <p:bg>
      <p:bgRef idx="1001">
        <a:schemeClr val="bg2"/>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C834F4C-E96D-655B-5790-3D3144B54C1C}"/>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92538" y="1600200"/>
            <a:ext cx="5072063" cy="2415700"/>
          </a:xfrm>
        </p:spPr>
        <p:txBody>
          <a:bodyPr anchor="b" anchorCtr="0"/>
          <a:lstStyle>
            <a:lvl1pPr>
              <a:lnSpc>
                <a:spcPct val="100000"/>
              </a:lnSpc>
              <a:defRPr sz="8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92538"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090275FD-F388-23AA-69ED-D3443D4384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39458" y="0"/>
            <a:ext cx="5052542" cy="4015900"/>
          </a:xfrm>
          <a:prstGeom prst="rect">
            <a:avLst/>
          </a:prstGeom>
        </p:spPr>
      </p:pic>
      <p:sp>
        <p:nvSpPr>
          <p:cNvPr id="10" name="Accent mark">
            <a:extLst>
              <a:ext uri="{FF2B5EF4-FFF2-40B4-BE49-F238E27FC236}">
                <a16:creationId xmlns:a16="http://schemas.microsoft.com/office/drawing/2014/main" id="{92B14C41-985E-E73E-2DEF-63120221F3B5}"/>
              </a:ext>
              <a:ext uri="{C183D7F6-B498-43B3-948B-1728B52AA6E4}">
                <adec:decorative xmlns:adec="http://schemas.microsoft.com/office/drawing/2017/decorative" val="1"/>
              </a:ext>
            </a:extLst>
          </p:cNvPr>
          <p:cNvSpPr/>
          <p:nvPr/>
        </p:nvSpPr>
        <p:spPr>
          <a:xfrm>
            <a:off x="805293" y="4325102"/>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008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ark - Thank You">
    <p:bg>
      <p:bgPr>
        <a:solidFill>
          <a:schemeClr val="bg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AA3C0A9-D49F-07D5-E8FF-674CD1A1FB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19600" y="0"/>
            <a:ext cx="7772400" cy="5181600"/>
          </a:xfrm>
          <a:prstGeom prst="rect">
            <a:avLst/>
          </a:prstGeom>
        </p:spPr>
      </p:pic>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6" name="OTag" descr="A small square in Oracle Red with the Oracle logo in the center in white">
            <a:extLst>
              <a:ext uri="{FF2B5EF4-FFF2-40B4-BE49-F238E27FC236}">
                <a16:creationId xmlns:a16="http://schemas.microsoft.com/office/drawing/2014/main" id="{D1B4FDA6-5EB7-1320-2A88-8EA99418C4FF}"/>
              </a:ext>
              <a:ext uri="{C183D7F6-B498-43B3-948B-1728B52AA6E4}">
                <adec:decorative xmlns:adec="http://schemas.microsoft.com/office/drawing/2017/decorative" val="0"/>
              </a:ext>
            </a:extLst>
          </p:cNvPr>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3" name="Date Placeholder 12">
            <a:extLst>
              <a:ext uri="{FF2B5EF4-FFF2-40B4-BE49-F238E27FC236}">
                <a16:creationId xmlns:a16="http://schemas.microsoft.com/office/drawing/2014/main" id="{3476C750-59D6-EB09-06A9-634F34474538}"/>
              </a:ext>
            </a:extLst>
          </p:cNvPr>
          <p:cNvSpPr>
            <a:spLocks noGrp="1"/>
          </p:cNvSpPr>
          <p:nvPr>
            <p:ph type="dt" sz="half" idx="38"/>
          </p:nvPr>
        </p:nvSpPr>
        <p:spPr/>
        <p:txBody>
          <a:bodyPr/>
          <a:lstStyle>
            <a:lvl1pPr>
              <a:defRPr>
                <a:solidFill>
                  <a:srgbClr val="AEA8A2"/>
                </a:solidFill>
              </a:defRPr>
            </a:lvl1pPr>
          </a:lstStyle>
          <a:p>
            <a:r>
              <a:rPr lang="en-US"/>
              <a:t>[Date]</a:t>
            </a:r>
            <a:endParaRPr lang="en-US" dirty="0"/>
          </a:p>
        </p:txBody>
      </p:sp>
      <p:sp>
        <p:nvSpPr>
          <p:cNvPr id="14" name="Footer Placeholder 13">
            <a:extLst>
              <a:ext uri="{FF2B5EF4-FFF2-40B4-BE49-F238E27FC236}">
                <a16:creationId xmlns:a16="http://schemas.microsoft.com/office/drawing/2014/main" id="{C0D2E1ED-2B0F-7B22-726D-4623578504D2}"/>
              </a:ext>
            </a:extLst>
          </p:cNvPr>
          <p:cNvSpPr>
            <a:spLocks noGrp="1"/>
          </p:cNvSpPr>
          <p:nvPr>
            <p:ph type="ftr" sz="quarter" idx="39"/>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5" name="Slide Number Placeholder 14">
            <a:extLst>
              <a:ext uri="{FF2B5EF4-FFF2-40B4-BE49-F238E27FC236}">
                <a16:creationId xmlns:a16="http://schemas.microsoft.com/office/drawing/2014/main" id="{83E4861B-95EB-30B4-4A73-1871E7B14738}"/>
              </a:ext>
            </a:extLst>
          </p:cNvPr>
          <p:cNvSpPr>
            <a:spLocks noGrp="1"/>
          </p:cNvSpPr>
          <p:nvPr>
            <p:ph type="sldNum" sz="quarter" idx="40"/>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2" name="Accent mark">
            <a:extLst>
              <a:ext uri="{FF2B5EF4-FFF2-40B4-BE49-F238E27FC236}">
                <a16:creationId xmlns:a16="http://schemas.microsoft.com/office/drawing/2014/main" id="{AED05725-671E-C225-6DF9-7BB572CF6458}"/>
              </a:ext>
              <a:ext uri="{C183D7F6-B498-43B3-948B-1728B52AA6E4}">
                <adec:decorative xmlns:adec="http://schemas.microsoft.com/office/drawing/2017/decorative" val="1"/>
              </a:ext>
            </a:extLst>
          </p:cNvPr>
          <p:cNvSpPr/>
          <p:nvPr/>
        </p:nvSpPr>
        <p:spPr>
          <a:xfrm>
            <a:off x="792538" y="4502811"/>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44363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ight - Thank You">
    <p:bg>
      <p:bgPr>
        <a:solidFill>
          <a:schemeClr val="bg2"/>
        </a:soli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12" name="OTag" descr="A small square in Oracle Red with the Oracle logo in the center in white">
            <a:extLst>
              <a:ext uri="{FF2B5EF4-FFF2-40B4-BE49-F238E27FC236}">
                <a16:creationId xmlns:a16="http://schemas.microsoft.com/office/drawing/2014/main" id="{7700FDE2-E876-37BC-F60A-8AE5E462616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3" name="Date Placeholder 32">
            <a:extLst>
              <a:ext uri="{FF2B5EF4-FFF2-40B4-BE49-F238E27FC236}">
                <a16:creationId xmlns:a16="http://schemas.microsoft.com/office/drawing/2014/main" id="{C757BBF7-1C67-AA09-584F-7A752DCB4BC9}"/>
              </a:ext>
            </a:extLst>
          </p:cNvPr>
          <p:cNvSpPr>
            <a:spLocks noGrp="1"/>
          </p:cNvSpPr>
          <p:nvPr>
            <p:ph type="dt" sz="half" idx="38"/>
          </p:nvPr>
        </p:nvSpPr>
        <p:spPr/>
        <p:txBody>
          <a:bodyPr/>
          <a:lstStyle>
            <a:lvl1pPr>
              <a:defRPr>
                <a:solidFill>
                  <a:srgbClr val="514C47"/>
                </a:solidFill>
              </a:defRPr>
            </a:lvl1pPr>
          </a:lstStyle>
          <a:p>
            <a:r>
              <a:rPr lang="en-US"/>
              <a:t>[Date]</a:t>
            </a:r>
            <a:endParaRPr lang="en-US" dirty="0"/>
          </a:p>
        </p:txBody>
      </p:sp>
      <p:sp>
        <p:nvSpPr>
          <p:cNvPr id="34" name="Footer Placeholder 33">
            <a:extLst>
              <a:ext uri="{FF2B5EF4-FFF2-40B4-BE49-F238E27FC236}">
                <a16:creationId xmlns:a16="http://schemas.microsoft.com/office/drawing/2014/main" id="{2B12D776-70C0-CC40-00F8-F8AB6108C9AA}"/>
              </a:ext>
            </a:extLst>
          </p:cNvPr>
          <p:cNvSpPr>
            <a:spLocks noGrp="1"/>
          </p:cNvSpPr>
          <p:nvPr>
            <p:ph type="ftr" sz="quarter" idx="39"/>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5" name="Slide Number Placeholder 34">
            <a:extLst>
              <a:ext uri="{FF2B5EF4-FFF2-40B4-BE49-F238E27FC236}">
                <a16:creationId xmlns:a16="http://schemas.microsoft.com/office/drawing/2014/main" id="{2021DDA7-EEBD-CE8D-1221-C07F76A0D39F}"/>
              </a:ext>
            </a:extLst>
          </p:cNvPr>
          <p:cNvSpPr>
            <a:spLocks noGrp="1"/>
          </p:cNvSpPr>
          <p:nvPr>
            <p:ph type="sldNum" sz="quarter" idx="40"/>
          </p:nvPr>
        </p:nvSpPr>
        <p:spPr/>
        <p:txBody>
          <a:bodyPr/>
          <a:lstStyle>
            <a:lvl1pPr>
              <a:defRPr>
                <a:solidFill>
                  <a:srgbClr val="514C47"/>
                </a:solidFill>
              </a:defRPr>
            </a:lvl1pPr>
          </a:lstStyle>
          <a:p>
            <a:fld id="{345D60D9-5372-5F40-9443-0F9AE5BDC3C8}" type="slidenum">
              <a:rPr lang="en-US" smtClean="0"/>
              <a:pPr/>
              <a:t>‹#›</a:t>
            </a:fld>
            <a:endParaRPr lang="en-US" dirty="0"/>
          </a:p>
        </p:txBody>
      </p:sp>
      <p:pic>
        <p:nvPicPr>
          <p:cNvPr id="8" name="OTag" descr="A small square in Oracle Red with the Oracle logo in the center in white">
            <a:extLst>
              <a:ext uri="{FF2B5EF4-FFF2-40B4-BE49-F238E27FC236}">
                <a16:creationId xmlns:a16="http://schemas.microsoft.com/office/drawing/2014/main" id="{3DA2B7A2-ED34-D984-C93F-D98D3EC21C92}"/>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2373" y="6464808"/>
            <a:ext cx="393192" cy="393192"/>
          </a:xfrm>
          <a:prstGeom prst="rect">
            <a:avLst/>
          </a:prstGeom>
        </p:spPr>
      </p:pic>
      <p:pic>
        <p:nvPicPr>
          <p:cNvPr id="4" name="Graphic 3">
            <a:extLst>
              <a:ext uri="{FF2B5EF4-FFF2-40B4-BE49-F238E27FC236}">
                <a16:creationId xmlns:a16="http://schemas.microsoft.com/office/drawing/2014/main" id="{155E893B-EF24-A19F-8592-D226B82D51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19600" y="0"/>
            <a:ext cx="7772400" cy="5181600"/>
          </a:xfrm>
          <a:prstGeom prst="rect">
            <a:avLst/>
          </a:prstGeom>
        </p:spPr>
      </p:pic>
      <p:sp>
        <p:nvSpPr>
          <p:cNvPr id="2" name="Accent mark">
            <a:extLst>
              <a:ext uri="{FF2B5EF4-FFF2-40B4-BE49-F238E27FC236}">
                <a16:creationId xmlns:a16="http://schemas.microsoft.com/office/drawing/2014/main" id="{B0EC2F66-9907-2F15-B317-36B39B8BBE6F}"/>
              </a:ext>
              <a:ext uri="{C183D7F6-B498-43B3-948B-1728B52AA6E4}">
                <adec:decorative xmlns:adec="http://schemas.microsoft.com/office/drawing/2017/decorative" val="1"/>
              </a:ext>
            </a:extLst>
          </p:cNvPr>
          <p:cNvSpPr/>
          <p:nvPr/>
        </p:nvSpPr>
        <p:spPr>
          <a:xfrm>
            <a:off x="792538" y="4502811"/>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3952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ark - Safe harbor_Pillar">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8" name="TextBox 7">
            <a:extLst>
              <a:ext uri="{FF2B5EF4-FFF2-40B4-BE49-F238E27FC236}">
                <a16:creationId xmlns:a16="http://schemas.microsoft.com/office/drawing/2014/main" id="{F2087D21-F78B-45C7-2C05-43C5D2F54367}"/>
              </a:ext>
            </a:extLst>
          </p:cNvPr>
          <p:cNvSpPr txBox="1"/>
          <p:nvPr/>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20992443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ight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5" name="TextBox 4">
            <a:extLst>
              <a:ext uri="{FF2B5EF4-FFF2-40B4-BE49-F238E27FC236}">
                <a16:creationId xmlns:a16="http://schemas.microsoft.com/office/drawing/2014/main" id="{CA4392FF-7C2C-D37B-DD7D-60C8C946E8C6}"/>
              </a:ext>
            </a:extLst>
          </p:cNvPr>
          <p:cNvSpPr txBox="1"/>
          <p:nvPr/>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485919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ote on safe harbor/forward looking">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harbor/forward looking</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7" name="TextBox 16">
            <a:extLst>
              <a:ext uri="{FF2B5EF4-FFF2-40B4-BE49-F238E27FC236}">
                <a16:creationId xmlns:a16="http://schemas.microsoft.com/office/drawing/2014/main" id="{E5EA32E2-5AE7-3199-6814-98A3082209E7}"/>
              </a:ext>
            </a:extLst>
          </p:cNvPr>
          <p:cNvSpPr txBox="1"/>
          <p:nvPr/>
        </p:nvSpPr>
        <p:spPr>
          <a:xfrm>
            <a:off x="762000" y="1608575"/>
            <a:ext cx="5084064" cy="3278398"/>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Legal Entity footer is required on every slide.</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Regulatory Statement is required on the title slide, and Forward-Looking statement slide (if the Forward-Looking statement slide is needed).</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Forward-Looking statement and Safe Harbor slides are required only for external presentations that pertain to:</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Product launches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Executive presentations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Keynotes at major events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Events attended by financial analysts</a:t>
            </a:r>
          </a:p>
        </p:txBody>
      </p:sp>
      <p:sp>
        <p:nvSpPr>
          <p:cNvPr id="19" name="TextBox 18">
            <a:extLst>
              <a:ext uri="{FF2B5EF4-FFF2-40B4-BE49-F238E27FC236}">
                <a16:creationId xmlns:a16="http://schemas.microsoft.com/office/drawing/2014/main" id="{08E9360F-1286-D2C8-A87B-E68B6EAEB555}"/>
              </a:ext>
            </a:extLst>
          </p:cNvPr>
          <p:cNvSpPr txBox="1"/>
          <p:nvPr/>
        </p:nvSpPr>
        <p:spPr>
          <a:xfrm>
            <a:off x="6345936" y="1608575"/>
            <a:ext cx="5084064" cy="3414589"/>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If it is required, it should appear twice: after the title slide and at the end of the slide deck.  When video recording, there should be a 3  second camera hold on the final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Safe harbor slide should be placed immediately following the title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rgbClr val="C74634"/>
                </a:solidFill>
                <a:latin typeface="Oracle Sans" panose="020B0503020204020204" pitchFamily="34" charset="0"/>
                <a:ea typeface="+mn-ea"/>
                <a:cs typeface="+mn-cs"/>
              </a:rPr>
              <a:t>If the presentation does not pertain to any one of the above, the Forward-Looking statement and Safe harbor slides can be left out entirely and should be deleted</a:t>
            </a:r>
          </a:p>
        </p:txBody>
      </p:sp>
      <p:cxnSp>
        <p:nvCxnSpPr>
          <p:cNvPr id="21" name="Column Divider">
            <a:extLst>
              <a:ext uri="{FF2B5EF4-FFF2-40B4-BE49-F238E27FC236}">
                <a16:creationId xmlns:a16="http://schemas.microsoft.com/office/drawing/2014/main" id="{FE86E375-F9AA-0C37-50B8-D4BCE2883B9B}"/>
              </a:ext>
              <a:ext uri="{C183D7F6-B498-43B3-948B-1728B52AA6E4}">
                <adec:decorative xmlns:adec="http://schemas.microsoft.com/office/drawing/2017/decorative" val="1"/>
              </a:ext>
            </a:extLst>
          </p:cNvPr>
          <p:cNvCxnSpPr>
            <a:cxnSpLocks/>
          </p:cNvCxnSpPr>
          <p:nvPr/>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7732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peaker_1_Name">
    <p:bg>
      <p:bgRef idx="1001">
        <a:schemeClr val="bg2"/>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BAF64E6-5E39-81BB-7AF4-2A1C20BBC0E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rot="10800000">
            <a:off x="0" y="3611878"/>
            <a:ext cx="6314112" cy="3246122"/>
          </a:xfrm>
          <a:prstGeom prst="rect">
            <a:avLst/>
          </a:prstGeom>
        </p:spPr>
      </p:pic>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One speaker on stage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Text Placeholder 33">
            <a:extLst>
              <a:ext uri="{FF2B5EF4-FFF2-40B4-BE49-F238E27FC236}">
                <a16:creationId xmlns:a16="http://schemas.microsoft.com/office/drawing/2014/main" id="{23FEB0B4-B182-7549-DC07-DDA74F8C8764}"/>
              </a:ext>
            </a:extLst>
          </p:cNvPr>
          <p:cNvSpPr>
            <a:spLocks noGrp="1"/>
          </p:cNvSpPr>
          <p:nvPr>
            <p:ph type="body" sz="quarter" idx="13" hasCustomPrompt="1"/>
          </p:nvPr>
        </p:nvSpPr>
        <p:spPr>
          <a:xfrm>
            <a:off x="3810000" y="2720621"/>
            <a:ext cx="4572000" cy="640073"/>
          </a:xfrm>
        </p:spPr>
        <p:txBody>
          <a:bodyPr vert="horz" lIns="0" tIns="0" rIns="0" bIns="0" rtlCol="0" anchor="b" anchorCtr="0">
            <a:noAutofit/>
          </a:bodyPr>
          <a:lstStyle>
            <a:lvl1pPr algn="ctr">
              <a:lnSpc>
                <a:spcPct val="100000"/>
              </a:lnSpc>
              <a:defRPr lang="en-US" sz="2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 name="Text Placeholder 33">
            <a:extLst>
              <a:ext uri="{FF2B5EF4-FFF2-40B4-BE49-F238E27FC236}">
                <a16:creationId xmlns:a16="http://schemas.microsoft.com/office/drawing/2014/main" id="{580B83F2-896B-0C6B-B807-89AAAC67626C}"/>
              </a:ext>
            </a:extLst>
          </p:cNvPr>
          <p:cNvSpPr>
            <a:spLocks noGrp="1"/>
          </p:cNvSpPr>
          <p:nvPr>
            <p:ph type="body" sz="quarter" idx="14" hasCustomPrompt="1"/>
          </p:nvPr>
        </p:nvSpPr>
        <p:spPr>
          <a:xfrm>
            <a:off x="3810000" y="3359674"/>
            <a:ext cx="4572000" cy="640073"/>
          </a:xfrm>
        </p:spPr>
        <p:txBody>
          <a:bodyPr vert="horz" lIns="0" tIns="0" rIns="0" bIns="0" rtlCol="0" anchor="t" anchorCtr="0">
            <a:noAutofit/>
          </a:bodyPr>
          <a:lstStyle>
            <a:lvl1pPr algn="ctr">
              <a:lnSpc>
                <a:spcPct val="100000"/>
              </a:lnSpc>
              <a:defRPr lang="en-US" sz="2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Tree>
    <p:extLst>
      <p:ext uri="{BB962C8B-B14F-4D97-AF65-F5344CB8AC3E}">
        <p14:creationId xmlns:p14="http://schemas.microsoft.com/office/powerpoint/2010/main" val="32018236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eaker_2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Two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Text Placeholder 33">
            <a:extLst>
              <a:ext uri="{FF2B5EF4-FFF2-40B4-BE49-F238E27FC236}">
                <a16:creationId xmlns:a16="http://schemas.microsoft.com/office/drawing/2014/main" id="{B08936F9-0286-6F6F-D932-A07929F397D4}"/>
              </a:ext>
            </a:extLst>
          </p:cNvPr>
          <p:cNvSpPr>
            <a:spLocks noGrp="1"/>
          </p:cNvSpPr>
          <p:nvPr>
            <p:ph type="body" sz="quarter" idx="13" hasCustomPrompt="1"/>
          </p:nvPr>
        </p:nvSpPr>
        <p:spPr>
          <a:xfrm>
            <a:off x="807676" y="1937607"/>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0715FEE8-35E5-A66D-91EB-17A751EFD8E6}"/>
              </a:ext>
            </a:extLst>
          </p:cNvPr>
          <p:cNvSpPr>
            <a:spLocks noGrp="1"/>
          </p:cNvSpPr>
          <p:nvPr>
            <p:ph type="body" sz="quarter" idx="14" hasCustomPrompt="1"/>
          </p:nvPr>
        </p:nvSpPr>
        <p:spPr>
          <a:xfrm>
            <a:off x="807676" y="2576660"/>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Text Placeholder 33">
            <a:extLst>
              <a:ext uri="{FF2B5EF4-FFF2-40B4-BE49-F238E27FC236}">
                <a16:creationId xmlns:a16="http://schemas.microsoft.com/office/drawing/2014/main" id="{A476E992-5CB8-77CD-3D59-FC21C7FE9867}"/>
              </a:ext>
            </a:extLst>
          </p:cNvPr>
          <p:cNvSpPr>
            <a:spLocks noGrp="1"/>
          </p:cNvSpPr>
          <p:nvPr>
            <p:ph type="body" sz="quarter" idx="19" hasCustomPrompt="1"/>
          </p:nvPr>
        </p:nvSpPr>
        <p:spPr>
          <a:xfrm>
            <a:off x="792538" y="3429000"/>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A493C7D7-4F9B-DA7C-D7EB-59661A8EBDF7}"/>
              </a:ext>
            </a:extLst>
          </p:cNvPr>
          <p:cNvSpPr>
            <a:spLocks noGrp="1"/>
          </p:cNvSpPr>
          <p:nvPr>
            <p:ph type="body" sz="quarter" idx="20" hasCustomPrompt="1"/>
          </p:nvPr>
        </p:nvSpPr>
        <p:spPr>
          <a:xfrm>
            <a:off x="792538" y="4068053"/>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24425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peaker_3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Three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2" name="Text Placeholder 33">
            <a:extLst>
              <a:ext uri="{FF2B5EF4-FFF2-40B4-BE49-F238E27FC236}">
                <a16:creationId xmlns:a16="http://schemas.microsoft.com/office/drawing/2014/main" id="{B9B847CE-1494-EB76-B9F7-38F201281C5C}"/>
              </a:ext>
            </a:extLst>
          </p:cNvPr>
          <p:cNvSpPr>
            <a:spLocks noGrp="1"/>
          </p:cNvSpPr>
          <p:nvPr>
            <p:ph type="body" sz="quarter" idx="13" hasCustomPrompt="1"/>
          </p:nvPr>
        </p:nvSpPr>
        <p:spPr>
          <a:xfrm>
            <a:off x="797773" y="132590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 name="Text Placeholder 33">
            <a:extLst>
              <a:ext uri="{FF2B5EF4-FFF2-40B4-BE49-F238E27FC236}">
                <a16:creationId xmlns:a16="http://schemas.microsoft.com/office/drawing/2014/main" id="{2CBD8601-0EE0-1C22-9AF2-15631BDB0B16}"/>
              </a:ext>
            </a:extLst>
          </p:cNvPr>
          <p:cNvSpPr>
            <a:spLocks noGrp="1"/>
          </p:cNvSpPr>
          <p:nvPr>
            <p:ph type="body" sz="quarter" idx="14" hasCustomPrompt="1"/>
          </p:nvPr>
        </p:nvSpPr>
        <p:spPr>
          <a:xfrm>
            <a:off x="797774" y="196495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Text Placeholder 33">
            <a:extLst>
              <a:ext uri="{FF2B5EF4-FFF2-40B4-BE49-F238E27FC236}">
                <a16:creationId xmlns:a16="http://schemas.microsoft.com/office/drawing/2014/main" id="{0A0EB793-5D1B-7CAC-A983-72F74B5C0FB6}"/>
              </a:ext>
            </a:extLst>
          </p:cNvPr>
          <p:cNvSpPr>
            <a:spLocks noGrp="1"/>
          </p:cNvSpPr>
          <p:nvPr>
            <p:ph type="body" sz="quarter" idx="28" hasCustomPrompt="1"/>
          </p:nvPr>
        </p:nvSpPr>
        <p:spPr>
          <a:xfrm>
            <a:off x="792538" y="2792454"/>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ext Placeholder 33">
            <a:extLst>
              <a:ext uri="{FF2B5EF4-FFF2-40B4-BE49-F238E27FC236}">
                <a16:creationId xmlns:a16="http://schemas.microsoft.com/office/drawing/2014/main" id="{C8830B92-077C-42C2-7CF4-32E57CCAA196}"/>
              </a:ext>
            </a:extLst>
          </p:cNvPr>
          <p:cNvSpPr>
            <a:spLocks noGrp="1"/>
          </p:cNvSpPr>
          <p:nvPr>
            <p:ph type="body" sz="quarter" idx="29" hasCustomPrompt="1"/>
          </p:nvPr>
        </p:nvSpPr>
        <p:spPr>
          <a:xfrm>
            <a:off x="792539" y="3431508"/>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Text Placeholder 33">
            <a:extLst>
              <a:ext uri="{FF2B5EF4-FFF2-40B4-BE49-F238E27FC236}">
                <a16:creationId xmlns:a16="http://schemas.microsoft.com/office/drawing/2014/main" id="{283801B3-C270-4242-E8A4-95C95B9D6FBD}"/>
              </a:ext>
            </a:extLst>
          </p:cNvPr>
          <p:cNvSpPr>
            <a:spLocks noGrp="1"/>
          </p:cNvSpPr>
          <p:nvPr>
            <p:ph type="body" sz="quarter" idx="30" hasCustomPrompt="1"/>
          </p:nvPr>
        </p:nvSpPr>
        <p:spPr>
          <a:xfrm>
            <a:off x="795484" y="431229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6" name="Text Placeholder 33">
            <a:extLst>
              <a:ext uri="{FF2B5EF4-FFF2-40B4-BE49-F238E27FC236}">
                <a16:creationId xmlns:a16="http://schemas.microsoft.com/office/drawing/2014/main" id="{BF454C50-6F7C-4662-4836-A1158EEF6D4C}"/>
              </a:ext>
            </a:extLst>
          </p:cNvPr>
          <p:cNvSpPr>
            <a:spLocks noGrp="1"/>
          </p:cNvSpPr>
          <p:nvPr>
            <p:ph type="body" sz="quarter" idx="31" hasCustomPrompt="1"/>
          </p:nvPr>
        </p:nvSpPr>
        <p:spPr>
          <a:xfrm>
            <a:off x="795485" y="495134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0448029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peaker_4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Four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Text Placeholder 33">
            <a:extLst>
              <a:ext uri="{FF2B5EF4-FFF2-40B4-BE49-F238E27FC236}">
                <a16:creationId xmlns:a16="http://schemas.microsoft.com/office/drawing/2014/main" id="{F9F38D12-CAEB-FD20-511D-40562DCAA1EA}"/>
              </a:ext>
            </a:extLst>
          </p:cNvPr>
          <p:cNvSpPr>
            <a:spLocks noGrp="1"/>
          </p:cNvSpPr>
          <p:nvPr>
            <p:ph type="body" sz="quarter" idx="13" hasCustomPrompt="1"/>
          </p:nvPr>
        </p:nvSpPr>
        <p:spPr>
          <a:xfrm>
            <a:off x="784794" y="2108629"/>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A141B714-1A78-6D82-F378-939B470D8736}"/>
              </a:ext>
            </a:extLst>
          </p:cNvPr>
          <p:cNvSpPr>
            <a:spLocks noGrp="1"/>
          </p:cNvSpPr>
          <p:nvPr>
            <p:ph type="body" sz="quarter" idx="14" hasCustomPrompt="1"/>
          </p:nvPr>
        </p:nvSpPr>
        <p:spPr>
          <a:xfrm>
            <a:off x="784795" y="2747683"/>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2" name="Text Placeholder 33">
            <a:extLst>
              <a:ext uri="{FF2B5EF4-FFF2-40B4-BE49-F238E27FC236}">
                <a16:creationId xmlns:a16="http://schemas.microsoft.com/office/drawing/2014/main" id="{B1EDA4C5-F281-1193-82E6-0BFE5AE994AE}"/>
              </a:ext>
            </a:extLst>
          </p:cNvPr>
          <p:cNvSpPr>
            <a:spLocks noGrp="1"/>
          </p:cNvSpPr>
          <p:nvPr>
            <p:ph type="body" sz="quarter" idx="35" hasCustomPrompt="1"/>
          </p:nvPr>
        </p:nvSpPr>
        <p:spPr>
          <a:xfrm>
            <a:off x="784795" y="3484327"/>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F247EF2C-2986-0D95-AC50-EE6C68BB5CE4}"/>
              </a:ext>
            </a:extLst>
          </p:cNvPr>
          <p:cNvSpPr>
            <a:spLocks noGrp="1"/>
          </p:cNvSpPr>
          <p:nvPr>
            <p:ph type="body" sz="quarter" idx="36" hasCustomPrompt="1"/>
          </p:nvPr>
        </p:nvSpPr>
        <p:spPr>
          <a:xfrm>
            <a:off x="784796" y="4123381"/>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7" name="Text Placeholder 33">
            <a:extLst>
              <a:ext uri="{FF2B5EF4-FFF2-40B4-BE49-F238E27FC236}">
                <a16:creationId xmlns:a16="http://schemas.microsoft.com/office/drawing/2014/main" id="{0B404AA4-79A5-18F0-CE9F-3921A0925B1E}"/>
              </a:ext>
            </a:extLst>
          </p:cNvPr>
          <p:cNvSpPr>
            <a:spLocks noGrp="1"/>
          </p:cNvSpPr>
          <p:nvPr>
            <p:ph type="body" sz="quarter" idx="37" hasCustomPrompt="1"/>
          </p:nvPr>
        </p:nvSpPr>
        <p:spPr>
          <a:xfrm>
            <a:off x="5806438" y="2130723"/>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8" name="Text Placeholder 33">
            <a:extLst>
              <a:ext uri="{FF2B5EF4-FFF2-40B4-BE49-F238E27FC236}">
                <a16:creationId xmlns:a16="http://schemas.microsoft.com/office/drawing/2014/main" id="{097CCA77-6454-4A36-DDFB-A9DE63B5C7E2}"/>
              </a:ext>
            </a:extLst>
          </p:cNvPr>
          <p:cNvSpPr>
            <a:spLocks noGrp="1"/>
          </p:cNvSpPr>
          <p:nvPr>
            <p:ph type="body" sz="quarter" idx="38" hasCustomPrompt="1"/>
          </p:nvPr>
        </p:nvSpPr>
        <p:spPr>
          <a:xfrm>
            <a:off x="5806439" y="2769777"/>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9" name="Text Placeholder 33">
            <a:extLst>
              <a:ext uri="{FF2B5EF4-FFF2-40B4-BE49-F238E27FC236}">
                <a16:creationId xmlns:a16="http://schemas.microsoft.com/office/drawing/2014/main" id="{644A9E89-1875-451D-C69D-99660290007D}"/>
              </a:ext>
            </a:extLst>
          </p:cNvPr>
          <p:cNvSpPr>
            <a:spLocks noGrp="1"/>
          </p:cNvSpPr>
          <p:nvPr>
            <p:ph type="body" sz="quarter" idx="39" hasCustomPrompt="1"/>
          </p:nvPr>
        </p:nvSpPr>
        <p:spPr>
          <a:xfrm>
            <a:off x="5806439" y="3506421"/>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0" name="Text Placeholder 33">
            <a:extLst>
              <a:ext uri="{FF2B5EF4-FFF2-40B4-BE49-F238E27FC236}">
                <a16:creationId xmlns:a16="http://schemas.microsoft.com/office/drawing/2014/main" id="{EC89510A-FA47-936C-E9A3-AD214B164A82}"/>
              </a:ext>
            </a:extLst>
          </p:cNvPr>
          <p:cNvSpPr>
            <a:spLocks noGrp="1"/>
          </p:cNvSpPr>
          <p:nvPr>
            <p:ph type="body" sz="quarter" idx="40" hasCustomPrompt="1"/>
          </p:nvPr>
        </p:nvSpPr>
        <p:spPr>
          <a:xfrm>
            <a:off x="5806440" y="4145475"/>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Tree>
    <p:extLst>
      <p:ext uri="{BB962C8B-B14F-4D97-AF65-F5344CB8AC3E}">
        <p14:creationId xmlns:p14="http://schemas.microsoft.com/office/powerpoint/2010/main" val="12560967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ark - Agenda">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28382410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ight - Agenda">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18113938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ark - Agenda Table">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775930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ight - Agenda Tab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46791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Multi Statement – Dark">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02316B0-6023-861C-5784-4ACA42BE963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861624" y="0"/>
            <a:ext cx="7330375" cy="3768589"/>
          </a:xfrm>
          <a:prstGeom prst="rect">
            <a:avLst/>
          </a:prstGeom>
        </p:spPr>
      </p:pic>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pic>
        <p:nvPicPr>
          <p:cNvPr id="24" name="OTag" descr="A small square in Oracle Red with the Oracle logo in the center in white">
            <a:extLst>
              <a:ext uri="{FF2B5EF4-FFF2-40B4-BE49-F238E27FC236}">
                <a16:creationId xmlns:a16="http://schemas.microsoft.com/office/drawing/2014/main" id="{20586AEB-369F-B90B-F6AA-3183CB320619}"/>
              </a:ext>
              <a:ext uri="{C183D7F6-B498-43B3-948B-1728B52AA6E4}">
                <adec:decorative xmlns:adec="http://schemas.microsoft.com/office/drawing/2017/decorative" val="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6" name="Freeform 25">
            <a:extLst>
              <a:ext uri="{FF2B5EF4-FFF2-40B4-BE49-F238E27FC236}">
                <a16:creationId xmlns:a16="http://schemas.microsoft.com/office/drawing/2014/main" id="{2ECFE8BC-FBC3-206E-F574-E904CA38AAAE}"/>
              </a:ext>
            </a:extLst>
          </p:cNvPr>
          <p:cNvSpPr/>
          <p:nvPr/>
        </p:nvSpPr>
        <p:spPr>
          <a:xfrm>
            <a:off x="11405616" y="6857748"/>
            <a:ext cx="393192" cy="253"/>
          </a:xfrm>
          <a:custGeom>
            <a:avLst/>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192" h="253">
                <a:moveTo>
                  <a:pt x="0" y="0"/>
                </a:moveTo>
                <a:lnTo>
                  <a:pt x="393192" y="0"/>
                </a:lnTo>
                <a:lnTo>
                  <a:pt x="393192" y="253"/>
                </a:lnTo>
                <a:lnTo>
                  <a:pt x="0" y="25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079851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Multi Statement – Light">
    <p:bg>
      <p:bgPr>
        <a:solidFill>
          <a:schemeClr val="bg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B7A5E8C-0FE3-7777-7682-62EBF9B2D814}"/>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861624" y="0"/>
            <a:ext cx="7330375" cy="3768589"/>
          </a:xfrm>
          <a:prstGeom prst="rect">
            <a:avLst/>
          </a:prstGeom>
        </p:spPr>
      </p:pic>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2" name="Text Placeholder 2">
            <a:extLst>
              <a:ext uri="{FF2B5EF4-FFF2-40B4-BE49-F238E27FC236}">
                <a16:creationId xmlns:a16="http://schemas.microsoft.com/office/drawing/2014/main" id="{BC4944C4-BCA7-F523-CDDB-B2F7B43789BD}"/>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7" name="Text Placeholder 4">
            <a:extLst>
              <a:ext uri="{FF2B5EF4-FFF2-40B4-BE49-F238E27FC236}">
                <a16:creationId xmlns:a16="http://schemas.microsoft.com/office/drawing/2014/main" id="{D42F262B-FAC2-7DDF-70B7-0EBEADDA66A9}"/>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9" name="Text Placeholder 7">
            <a:extLst>
              <a:ext uri="{FF2B5EF4-FFF2-40B4-BE49-F238E27FC236}">
                <a16:creationId xmlns:a16="http://schemas.microsoft.com/office/drawing/2014/main" id="{90E686AD-7CAC-8695-D0AC-A474A9002ACB}"/>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Tree>
    <p:extLst>
      <p:ext uri="{BB962C8B-B14F-4D97-AF65-F5344CB8AC3E}">
        <p14:creationId xmlns:p14="http://schemas.microsoft.com/office/powerpoint/2010/main" val="1958814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peaker_1">
    <p:bg>
      <p:bgRef idx="1001">
        <a:schemeClr val="bg2"/>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F6CD89E-7AE0-E661-9D5E-A40AA44B6A05}"/>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6307189" y="868568"/>
            <a:ext cx="4093374" cy="4103470"/>
          </a:xfrm>
          <a:prstGeom prst="rect">
            <a:avLst/>
          </a:prstGeom>
        </p:spPr>
      </p:pic>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2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325903"/>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4847342"/>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211447"/>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070848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peaker_1-Profile">
    <p:bg>
      <p:bgPr>
        <a:solidFill>
          <a:schemeClr val="bg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C4851-0720-CC7C-66E8-BA46A2EF3CD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456701" y="1247933"/>
            <a:ext cx="3908153" cy="3917792"/>
          </a:xfrm>
          <a:prstGeom prst="rect">
            <a:avLst/>
          </a:prstGeom>
        </p:spPr>
      </p:pic>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7039" y="1583270"/>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35879"/>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499984"/>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2514610"/>
            <a:ext cx="6907212" cy="2651115"/>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1086269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peaker_2">
    <p:bg>
      <p:bgPr>
        <a:solidFill>
          <a:schemeClr val="bg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2C73BFA-B70C-477F-EF13-729539E27CB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7734150" y="1182539"/>
            <a:ext cx="3567993" cy="3576793"/>
          </a:xfrm>
          <a:prstGeom prst="rect">
            <a:avLst/>
          </a:prstGeom>
        </p:spPr>
      </p:pic>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46925" y="1548702"/>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66157"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66157"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8157472" y="1599336"/>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15156"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15156"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sz="800">
                <a:solidFill>
                  <a:srgbClr val="AEA8A2"/>
                </a:solidFill>
                <a:latin typeface="+mn-lt"/>
              </a:defRPr>
            </a:lvl1pPr>
          </a:lstStyle>
          <a:p>
            <a:r>
              <a:rPr lang="en-US"/>
              <a:t>[Date]</a:t>
            </a:r>
            <a:endParaRPr lang="en-US" dirty="0"/>
          </a:p>
        </p:txBody>
      </p:sp>
      <p:pic>
        <p:nvPicPr>
          <p:cNvPr id="6" name="Graphic 5">
            <a:extLst>
              <a:ext uri="{FF2B5EF4-FFF2-40B4-BE49-F238E27FC236}">
                <a16:creationId xmlns:a16="http://schemas.microsoft.com/office/drawing/2014/main" id="{1943D0D1-946F-4723-614F-CF829E9EEA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4034529" y="1131906"/>
            <a:ext cx="3567993" cy="3576793"/>
          </a:xfrm>
          <a:prstGeom prst="rect">
            <a:avLst/>
          </a:prstGeom>
        </p:spPr>
      </p:pic>
    </p:spTree>
    <p:extLst>
      <p:ext uri="{BB962C8B-B14F-4D97-AF65-F5344CB8AC3E}">
        <p14:creationId xmlns:p14="http://schemas.microsoft.com/office/powerpoint/2010/main" val="42039628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peaker_3">
    <p:bg>
      <p:bgPr>
        <a:solidFill>
          <a:schemeClr val="bg2"/>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832060" y="502952"/>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53752" y="2682622"/>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53752" y="3011421"/>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463764"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285456" y="502118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285456" y="534998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593466"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415158" y="501840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415158" y="534720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1228220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7362">
          <p15:clr>
            <a:srgbClr val="FBAE40"/>
          </p15:clr>
        </p15:guide>
        <p15:guide id="2" pos="56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peaker_4">
    <p:bg>
      <p:bgPr>
        <a:solidFill>
          <a:schemeClr val="bg2"/>
        </a:soli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28574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225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225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9682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333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333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285744" y="3429000"/>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0225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225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96824" y="3429000"/>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333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333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sz="800">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sz="800">
                <a:solidFill>
                  <a:srgbClr val="AEA8A2"/>
                </a:solidFill>
              </a:defRPr>
            </a:lvl1pPr>
          </a:lstStyle>
          <a:p>
            <a:r>
              <a:rPr lang="en-US"/>
              <a:t>[Date]</a:t>
            </a:r>
            <a:endParaRPr lang="en-US" dirty="0"/>
          </a:p>
        </p:txBody>
      </p:sp>
    </p:spTree>
    <p:extLst>
      <p:ext uri="{BB962C8B-B14F-4D97-AF65-F5344CB8AC3E}">
        <p14:creationId xmlns:p14="http://schemas.microsoft.com/office/powerpoint/2010/main" val="38804428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peaker_6">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endParaRPr lang="en-US" dirty="0"/>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768257"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2438576"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2438576"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8" name="Picture 2">
            <a:extLst>
              <a:ext uri="{FF2B5EF4-FFF2-40B4-BE49-F238E27FC236}">
                <a16:creationId xmlns:a16="http://schemas.microsoft.com/office/drawing/2014/main" id="{E87225CC-8F09-5A46-B785-5C244024F8BB}"/>
              </a:ext>
            </a:extLst>
          </p:cNvPr>
          <p:cNvSpPr>
            <a:spLocks noGrp="1" noChangeAspect="1"/>
          </p:cNvSpPr>
          <p:nvPr>
            <p:ph type="pic" sz="quarter" idx="38"/>
          </p:nvPr>
        </p:nvSpPr>
        <p:spPr>
          <a:xfrm>
            <a:off x="768257"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9" name="Name 2">
            <a:extLst>
              <a:ext uri="{FF2B5EF4-FFF2-40B4-BE49-F238E27FC236}">
                <a16:creationId xmlns:a16="http://schemas.microsoft.com/office/drawing/2014/main" id="{213DB2F1-1A57-00A0-D060-4C9E8EA12AC0}"/>
              </a:ext>
            </a:extLst>
          </p:cNvPr>
          <p:cNvSpPr>
            <a:spLocks noGrp="1"/>
          </p:cNvSpPr>
          <p:nvPr>
            <p:ph type="body" sz="quarter" idx="39" hasCustomPrompt="1"/>
          </p:nvPr>
        </p:nvSpPr>
        <p:spPr>
          <a:xfrm>
            <a:off x="2438576" y="3371397"/>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0" name="Title 2">
            <a:extLst>
              <a:ext uri="{FF2B5EF4-FFF2-40B4-BE49-F238E27FC236}">
                <a16:creationId xmlns:a16="http://schemas.microsoft.com/office/drawing/2014/main" id="{6D7EA926-2CBE-46FC-736F-448E6E0788B4}"/>
              </a:ext>
            </a:extLst>
          </p:cNvPr>
          <p:cNvSpPr>
            <a:spLocks noGrp="1"/>
          </p:cNvSpPr>
          <p:nvPr>
            <p:ph type="body" sz="quarter" idx="40" hasCustomPrompt="1"/>
          </p:nvPr>
        </p:nvSpPr>
        <p:spPr>
          <a:xfrm>
            <a:off x="2438576" y="3675928"/>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2" name="Picture 3">
            <a:extLst>
              <a:ext uri="{FF2B5EF4-FFF2-40B4-BE49-F238E27FC236}">
                <a16:creationId xmlns:a16="http://schemas.microsoft.com/office/drawing/2014/main" id="{B9743AA0-6CB0-2E48-9ADB-1CC690E743B4}"/>
              </a:ext>
            </a:extLst>
          </p:cNvPr>
          <p:cNvSpPr>
            <a:spLocks noGrp="1" noChangeAspect="1"/>
          </p:cNvSpPr>
          <p:nvPr>
            <p:ph type="pic" sz="quarter" idx="32"/>
          </p:nvPr>
        </p:nvSpPr>
        <p:spPr>
          <a:xfrm>
            <a:off x="768257"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3" name="Name 3">
            <a:extLst>
              <a:ext uri="{FF2B5EF4-FFF2-40B4-BE49-F238E27FC236}">
                <a16:creationId xmlns:a16="http://schemas.microsoft.com/office/drawing/2014/main" id="{7FE364B2-4B5D-0750-F686-7376A0054F8F}"/>
              </a:ext>
            </a:extLst>
          </p:cNvPr>
          <p:cNvSpPr>
            <a:spLocks noGrp="1"/>
          </p:cNvSpPr>
          <p:nvPr>
            <p:ph type="body" sz="quarter" idx="33" hasCustomPrompt="1"/>
          </p:nvPr>
        </p:nvSpPr>
        <p:spPr>
          <a:xfrm>
            <a:off x="2438576" y="5083641"/>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4" name="Name 3">
            <a:extLst>
              <a:ext uri="{FF2B5EF4-FFF2-40B4-BE49-F238E27FC236}">
                <a16:creationId xmlns:a16="http://schemas.microsoft.com/office/drawing/2014/main" id="{111F11BD-FB90-28F4-5BED-A457E1D33F32}"/>
              </a:ext>
            </a:extLst>
          </p:cNvPr>
          <p:cNvSpPr>
            <a:spLocks noGrp="1"/>
          </p:cNvSpPr>
          <p:nvPr>
            <p:ph type="body" sz="quarter" idx="34" hasCustomPrompt="1"/>
          </p:nvPr>
        </p:nvSpPr>
        <p:spPr>
          <a:xfrm>
            <a:off x="2438576" y="5388172"/>
            <a:ext cx="1920240" cy="246888"/>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1" name="Picture 4">
            <a:extLst>
              <a:ext uri="{FF2B5EF4-FFF2-40B4-BE49-F238E27FC236}">
                <a16:creationId xmlns:a16="http://schemas.microsoft.com/office/drawing/2014/main" id="{288C7677-74A4-87D5-B77D-03AC70679BAC}"/>
              </a:ext>
            </a:extLst>
          </p:cNvPr>
          <p:cNvSpPr>
            <a:spLocks noGrp="1" noChangeAspect="1"/>
          </p:cNvSpPr>
          <p:nvPr>
            <p:ph type="pic" sz="quarter" idx="41"/>
          </p:nvPr>
        </p:nvSpPr>
        <p:spPr>
          <a:xfrm>
            <a:off x="6379003"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2" name="Name 4">
            <a:extLst>
              <a:ext uri="{FF2B5EF4-FFF2-40B4-BE49-F238E27FC236}">
                <a16:creationId xmlns:a16="http://schemas.microsoft.com/office/drawing/2014/main" id="{AF588FE9-35BC-F09C-55DF-26752ACAD486}"/>
              </a:ext>
            </a:extLst>
          </p:cNvPr>
          <p:cNvSpPr>
            <a:spLocks noGrp="1"/>
          </p:cNvSpPr>
          <p:nvPr>
            <p:ph type="body" sz="quarter" idx="42" hasCustomPrompt="1"/>
          </p:nvPr>
        </p:nvSpPr>
        <p:spPr>
          <a:xfrm>
            <a:off x="8037558"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3" name="Title 4">
            <a:extLst>
              <a:ext uri="{FF2B5EF4-FFF2-40B4-BE49-F238E27FC236}">
                <a16:creationId xmlns:a16="http://schemas.microsoft.com/office/drawing/2014/main" id="{BC8C5213-FFE9-AE65-FDE6-CBF115337B71}"/>
              </a:ext>
            </a:extLst>
          </p:cNvPr>
          <p:cNvSpPr>
            <a:spLocks noGrp="1"/>
          </p:cNvSpPr>
          <p:nvPr>
            <p:ph type="body" sz="quarter" idx="43" hasCustomPrompt="1"/>
          </p:nvPr>
        </p:nvSpPr>
        <p:spPr>
          <a:xfrm>
            <a:off x="8037558"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5" name="Picture 5">
            <a:extLst>
              <a:ext uri="{FF2B5EF4-FFF2-40B4-BE49-F238E27FC236}">
                <a16:creationId xmlns:a16="http://schemas.microsoft.com/office/drawing/2014/main" id="{25483374-F780-293B-7C18-D75F9FA05893}"/>
              </a:ext>
            </a:extLst>
          </p:cNvPr>
          <p:cNvSpPr>
            <a:spLocks noGrp="1" noChangeAspect="1"/>
          </p:cNvSpPr>
          <p:nvPr>
            <p:ph type="pic" sz="quarter" idx="35"/>
          </p:nvPr>
        </p:nvSpPr>
        <p:spPr>
          <a:xfrm>
            <a:off x="6379003"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6" name="Name 5">
            <a:extLst>
              <a:ext uri="{FF2B5EF4-FFF2-40B4-BE49-F238E27FC236}">
                <a16:creationId xmlns:a16="http://schemas.microsoft.com/office/drawing/2014/main" id="{BF047364-28B8-1F30-EEEB-7B6E2368A6AB}"/>
              </a:ext>
            </a:extLst>
          </p:cNvPr>
          <p:cNvSpPr>
            <a:spLocks noGrp="1"/>
          </p:cNvSpPr>
          <p:nvPr>
            <p:ph type="body" sz="quarter" idx="36" hasCustomPrompt="1"/>
          </p:nvPr>
        </p:nvSpPr>
        <p:spPr>
          <a:xfrm>
            <a:off x="8037558" y="3355413"/>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7" name="Title 5">
            <a:extLst>
              <a:ext uri="{FF2B5EF4-FFF2-40B4-BE49-F238E27FC236}">
                <a16:creationId xmlns:a16="http://schemas.microsoft.com/office/drawing/2014/main" id="{09D55A0B-3944-9795-0EC9-244A2E8C0062}"/>
              </a:ext>
            </a:extLst>
          </p:cNvPr>
          <p:cNvSpPr>
            <a:spLocks noGrp="1"/>
          </p:cNvSpPr>
          <p:nvPr>
            <p:ph type="body" sz="quarter" idx="37" hasCustomPrompt="1"/>
          </p:nvPr>
        </p:nvSpPr>
        <p:spPr>
          <a:xfrm>
            <a:off x="8037558" y="3659944"/>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4" name="Picture 6">
            <a:extLst>
              <a:ext uri="{FF2B5EF4-FFF2-40B4-BE49-F238E27FC236}">
                <a16:creationId xmlns:a16="http://schemas.microsoft.com/office/drawing/2014/main" id="{C5596C01-BDD3-872C-1E20-6F26FD847F92}"/>
              </a:ext>
            </a:extLst>
          </p:cNvPr>
          <p:cNvSpPr>
            <a:spLocks noGrp="1" noChangeAspect="1"/>
          </p:cNvSpPr>
          <p:nvPr>
            <p:ph type="pic" sz="quarter" idx="44"/>
          </p:nvPr>
        </p:nvSpPr>
        <p:spPr>
          <a:xfrm>
            <a:off x="6379003"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5" name="Name 6">
            <a:extLst>
              <a:ext uri="{FF2B5EF4-FFF2-40B4-BE49-F238E27FC236}">
                <a16:creationId xmlns:a16="http://schemas.microsoft.com/office/drawing/2014/main" id="{908A6C8C-55F0-CAFA-799F-1586491CE534}"/>
              </a:ext>
            </a:extLst>
          </p:cNvPr>
          <p:cNvSpPr>
            <a:spLocks noGrp="1"/>
          </p:cNvSpPr>
          <p:nvPr>
            <p:ph type="body" sz="quarter" idx="45" hasCustomPrompt="1"/>
          </p:nvPr>
        </p:nvSpPr>
        <p:spPr>
          <a:xfrm>
            <a:off x="8037558" y="5078984"/>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6" name="Name 7">
            <a:extLst>
              <a:ext uri="{FF2B5EF4-FFF2-40B4-BE49-F238E27FC236}">
                <a16:creationId xmlns:a16="http://schemas.microsoft.com/office/drawing/2014/main" id="{80B8C125-5BDD-9CC4-70C3-CBF897A29E80}"/>
              </a:ext>
            </a:extLst>
          </p:cNvPr>
          <p:cNvSpPr>
            <a:spLocks noGrp="1"/>
          </p:cNvSpPr>
          <p:nvPr>
            <p:ph type="body" sz="quarter" idx="46" hasCustomPrompt="1"/>
          </p:nvPr>
        </p:nvSpPr>
        <p:spPr>
          <a:xfrm>
            <a:off x="8037558" y="5383515"/>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7836215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peaker_10">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11129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010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010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2" name="Picture 2">
            <a:extLst>
              <a:ext uri="{FF2B5EF4-FFF2-40B4-BE49-F238E27FC236}">
                <a16:creationId xmlns:a16="http://schemas.microsoft.com/office/drawing/2014/main" id="{E3A8C480-E935-0DA4-A150-7A798552D69B}"/>
              </a:ext>
            </a:extLst>
          </p:cNvPr>
          <p:cNvSpPr>
            <a:spLocks noGrp="1" noChangeAspect="1"/>
          </p:cNvSpPr>
          <p:nvPr>
            <p:ph type="pic" sz="quarter" idx="32"/>
          </p:nvPr>
        </p:nvSpPr>
        <p:spPr>
          <a:xfrm>
            <a:off x="339896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3" name="Name 2">
            <a:extLst>
              <a:ext uri="{FF2B5EF4-FFF2-40B4-BE49-F238E27FC236}">
                <a16:creationId xmlns:a16="http://schemas.microsoft.com/office/drawing/2014/main" id="{D53E72DD-B667-6F64-FC11-B158256A1D6A}"/>
              </a:ext>
            </a:extLst>
          </p:cNvPr>
          <p:cNvSpPr>
            <a:spLocks noGrp="1"/>
          </p:cNvSpPr>
          <p:nvPr>
            <p:ph type="body" sz="quarter" idx="33" hasCustomPrompt="1"/>
          </p:nvPr>
        </p:nvSpPr>
        <p:spPr>
          <a:xfrm>
            <a:off x="298705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4" name="Title 2">
            <a:extLst>
              <a:ext uri="{FF2B5EF4-FFF2-40B4-BE49-F238E27FC236}">
                <a16:creationId xmlns:a16="http://schemas.microsoft.com/office/drawing/2014/main" id="{1151B9AB-CBE4-1067-D049-3E69A0E78E18}"/>
              </a:ext>
            </a:extLst>
          </p:cNvPr>
          <p:cNvSpPr>
            <a:spLocks noGrp="1"/>
          </p:cNvSpPr>
          <p:nvPr>
            <p:ph type="body" sz="quarter" idx="34" hasCustomPrompt="1"/>
          </p:nvPr>
        </p:nvSpPr>
        <p:spPr>
          <a:xfrm>
            <a:off x="298705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5" name="Picture 3 ">
            <a:extLst>
              <a:ext uri="{FF2B5EF4-FFF2-40B4-BE49-F238E27FC236}">
                <a16:creationId xmlns:a16="http://schemas.microsoft.com/office/drawing/2014/main" id="{B3646944-CB74-48E5-20C3-42C4C0663CDF}"/>
              </a:ext>
            </a:extLst>
          </p:cNvPr>
          <p:cNvSpPr>
            <a:spLocks noGrp="1" noChangeAspect="1"/>
          </p:cNvSpPr>
          <p:nvPr>
            <p:ph type="pic" sz="quarter" idx="35"/>
          </p:nvPr>
        </p:nvSpPr>
        <p:spPr>
          <a:xfrm>
            <a:off x="568493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6" name="Name 3">
            <a:extLst>
              <a:ext uri="{FF2B5EF4-FFF2-40B4-BE49-F238E27FC236}">
                <a16:creationId xmlns:a16="http://schemas.microsoft.com/office/drawing/2014/main" id="{4E1E4910-6DC5-4CFB-72D7-6EF41C7392E6}"/>
              </a:ext>
            </a:extLst>
          </p:cNvPr>
          <p:cNvSpPr>
            <a:spLocks noGrp="1"/>
          </p:cNvSpPr>
          <p:nvPr>
            <p:ph type="body" sz="quarter" idx="36" hasCustomPrompt="1"/>
          </p:nvPr>
        </p:nvSpPr>
        <p:spPr>
          <a:xfrm>
            <a:off x="527302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7" name="Title 3">
            <a:extLst>
              <a:ext uri="{FF2B5EF4-FFF2-40B4-BE49-F238E27FC236}">
                <a16:creationId xmlns:a16="http://schemas.microsoft.com/office/drawing/2014/main" id="{694BBFD6-ACCD-92AD-91C9-FA5C1A7A9F62}"/>
              </a:ext>
            </a:extLst>
          </p:cNvPr>
          <p:cNvSpPr>
            <a:spLocks noGrp="1"/>
          </p:cNvSpPr>
          <p:nvPr>
            <p:ph type="body" sz="quarter" idx="37" hasCustomPrompt="1"/>
          </p:nvPr>
        </p:nvSpPr>
        <p:spPr>
          <a:xfrm>
            <a:off x="527302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8" name="Picture 4">
            <a:extLst>
              <a:ext uri="{FF2B5EF4-FFF2-40B4-BE49-F238E27FC236}">
                <a16:creationId xmlns:a16="http://schemas.microsoft.com/office/drawing/2014/main" id="{8646106B-DADA-406C-A020-501C2210B615}"/>
              </a:ext>
            </a:extLst>
          </p:cNvPr>
          <p:cNvSpPr>
            <a:spLocks noGrp="1" noChangeAspect="1"/>
          </p:cNvSpPr>
          <p:nvPr>
            <p:ph type="pic" sz="quarter" idx="38"/>
          </p:nvPr>
        </p:nvSpPr>
        <p:spPr>
          <a:xfrm>
            <a:off x="797091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9" name="Name 4">
            <a:extLst>
              <a:ext uri="{FF2B5EF4-FFF2-40B4-BE49-F238E27FC236}">
                <a16:creationId xmlns:a16="http://schemas.microsoft.com/office/drawing/2014/main" id="{6279EEA7-C6AB-434D-DDF6-9F7C6BCDE10A}"/>
              </a:ext>
            </a:extLst>
          </p:cNvPr>
          <p:cNvSpPr>
            <a:spLocks noGrp="1"/>
          </p:cNvSpPr>
          <p:nvPr>
            <p:ph type="body" sz="quarter" idx="39" hasCustomPrompt="1"/>
          </p:nvPr>
        </p:nvSpPr>
        <p:spPr>
          <a:xfrm>
            <a:off x="755900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0" name="Title 4">
            <a:extLst>
              <a:ext uri="{FF2B5EF4-FFF2-40B4-BE49-F238E27FC236}">
                <a16:creationId xmlns:a16="http://schemas.microsoft.com/office/drawing/2014/main" id="{E6AFB52F-3CFF-BC09-B703-6A62B9560C5A}"/>
              </a:ext>
            </a:extLst>
          </p:cNvPr>
          <p:cNvSpPr>
            <a:spLocks noGrp="1"/>
          </p:cNvSpPr>
          <p:nvPr>
            <p:ph type="body" sz="quarter" idx="40" hasCustomPrompt="1"/>
          </p:nvPr>
        </p:nvSpPr>
        <p:spPr>
          <a:xfrm>
            <a:off x="755900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61" name="Picture 5">
            <a:extLst>
              <a:ext uri="{FF2B5EF4-FFF2-40B4-BE49-F238E27FC236}">
                <a16:creationId xmlns:a16="http://schemas.microsoft.com/office/drawing/2014/main" id="{10E92D5F-57AC-A19A-FED7-7254BA223549}"/>
              </a:ext>
            </a:extLst>
          </p:cNvPr>
          <p:cNvSpPr>
            <a:spLocks noGrp="1" noChangeAspect="1"/>
          </p:cNvSpPr>
          <p:nvPr>
            <p:ph type="pic" sz="quarter" idx="41"/>
          </p:nvPr>
        </p:nvSpPr>
        <p:spPr>
          <a:xfrm>
            <a:off x="102568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62" name="Name 5">
            <a:extLst>
              <a:ext uri="{FF2B5EF4-FFF2-40B4-BE49-F238E27FC236}">
                <a16:creationId xmlns:a16="http://schemas.microsoft.com/office/drawing/2014/main" id="{3CEC1BD5-E4C9-59CE-7CCC-3444C64A28AA}"/>
              </a:ext>
            </a:extLst>
          </p:cNvPr>
          <p:cNvSpPr>
            <a:spLocks noGrp="1"/>
          </p:cNvSpPr>
          <p:nvPr>
            <p:ph type="body" sz="quarter" idx="42" hasCustomPrompt="1"/>
          </p:nvPr>
        </p:nvSpPr>
        <p:spPr>
          <a:xfrm>
            <a:off x="98449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3" name="Title 5">
            <a:extLst>
              <a:ext uri="{FF2B5EF4-FFF2-40B4-BE49-F238E27FC236}">
                <a16:creationId xmlns:a16="http://schemas.microsoft.com/office/drawing/2014/main" id="{D34A6BDA-F544-70E1-6388-E3C1BF5771E8}"/>
              </a:ext>
            </a:extLst>
          </p:cNvPr>
          <p:cNvSpPr>
            <a:spLocks noGrp="1"/>
          </p:cNvSpPr>
          <p:nvPr>
            <p:ph type="body" sz="quarter" idx="43" hasCustomPrompt="1"/>
          </p:nvPr>
        </p:nvSpPr>
        <p:spPr>
          <a:xfrm>
            <a:off x="98449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Picture 1">
            <a:extLst>
              <a:ext uri="{FF2B5EF4-FFF2-40B4-BE49-F238E27FC236}">
                <a16:creationId xmlns:a16="http://schemas.microsoft.com/office/drawing/2014/main" id="{72521944-24A4-E7C1-7474-2B6FF0394BDA}"/>
              </a:ext>
            </a:extLst>
          </p:cNvPr>
          <p:cNvSpPr>
            <a:spLocks noGrp="1" noChangeAspect="1"/>
          </p:cNvSpPr>
          <p:nvPr>
            <p:ph type="pic" sz="quarter" idx="44"/>
          </p:nvPr>
        </p:nvSpPr>
        <p:spPr>
          <a:xfrm>
            <a:off x="11129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7" name="Name 1">
            <a:extLst>
              <a:ext uri="{FF2B5EF4-FFF2-40B4-BE49-F238E27FC236}">
                <a16:creationId xmlns:a16="http://schemas.microsoft.com/office/drawing/2014/main" id="{FB00A11F-459A-98FB-66B0-1222171BD164}"/>
              </a:ext>
            </a:extLst>
          </p:cNvPr>
          <p:cNvSpPr>
            <a:spLocks noGrp="1"/>
          </p:cNvSpPr>
          <p:nvPr>
            <p:ph type="body" sz="quarter" idx="45" hasCustomPrompt="1"/>
          </p:nvPr>
        </p:nvSpPr>
        <p:spPr>
          <a:xfrm>
            <a:off x="7010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 name="Title 1">
            <a:extLst>
              <a:ext uri="{FF2B5EF4-FFF2-40B4-BE49-F238E27FC236}">
                <a16:creationId xmlns:a16="http://schemas.microsoft.com/office/drawing/2014/main" id="{66025BE5-0FFD-92F6-A4BA-CB6102BD8E75}"/>
              </a:ext>
            </a:extLst>
          </p:cNvPr>
          <p:cNvSpPr>
            <a:spLocks noGrp="1"/>
          </p:cNvSpPr>
          <p:nvPr>
            <p:ph type="body" sz="quarter" idx="46" hasCustomPrompt="1"/>
          </p:nvPr>
        </p:nvSpPr>
        <p:spPr>
          <a:xfrm>
            <a:off x="7010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Picture 2">
            <a:extLst>
              <a:ext uri="{FF2B5EF4-FFF2-40B4-BE49-F238E27FC236}">
                <a16:creationId xmlns:a16="http://schemas.microsoft.com/office/drawing/2014/main" id="{144C0724-9767-678B-A5C4-93F92C82A294}"/>
              </a:ext>
            </a:extLst>
          </p:cNvPr>
          <p:cNvSpPr>
            <a:spLocks noGrp="1" noChangeAspect="1"/>
          </p:cNvSpPr>
          <p:nvPr>
            <p:ph type="pic" sz="quarter" idx="47"/>
          </p:nvPr>
        </p:nvSpPr>
        <p:spPr>
          <a:xfrm>
            <a:off x="339896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0" name="Name 2">
            <a:extLst>
              <a:ext uri="{FF2B5EF4-FFF2-40B4-BE49-F238E27FC236}">
                <a16:creationId xmlns:a16="http://schemas.microsoft.com/office/drawing/2014/main" id="{8200242F-3C33-4861-1BBB-5205F5F9B02F}"/>
              </a:ext>
            </a:extLst>
          </p:cNvPr>
          <p:cNvSpPr>
            <a:spLocks noGrp="1"/>
          </p:cNvSpPr>
          <p:nvPr>
            <p:ph type="body" sz="quarter" idx="48" hasCustomPrompt="1"/>
          </p:nvPr>
        </p:nvSpPr>
        <p:spPr>
          <a:xfrm>
            <a:off x="298705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itle 2">
            <a:extLst>
              <a:ext uri="{FF2B5EF4-FFF2-40B4-BE49-F238E27FC236}">
                <a16:creationId xmlns:a16="http://schemas.microsoft.com/office/drawing/2014/main" id="{78E243D4-1A0C-2B5D-0602-EC28F75F2CDF}"/>
              </a:ext>
            </a:extLst>
          </p:cNvPr>
          <p:cNvSpPr>
            <a:spLocks noGrp="1"/>
          </p:cNvSpPr>
          <p:nvPr>
            <p:ph type="body" sz="quarter" idx="49" hasCustomPrompt="1"/>
          </p:nvPr>
        </p:nvSpPr>
        <p:spPr>
          <a:xfrm>
            <a:off x="298705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Picture 3 ">
            <a:extLst>
              <a:ext uri="{FF2B5EF4-FFF2-40B4-BE49-F238E27FC236}">
                <a16:creationId xmlns:a16="http://schemas.microsoft.com/office/drawing/2014/main" id="{25BE96FF-1149-A871-059D-5FC5C5724DE2}"/>
              </a:ext>
            </a:extLst>
          </p:cNvPr>
          <p:cNvSpPr>
            <a:spLocks noGrp="1" noChangeAspect="1"/>
          </p:cNvSpPr>
          <p:nvPr>
            <p:ph type="pic" sz="quarter" idx="50"/>
          </p:nvPr>
        </p:nvSpPr>
        <p:spPr>
          <a:xfrm>
            <a:off x="568493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3" name="Name 3">
            <a:extLst>
              <a:ext uri="{FF2B5EF4-FFF2-40B4-BE49-F238E27FC236}">
                <a16:creationId xmlns:a16="http://schemas.microsoft.com/office/drawing/2014/main" id="{C79E27DB-CB5A-5B10-1D20-382BE231D8B4}"/>
              </a:ext>
            </a:extLst>
          </p:cNvPr>
          <p:cNvSpPr>
            <a:spLocks noGrp="1"/>
          </p:cNvSpPr>
          <p:nvPr>
            <p:ph type="body" sz="quarter" idx="51" hasCustomPrompt="1"/>
          </p:nvPr>
        </p:nvSpPr>
        <p:spPr>
          <a:xfrm>
            <a:off x="527302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itle 3">
            <a:extLst>
              <a:ext uri="{FF2B5EF4-FFF2-40B4-BE49-F238E27FC236}">
                <a16:creationId xmlns:a16="http://schemas.microsoft.com/office/drawing/2014/main" id="{E3168F24-D5E1-A01A-9FE4-02BBEBCAC256}"/>
              </a:ext>
            </a:extLst>
          </p:cNvPr>
          <p:cNvSpPr>
            <a:spLocks noGrp="1"/>
          </p:cNvSpPr>
          <p:nvPr>
            <p:ph type="body" sz="quarter" idx="52" hasCustomPrompt="1"/>
          </p:nvPr>
        </p:nvSpPr>
        <p:spPr>
          <a:xfrm>
            <a:off x="527302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Picture 4">
            <a:extLst>
              <a:ext uri="{FF2B5EF4-FFF2-40B4-BE49-F238E27FC236}">
                <a16:creationId xmlns:a16="http://schemas.microsoft.com/office/drawing/2014/main" id="{C28F1BA1-9C38-C15A-DAF0-7D7D17BF4911}"/>
              </a:ext>
            </a:extLst>
          </p:cNvPr>
          <p:cNvSpPr>
            <a:spLocks noGrp="1" noChangeAspect="1"/>
          </p:cNvSpPr>
          <p:nvPr>
            <p:ph type="pic" sz="quarter" idx="53"/>
          </p:nvPr>
        </p:nvSpPr>
        <p:spPr>
          <a:xfrm>
            <a:off x="797091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6" name="Name 4">
            <a:extLst>
              <a:ext uri="{FF2B5EF4-FFF2-40B4-BE49-F238E27FC236}">
                <a16:creationId xmlns:a16="http://schemas.microsoft.com/office/drawing/2014/main" id="{A736C04C-99C8-5B44-F5FF-04676206CDF7}"/>
              </a:ext>
            </a:extLst>
          </p:cNvPr>
          <p:cNvSpPr>
            <a:spLocks noGrp="1"/>
          </p:cNvSpPr>
          <p:nvPr>
            <p:ph type="body" sz="quarter" idx="54" hasCustomPrompt="1"/>
          </p:nvPr>
        </p:nvSpPr>
        <p:spPr>
          <a:xfrm>
            <a:off x="755900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7" name="Title 4">
            <a:extLst>
              <a:ext uri="{FF2B5EF4-FFF2-40B4-BE49-F238E27FC236}">
                <a16:creationId xmlns:a16="http://schemas.microsoft.com/office/drawing/2014/main" id="{1B6CC2B9-2432-DD61-FFD2-E986BE8E9F35}"/>
              </a:ext>
            </a:extLst>
          </p:cNvPr>
          <p:cNvSpPr>
            <a:spLocks noGrp="1"/>
          </p:cNvSpPr>
          <p:nvPr>
            <p:ph type="body" sz="quarter" idx="55" hasCustomPrompt="1"/>
          </p:nvPr>
        </p:nvSpPr>
        <p:spPr>
          <a:xfrm>
            <a:off x="755900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8" name="Picture 5">
            <a:extLst>
              <a:ext uri="{FF2B5EF4-FFF2-40B4-BE49-F238E27FC236}">
                <a16:creationId xmlns:a16="http://schemas.microsoft.com/office/drawing/2014/main" id="{3A558EAD-D220-0239-69EF-648F93A62478}"/>
              </a:ext>
            </a:extLst>
          </p:cNvPr>
          <p:cNvSpPr>
            <a:spLocks noGrp="1" noChangeAspect="1"/>
          </p:cNvSpPr>
          <p:nvPr>
            <p:ph type="pic" sz="quarter" idx="56"/>
          </p:nvPr>
        </p:nvSpPr>
        <p:spPr>
          <a:xfrm>
            <a:off x="102568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0" name="Name 5">
            <a:extLst>
              <a:ext uri="{FF2B5EF4-FFF2-40B4-BE49-F238E27FC236}">
                <a16:creationId xmlns:a16="http://schemas.microsoft.com/office/drawing/2014/main" id="{007E775B-15B1-5428-C8C9-4B614DEE17D1}"/>
              </a:ext>
            </a:extLst>
          </p:cNvPr>
          <p:cNvSpPr>
            <a:spLocks noGrp="1"/>
          </p:cNvSpPr>
          <p:nvPr>
            <p:ph type="body" sz="quarter" idx="57" hasCustomPrompt="1"/>
          </p:nvPr>
        </p:nvSpPr>
        <p:spPr>
          <a:xfrm>
            <a:off x="98449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1" name="Title 5">
            <a:extLst>
              <a:ext uri="{FF2B5EF4-FFF2-40B4-BE49-F238E27FC236}">
                <a16:creationId xmlns:a16="http://schemas.microsoft.com/office/drawing/2014/main" id="{5A22EC85-7769-2401-038D-634693151760}"/>
              </a:ext>
            </a:extLst>
          </p:cNvPr>
          <p:cNvSpPr>
            <a:spLocks noGrp="1"/>
          </p:cNvSpPr>
          <p:nvPr>
            <p:ph type="body" sz="quarter" idx="58" hasCustomPrompt="1"/>
          </p:nvPr>
        </p:nvSpPr>
        <p:spPr>
          <a:xfrm>
            <a:off x="98449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Tree>
    <p:extLst>
      <p:ext uri="{BB962C8B-B14F-4D97-AF65-F5344CB8AC3E}">
        <p14:creationId xmlns:p14="http://schemas.microsoft.com/office/powerpoint/2010/main" val="17453058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5662952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3points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4" name="Date Placeholder 3">
            <a:extLst>
              <a:ext uri="{FF2B5EF4-FFF2-40B4-BE49-F238E27FC236}">
                <a16:creationId xmlns:a16="http://schemas.microsoft.com/office/drawing/2014/main" id="{998C7B89-9919-27D5-3CA3-59231744A8D1}"/>
              </a:ext>
            </a:extLst>
          </p:cNvPr>
          <p:cNvSpPr>
            <a:spLocks noGrp="1"/>
          </p:cNvSpPr>
          <p:nvPr>
            <p:ph type="dt" sz="half" idx="19"/>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3E870DE9-DE63-752A-F432-5906F9312978}"/>
              </a:ext>
            </a:extLst>
          </p:cNvPr>
          <p:cNvSpPr>
            <a:spLocks noGrp="1"/>
          </p:cNvSpPr>
          <p:nvPr>
            <p:ph type="ftr" sz="quarter" idx="20"/>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5" name="Slide Number Placeholder 14">
            <a:extLst>
              <a:ext uri="{FF2B5EF4-FFF2-40B4-BE49-F238E27FC236}">
                <a16:creationId xmlns:a16="http://schemas.microsoft.com/office/drawing/2014/main" id="{883696C6-F350-8E61-ECA5-EDD80B9EF607}"/>
              </a:ext>
            </a:extLst>
          </p:cNvPr>
          <p:cNvSpPr>
            <a:spLocks noGrp="1"/>
          </p:cNvSpPr>
          <p:nvPr>
            <p:ph type="sldNum" sz="quarter" idx="21"/>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6300021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0966774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ark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30062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120DA5B7-17E8-2CF4-4B51-F677DF6CE73C}"/>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103709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4244613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514C47"/>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514C47"/>
                </a:solidFill>
                <a:latin typeface="+mn-lt"/>
              </a:defRPr>
            </a:lvl1pPr>
          </a:lstStyle>
          <a:p>
            <a:r>
              <a:rPr lang="en-US" dirty="0"/>
              <a:t>Copyright © 2026, Oracle and/or its affiliates |  Confidential: Internal/Restricted/Highly Restricted</a:t>
            </a:r>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514C47"/>
                </a:solidFill>
                <a:latin typeface="+mn-lt"/>
              </a:defRPr>
            </a:lvl1pPr>
          </a:lstStyle>
          <a:p>
            <a:r>
              <a:rPr lang="en-US"/>
              <a:t>[Date]</a:t>
            </a:r>
            <a:endParaRPr lang="en-US" dirty="0"/>
          </a:p>
        </p:txBody>
      </p:sp>
    </p:spTree>
    <p:extLst>
      <p:ext uri="{BB962C8B-B14F-4D97-AF65-F5344CB8AC3E}">
        <p14:creationId xmlns:p14="http://schemas.microsoft.com/office/powerpoint/2010/main" val="3859133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ark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AEA8A2"/>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AEA8A2"/>
                </a:solidFill>
                <a:latin typeface="+mn-lt"/>
              </a:defRPr>
            </a:lvl1pPr>
          </a:lstStyle>
          <a:p>
            <a:r>
              <a:rPr lang="en-US" dirty="0"/>
              <a:t>Copyright © 2026, Oracle and/or its affiliates |  Confidential: Internal/Restricted/Highly Restricted</a:t>
            </a:r>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19556709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B28271ED-B1CF-9F0D-4AA0-883D80DEDBF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7030599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ark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2885110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ight - Title/Sub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7" name="Subtitle">
            <a:extLst>
              <a:ext uri="{FF2B5EF4-FFF2-40B4-BE49-F238E27FC236}">
                <a16:creationId xmlns:a16="http://schemas.microsoft.com/office/drawing/2014/main" id="{1C3705B9-F5B6-D7DA-A986-BD252292278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937748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Dark - Title/Subtitle 2 Column">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6E20D12-1316-3177-701A-67F81626368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Subtitle">
            <a:extLst>
              <a:ext uri="{FF2B5EF4-FFF2-40B4-BE49-F238E27FC236}">
                <a16:creationId xmlns:a16="http://schemas.microsoft.com/office/drawing/2014/main" id="{491B9BE2-1C80-DD0F-2348-944405667FA4}"/>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Column Divider">
            <a:extLst>
              <a:ext uri="{FF2B5EF4-FFF2-40B4-BE49-F238E27FC236}">
                <a16:creationId xmlns:a16="http://schemas.microsoft.com/office/drawing/2014/main" id="{EF021091-A040-8AC0-0501-04709D496D73}"/>
              </a:ext>
              <a:ext uri="{C183D7F6-B498-43B3-948B-1728B52AA6E4}">
                <adec:decorative xmlns:adec="http://schemas.microsoft.com/office/drawing/2017/decorative" val="1"/>
              </a:ext>
            </a:extLst>
          </p:cNvPr>
          <p:cNvCxnSpPr>
            <a:cxnSpLocks/>
          </p:cNvCxnSpPr>
          <p:nvPr/>
        </p:nvCxnSpPr>
        <p:spPr>
          <a:xfrm>
            <a:off x="6096000"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8790635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ight - Title/Subtitle 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lnSpc>
                <a:spcPct val="100000"/>
              </a:lnSpc>
              <a:defRPr/>
            </a:lvl1pPr>
          </a:lstStyle>
          <a:p>
            <a:r>
              <a:rPr lang="en-US" dirty="0"/>
              <a:t>Title</a:t>
            </a:r>
          </a:p>
        </p:txBody>
      </p:sp>
      <p:sp>
        <p:nvSpPr>
          <p:cNvPr id="11" name="Subtitle">
            <a:extLst>
              <a:ext uri="{FF2B5EF4-FFF2-40B4-BE49-F238E27FC236}">
                <a16:creationId xmlns:a16="http://schemas.microsoft.com/office/drawing/2014/main" id="{AC6B64F9-2DA0-A690-C71E-B99D471B02D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CC34BF80-B5D4-D7B6-8CCA-80AF04A72B45}"/>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a:extLst>
              <a:ext uri="{FF2B5EF4-FFF2-40B4-BE49-F238E27FC236}">
                <a16:creationId xmlns:a16="http://schemas.microsoft.com/office/drawing/2014/main" id="{C0573275-C70D-AE89-EF3D-A7DAC9B01BE7}"/>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2CF00143-3379-1D5D-5D8F-463C800F8EA1}"/>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lvl1pPr>
              <a:defRPr>
                <a:solidFill>
                  <a:srgbClr val="514C47"/>
                </a:solidFill>
              </a:defRPr>
            </a:lvl1p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187499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ark - Title/Subtitle 3 Column">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EEBF987F-38F4-709F-2C5C-6A33F92ABAC2}"/>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C8007CC0-7806-5000-E1A2-EE5C157D0752}"/>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a:extLst>
              <a:ext uri="{FF2B5EF4-FFF2-40B4-BE49-F238E27FC236}">
                <a16:creationId xmlns:a16="http://schemas.microsoft.com/office/drawing/2014/main" id="{67D5716D-0077-0121-818A-02B0496ECCC9}"/>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27782654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ark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3339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Light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514C47"/>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514C47"/>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514C47"/>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1" name="Subtitle">
            <a:extLst>
              <a:ext uri="{FF2B5EF4-FFF2-40B4-BE49-F238E27FC236}">
                <a16:creationId xmlns:a16="http://schemas.microsoft.com/office/drawing/2014/main" id="{C9A0F016-4DAC-1E29-77F1-0AE34075820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851501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8132064" y="0"/>
            <a:ext cx="4059936" cy="6858000"/>
          </a:xfrm>
          <a:solidFill>
            <a:srgbClr val="AEA8A2"/>
          </a:solidFill>
        </p:spPr>
        <p:txBody>
          <a:bodyPr/>
          <a:lstStyle/>
          <a:p>
            <a:r>
              <a:rPr lang="en-US"/>
              <a:t>Click icon to add picture</a:t>
            </a:r>
          </a:p>
        </p:txBody>
      </p:sp>
    </p:spTree>
    <p:extLst>
      <p:ext uri="{BB962C8B-B14F-4D97-AF65-F5344CB8AC3E}">
        <p14:creationId xmlns:p14="http://schemas.microsoft.com/office/powerpoint/2010/main" val="1369377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Dark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hasCustomPrompt="1"/>
          </p:nvPr>
        </p:nvSpPr>
        <p:spPr>
          <a:xfrm>
            <a:off x="8132064" y="0"/>
            <a:ext cx="4059936" cy="6858000"/>
          </a:xfrm>
          <a:solidFill>
            <a:srgbClr val="AEA8A2"/>
          </a:solidFill>
        </p:spPr>
        <p:txBody>
          <a:bodyPr/>
          <a:lstStyle>
            <a:lvl1pPr algn="ct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60900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4" name="Accent mark">
            <a:extLst>
              <a:ext uri="{FF2B5EF4-FFF2-40B4-BE49-F238E27FC236}">
                <a16:creationId xmlns:a16="http://schemas.microsoft.com/office/drawing/2014/main" id="{9693ED60-0244-537F-7CCC-D2E56AF0B93F}"/>
              </a:ext>
              <a:ext uri="{C183D7F6-B498-43B3-948B-1728B52AA6E4}">
                <adec:decorative xmlns:adec="http://schemas.microsoft.com/office/drawing/2017/decorative" val="1"/>
              </a:ext>
            </a:extLst>
          </p:cNvPr>
          <p:cNvSpPr/>
          <p:nvPr/>
        </p:nvSpPr>
        <p:spPr>
          <a:xfrm>
            <a:off x="5372844" y="463858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7352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Dark - Quote with Picture">
    <p:bg>
      <p:bgRef idx="1001">
        <a:schemeClr val="bg2"/>
      </p:bgRef>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Accent mark">
            <a:extLst>
              <a:ext uri="{FF2B5EF4-FFF2-40B4-BE49-F238E27FC236}">
                <a16:creationId xmlns:a16="http://schemas.microsoft.com/office/drawing/2014/main" id="{99B99AF4-E9E4-23D9-4E0C-A8017ECCDA64}"/>
              </a:ext>
              <a:ext uri="{C183D7F6-B498-43B3-948B-1728B52AA6E4}">
                <adec:decorative xmlns:adec="http://schemas.microsoft.com/office/drawing/2017/decorative" val="1"/>
              </a:ext>
            </a:extLst>
          </p:cNvPr>
          <p:cNvSpPr/>
          <p:nvPr/>
        </p:nvSpPr>
        <p:spPr>
          <a:xfrm>
            <a:off x="5372844" y="463858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97117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Left Rail - Light">
    <p:bg>
      <p:bgRef idx="1001">
        <a:schemeClr val="bg2"/>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B705EA2-F116-883A-32A5-62C3C550DC70}"/>
              </a:ext>
              <a:ext uri="{C183D7F6-B498-43B3-948B-1728B52AA6E4}">
                <adec:decorative xmlns:adec="http://schemas.microsoft.com/office/drawing/2017/decorative" val="1"/>
              </a:ext>
            </a:extLst>
          </p:cNvPr>
          <p:cNvSpPr/>
          <p:nvPr/>
        </p:nvSpPr>
        <p:spPr>
          <a:xfrm>
            <a:off x="0" y="0"/>
            <a:ext cx="45789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23691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eft Rail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625BA6-E661-F94B-6FD6-217579854D3C}"/>
              </a:ext>
              <a:ext uri="{C183D7F6-B498-43B3-948B-1728B52AA6E4}">
                <adec:decorative xmlns:adec="http://schemas.microsoft.com/office/drawing/2017/decorative" val="1"/>
              </a:ext>
            </a:extLst>
          </p:cNvPr>
          <p:cNvSpPr/>
          <p:nvPr/>
        </p:nvSpPr>
        <p:spPr>
          <a:xfrm>
            <a:off x="0" y="0"/>
            <a:ext cx="45789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5279694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 Illustration_Light">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2F837A2F-4A14-0DC4-608A-F65C24823266}"/>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4" name="Text Placeholder 21">
            <a:extLst>
              <a:ext uri="{FF2B5EF4-FFF2-40B4-BE49-F238E27FC236}">
                <a16:creationId xmlns:a16="http://schemas.microsoft.com/office/drawing/2014/main" id="{91B7B17D-763D-5F99-0CC2-80B2CC63E130}"/>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7" name="Text Placeholder 19">
            <a:extLst>
              <a:ext uri="{FF2B5EF4-FFF2-40B4-BE49-F238E27FC236}">
                <a16:creationId xmlns:a16="http://schemas.microsoft.com/office/drawing/2014/main" id="{F95C4F20-D940-4F84-4840-DD649575E2CD}"/>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5" name="Text Placeholder 21">
            <a:extLst>
              <a:ext uri="{FF2B5EF4-FFF2-40B4-BE49-F238E27FC236}">
                <a16:creationId xmlns:a16="http://schemas.microsoft.com/office/drawing/2014/main" id="{5DE24B9A-F5B4-C415-A25C-25FE02976EEF}"/>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9" name="Text Placeholder 19">
            <a:extLst>
              <a:ext uri="{FF2B5EF4-FFF2-40B4-BE49-F238E27FC236}">
                <a16:creationId xmlns:a16="http://schemas.microsoft.com/office/drawing/2014/main" id="{E725E68E-222F-2174-3EDA-49279B3A0D6A}"/>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6" name="Text Placeholder 21">
            <a:extLst>
              <a:ext uri="{FF2B5EF4-FFF2-40B4-BE49-F238E27FC236}">
                <a16:creationId xmlns:a16="http://schemas.microsoft.com/office/drawing/2014/main" id="{2080E49F-0C27-1D0D-3ADD-B37ABD6F37FA}"/>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85BD9371-1A26-2813-D974-5AAA802C8FF9}"/>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7" name="Date Placeholder 6">
            <a:extLst>
              <a:ext uri="{FF2B5EF4-FFF2-40B4-BE49-F238E27FC236}">
                <a16:creationId xmlns:a16="http://schemas.microsoft.com/office/drawing/2014/main" id="{94AF7987-C710-3871-B657-891515739542}"/>
              </a:ext>
            </a:extLst>
          </p:cNvPr>
          <p:cNvSpPr>
            <a:spLocks noGrp="1"/>
          </p:cNvSpPr>
          <p:nvPr>
            <p:ph type="dt" sz="half" idx="47"/>
          </p:nvPr>
        </p:nvSpPr>
        <p:spPr/>
        <p:txBody>
          <a:bodyPr/>
          <a:lstStyle>
            <a:lvl1pPr>
              <a:defRPr>
                <a:solidFill>
                  <a:srgbClr val="514C47"/>
                </a:solidFill>
              </a:defRPr>
            </a:lvl1pPr>
          </a:lstStyle>
          <a:p>
            <a:r>
              <a:rPr lang="en-US"/>
              <a:t>[Date]</a:t>
            </a:r>
            <a:endParaRPr lang="en-US" dirty="0"/>
          </a:p>
        </p:txBody>
      </p:sp>
      <p:sp>
        <p:nvSpPr>
          <p:cNvPr id="8" name="Footer Placeholder 7">
            <a:extLst>
              <a:ext uri="{FF2B5EF4-FFF2-40B4-BE49-F238E27FC236}">
                <a16:creationId xmlns:a16="http://schemas.microsoft.com/office/drawing/2014/main" id="{A47B4B01-B49C-CB08-78E3-DAB353AFE68D}"/>
              </a:ext>
            </a:extLst>
          </p:cNvPr>
          <p:cNvSpPr>
            <a:spLocks noGrp="1"/>
          </p:cNvSpPr>
          <p:nvPr>
            <p:ph type="ftr" sz="quarter" idx="48"/>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9" name="Slide Number Placeholder 8">
            <a:extLst>
              <a:ext uri="{FF2B5EF4-FFF2-40B4-BE49-F238E27FC236}">
                <a16:creationId xmlns:a16="http://schemas.microsoft.com/office/drawing/2014/main" id="{6378DD8F-6EC1-338B-B6F1-7361BA5C390D}"/>
              </a:ext>
            </a:extLst>
          </p:cNvPr>
          <p:cNvSpPr>
            <a:spLocks noGrp="1"/>
          </p:cNvSpPr>
          <p:nvPr>
            <p:ph type="sldNum" sz="quarter" idx="4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9496447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ntent + Illustration_Dark">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0AAD36B-6012-46AE-9059-48412FF4F4CE}"/>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3" name="Subtitle">
            <a:extLst>
              <a:ext uri="{FF2B5EF4-FFF2-40B4-BE49-F238E27FC236}">
                <a16:creationId xmlns:a16="http://schemas.microsoft.com/office/drawing/2014/main" id="{2F0BE92C-B4B2-428B-05A0-35A0A1E50208}"/>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7" name="Text Placeholder 21">
            <a:extLst>
              <a:ext uri="{FF2B5EF4-FFF2-40B4-BE49-F238E27FC236}">
                <a16:creationId xmlns:a16="http://schemas.microsoft.com/office/drawing/2014/main" id="{D94B5212-F918-DF01-5172-A319C17449A7}"/>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3FE2B7B3-F269-EFB7-7B21-A67456B5D4CB}"/>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9" name="Text Placeholder 21">
            <a:extLst>
              <a:ext uri="{FF2B5EF4-FFF2-40B4-BE49-F238E27FC236}">
                <a16:creationId xmlns:a16="http://schemas.microsoft.com/office/drawing/2014/main" id="{BCEC7A68-80D1-7F0E-65E6-F442ED207687}"/>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19">
            <a:extLst>
              <a:ext uri="{FF2B5EF4-FFF2-40B4-BE49-F238E27FC236}">
                <a16:creationId xmlns:a16="http://schemas.microsoft.com/office/drawing/2014/main" id="{D61461B8-CD09-2000-05E6-9B3BC9D25CD5}"/>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1" name="Text Placeholder 21">
            <a:extLst>
              <a:ext uri="{FF2B5EF4-FFF2-40B4-BE49-F238E27FC236}">
                <a16:creationId xmlns:a16="http://schemas.microsoft.com/office/drawing/2014/main" id="{A3E124E7-38A2-4149-5708-BE9F62CFA604}"/>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2" name="Text Placeholder 19">
            <a:extLst>
              <a:ext uri="{FF2B5EF4-FFF2-40B4-BE49-F238E27FC236}">
                <a16:creationId xmlns:a16="http://schemas.microsoft.com/office/drawing/2014/main" id="{4FBE4EEC-B947-E852-0B29-987839C3A3D6}"/>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bg1"/>
                </a:solidFill>
                <a:latin typeface="Oracle Sans Tab Light" panose="020B0403020204020204" pitchFamily="34" charset="0"/>
                <a:cs typeface="Oracle Sans Tab Light" panose="020B0403020204020204" pitchFamily="34" charset="0"/>
              </a:defRPr>
            </a:lvl1pPr>
          </a:lstStyle>
          <a:p>
            <a:r>
              <a:rPr lang="en-US" dirty="0"/>
              <a:t>Click to add photo or illustration</a:t>
            </a:r>
          </a:p>
          <a:p>
            <a:endParaRPr lang="en-US" dirty="0"/>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6394497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Light - 3 Icons, Subhead and tex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sp>
        <p:nvSpPr>
          <p:cNvPr id="9" name="Footer Placeholder 8">
            <a:extLst>
              <a:ext uri="{FF2B5EF4-FFF2-40B4-BE49-F238E27FC236}">
                <a16:creationId xmlns:a16="http://schemas.microsoft.com/office/drawing/2014/main" id="{F59CF6BC-7A2F-38D3-C1EA-BEA6C37D79F5}"/>
              </a:ext>
            </a:extLst>
          </p:cNvPr>
          <p:cNvSpPr>
            <a:spLocks noGrp="1"/>
          </p:cNvSpPr>
          <p:nvPr>
            <p:ph type="ftr" sz="quarter" idx="40"/>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2E05EDD9-0672-4EB4-1B16-92CEDEB1EFE7}"/>
              </a:ext>
            </a:extLst>
          </p:cNvPr>
          <p:cNvSpPr>
            <a:spLocks noGrp="1"/>
          </p:cNvSpPr>
          <p:nvPr>
            <p:ph type="sldNum" sz="quarter" idx="41"/>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7B180CC4-74E6-A0D5-4CC7-34ABAEAABDF5}"/>
              </a:ext>
            </a:extLst>
          </p:cNvPr>
          <p:cNvSpPr>
            <a:spLocks noGrp="1"/>
          </p:cNvSpPr>
          <p:nvPr>
            <p:ph type="dt" sz="half" idx="39"/>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1274736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Dark - 3 Icons, Subhead and text">
    <p:bg>
      <p:bgRef idx="1001">
        <a:schemeClr val="bg2"/>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in.</a:t>
            </a:r>
            <a:endParaRPr lang="en-US" dirty="0"/>
          </a:p>
        </p:txBody>
      </p:sp>
      <p:sp>
        <p:nvSpPr>
          <p:cNvPr id="11" name="Slide Number Placeholder 10">
            <a:extLst>
              <a:ext uri="{FF2B5EF4-FFF2-40B4-BE49-F238E27FC236}">
                <a16:creationId xmlns:a16="http://schemas.microsoft.com/office/drawing/2014/main" id="{B35F74D1-A7D7-71F7-1C83-85B91CC54A17}"/>
              </a:ext>
            </a:extLst>
          </p:cNvPr>
          <p:cNvSpPr>
            <a:spLocks noGrp="1"/>
          </p:cNvSpPr>
          <p:nvPr>
            <p:ph type="sldNum" sz="quarter" idx="44"/>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9">
            <a:extLst>
              <a:ext uri="{FF2B5EF4-FFF2-40B4-BE49-F238E27FC236}">
                <a16:creationId xmlns:a16="http://schemas.microsoft.com/office/drawing/2014/main" id="{AB744A76-3388-A794-015D-56031177D79D}"/>
              </a:ext>
            </a:extLst>
          </p:cNvPr>
          <p:cNvSpPr>
            <a:spLocks noGrp="1"/>
          </p:cNvSpPr>
          <p:nvPr>
            <p:ph type="ftr" sz="quarter" idx="43"/>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9" name="Date Placeholder 8">
            <a:extLst>
              <a:ext uri="{FF2B5EF4-FFF2-40B4-BE49-F238E27FC236}">
                <a16:creationId xmlns:a16="http://schemas.microsoft.com/office/drawing/2014/main" id="{064EFACD-32BB-A724-F5A6-DF8C6A5C3279}"/>
              </a:ext>
            </a:extLst>
          </p:cNvPr>
          <p:cNvSpPr>
            <a:spLocks noGrp="1"/>
          </p:cNvSpPr>
          <p:nvPr>
            <p:ph type="dt" sz="half" idx="42"/>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4338623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ight - 4 Icons, Subhead and text">
    <p:bg>
      <p:bgRef idx="1001">
        <a:schemeClr val="bg2"/>
      </p:bgRef>
    </p:bg>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78F3D588-E944-9CCD-F934-4D109B5905DB}"/>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Icon 1">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Column 1 Header">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Column 1 body">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5" name="Divider 1">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7" name="Icon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8" name="Column 2 header">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9" name="Column 2 body">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0" name="Icon 3">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1" name="Column 3 header">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2" name="Column 3 body">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6" name="Divider 3">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3" name="Icon 4">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4" name="Column 4 header">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5" name="Column 4 body">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10" name="Slide Number Placeholder 9">
            <a:extLst>
              <a:ext uri="{FF2B5EF4-FFF2-40B4-BE49-F238E27FC236}">
                <a16:creationId xmlns:a16="http://schemas.microsoft.com/office/drawing/2014/main" id="{3A79F2A5-B307-E6C2-A0A7-C9D34E2F7467}"/>
              </a:ext>
            </a:extLst>
          </p:cNvPr>
          <p:cNvSpPr>
            <a:spLocks noGrp="1"/>
          </p:cNvSpPr>
          <p:nvPr>
            <p:ph type="sldNum" sz="quarter" idx="53"/>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670E38B5-BB46-6801-B170-496504D1B9E3}"/>
              </a:ext>
            </a:extLst>
          </p:cNvPr>
          <p:cNvSpPr>
            <a:spLocks noGrp="1"/>
          </p:cNvSpPr>
          <p:nvPr>
            <p:ph type="dt" sz="half" idx="51"/>
          </p:nvPr>
        </p:nvSpPr>
        <p:spPr/>
        <p:txBody>
          <a:bodyPr/>
          <a:lstStyle>
            <a:lvl1pPr>
              <a:defRPr>
                <a:solidFill>
                  <a:srgbClr val="514C47"/>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C810DC55-90E5-32A0-7237-3A10A7B16970}"/>
              </a:ext>
            </a:extLst>
          </p:cNvPr>
          <p:cNvSpPr>
            <a:spLocks noGrp="1"/>
          </p:cNvSpPr>
          <p:nvPr>
            <p:ph type="ftr" sz="quarter" idx="52"/>
          </p:nvPr>
        </p:nvSpPr>
        <p:spPr/>
        <p:txBody>
          <a:bodyPr/>
          <a:lstStyle>
            <a:lvl1pPr>
              <a:defRPr>
                <a:solidFill>
                  <a:srgbClr val="514C47"/>
                </a:solidFill>
              </a:defRPr>
            </a:lvl1pPr>
          </a:lstStyle>
          <a:p>
            <a:r>
              <a:rPr lang="en-US" dirty="0"/>
              <a:t>Copyright © 2026, Oracle and/or its affiliates |  Confidential: Internal/Restricted/Highly Restricted</a:t>
            </a:r>
          </a:p>
        </p:txBody>
      </p:sp>
    </p:spTree>
    <p:extLst>
      <p:ext uri="{BB962C8B-B14F-4D97-AF65-F5344CB8AC3E}">
        <p14:creationId xmlns:p14="http://schemas.microsoft.com/office/powerpoint/2010/main" val="12545411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ark - 4 Icons, Subhead and text">
    <p:bg>
      <p:bgRef idx="1001">
        <a:schemeClr val="bg2"/>
      </p:bgRef>
    </p:bg>
    <p:spTree>
      <p:nvGrpSpPr>
        <p:cNvPr id="1" name=""/>
        <p:cNvGrpSpPr/>
        <p:nvPr/>
      </p:nvGrpSpPr>
      <p:grpSpPr>
        <a:xfrm>
          <a:off x="0" y="0"/>
          <a:ext cx="0" cy="0"/>
          <a:chOff x="0" y="0"/>
          <a:chExt cx="0" cy="0"/>
        </a:xfrm>
      </p:grpSpPr>
      <p:sp>
        <p:nvSpPr>
          <p:cNvPr id="3" name="Title 7">
            <a:extLst>
              <a:ext uri="{FF2B5EF4-FFF2-40B4-BE49-F238E27FC236}">
                <a16:creationId xmlns:a16="http://schemas.microsoft.com/office/drawing/2014/main" id="{D02FABB3-C5FA-6642-90DB-5692722BDC16}"/>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Icon 1">
            <a:extLst>
              <a:ext uri="{FF2B5EF4-FFF2-40B4-BE49-F238E27FC236}">
                <a16:creationId xmlns:a16="http://schemas.microsoft.com/office/drawing/2014/main" id="{D7B5CD21-4DD7-F936-8109-65AA2FAAABD3}"/>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Column 1 Header">
            <a:extLst>
              <a:ext uri="{FF2B5EF4-FFF2-40B4-BE49-F238E27FC236}">
                <a16:creationId xmlns:a16="http://schemas.microsoft.com/office/drawing/2014/main" id="{10EEDB7A-9A85-DC86-94E9-0E2F22B43885}"/>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Column 1 body">
            <a:extLst>
              <a:ext uri="{FF2B5EF4-FFF2-40B4-BE49-F238E27FC236}">
                <a16:creationId xmlns:a16="http://schemas.microsoft.com/office/drawing/2014/main" id="{02016CD8-41CD-C86E-0617-6004BF4F7960}"/>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2" name="Divider 1">
            <a:extLst>
              <a:ext uri="{FF2B5EF4-FFF2-40B4-BE49-F238E27FC236}">
                <a16:creationId xmlns:a16="http://schemas.microsoft.com/office/drawing/2014/main" id="{EC2B660E-7263-4036-6661-495FCCE47117}"/>
              </a:ext>
              <a:ext uri="{C183D7F6-B498-43B3-948B-1728B52AA6E4}">
                <adec:decorative xmlns:adec="http://schemas.microsoft.com/office/drawing/2017/decorative" val="1"/>
              </a:ext>
            </a:extLst>
          </p:cNvPr>
          <p:cNvCxnSpPr>
            <a:cxnSpLocks/>
          </p:cNvCxnSpPr>
          <p:nvPr/>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Icon 2">
            <a:extLst>
              <a:ext uri="{FF2B5EF4-FFF2-40B4-BE49-F238E27FC236}">
                <a16:creationId xmlns:a16="http://schemas.microsoft.com/office/drawing/2014/main" id="{7A362649-C49E-B2E0-1EBB-6B4205DADC7B}"/>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6" name="Column 2 header">
            <a:extLst>
              <a:ext uri="{FF2B5EF4-FFF2-40B4-BE49-F238E27FC236}">
                <a16:creationId xmlns:a16="http://schemas.microsoft.com/office/drawing/2014/main" id="{11DD71F6-9080-E444-6D28-1CA7EAA2CCF5}"/>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7" name="Column 2 body">
            <a:extLst>
              <a:ext uri="{FF2B5EF4-FFF2-40B4-BE49-F238E27FC236}">
                <a16:creationId xmlns:a16="http://schemas.microsoft.com/office/drawing/2014/main" id="{8C5083C1-91B0-590A-D3D4-4F47F054BC4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69AD4ECD-9629-E5C4-D3F3-9498E300DA0C}"/>
              </a:ext>
              <a:ext uri="{C183D7F6-B498-43B3-948B-1728B52AA6E4}">
                <adec:decorative xmlns:adec="http://schemas.microsoft.com/office/drawing/2017/decorative" val="1"/>
              </a:ext>
            </a:extLst>
          </p:cNvPr>
          <p:cNvCxnSpPr>
            <a:cxnSpLocks/>
          </p:cNvCxnSpPr>
          <p:nvPr/>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9" name="Icon 3">
            <a:extLst>
              <a:ext uri="{FF2B5EF4-FFF2-40B4-BE49-F238E27FC236}">
                <a16:creationId xmlns:a16="http://schemas.microsoft.com/office/drawing/2014/main" id="{7EE9209C-55AF-784B-DB4D-42B6F5641729}"/>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0" name="Column 3 header">
            <a:extLst>
              <a:ext uri="{FF2B5EF4-FFF2-40B4-BE49-F238E27FC236}">
                <a16:creationId xmlns:a16="http://schemas.microsoft.com/office/drawing/2014/main" id="{CC2AE930-51E3-48D8-9C76-AD88C016BFFF}"/>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1" name="Column 3 body">
            <a:extLst>
              <a:ext uri="{FF2B5EF4-FFF2-40B4-BE49-F238E27FC236}">
                <a16:creationId xmlns:a16="http://schemas.microsoft.com/office/drawing/2014/main" id="{625601CC-C6AD-511C-CE3E-73A412076FBC}"/>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32" name="Divider 3">
            <a:extLst>
              <a:ext uri="{FF2B5EF4-FFF2-40B4-BE49-F238E27FC236}">
                <a16:creationId xmlns:a16="http://schemas.microsoft.com/office/drawing/2014/main" id="{B4995F09-2120-F77A-C9EE-2D85540F410B}"/>
              </a:ext>
              <a:ext uri="{C183D7F6-B498-43B3-948B-1728B52AA6E4}">
                <adec:decorative xmlns:adec="http://schemas.microsoft.com/office/drawing/2017/decorative" val="1"/>
              </a:ext>
            </a:extLst>
          </p:cNvPr>
          <p:cNvCxnSpPr>
            <a:cxnSpLocks/>
          </p:cNvCxnSpPr>
          <p:nvPr/>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3" name="Icon 4">
            <a:extLst>
              <a:ext uri="{FF2B5EF4-FFF2-40B4-BE49-F238E27FC236}">
                <a16:creationId xmlns:a16="http://schemas.microsoft.com/office/drawing/2014/main" id="{1D5109BD-DD12-1F75-C31F-D6C059B1A8E2}"/>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4" name="Column 4 header">
            <a:extLst>
              <a:ext uri="{FF2B5EF4-FFF2-40B4-BE49-F238E27FC236}">
                <a16:creationId xmlns:a16="http://schemas.microsoft.com/office/drawing/2014/main" id="{E473564E-FA78-F033-3F28-5FD25256A1FE}"/>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5" name="Column 4 body">
            <a:extLst>
              <a:ext uri="{FF2B5EF4-FFF2-40B4-BE49-F238E27FC236}">
                <a16:creationId xmlns:a16="http://schemas.microsoft.com/office/drawing/2014/main" id="{BDE27B49-6B98-F470-0364-79D3D53A8652}"/>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2" name="Date Placeholder 1">
            <a:extLst>
              <a:ext uri="{FF2B5EF4-FFF2-40B4-BE49-F238E27FC236}">
                <a16:creationId xmlns:a16="http://schemas.microsoft.com/office/drawing/2014/main" id="{F47FE990-B651-C3E7-8034-84F4271BB4CF}"/>
              </a:ext>
            </a:extLst>
          </p:cNvPr>
          <p:cNvSpPr>
            <a:spLocks noGrp="1"/>
          </p:cNvSpPr>
          <p:nvPr>
            <p:ph type="dt" sz="half" idx="51"/>
          </p:nvPr>
        </p:nvSpPr>
        <p:spPr/>
        <p:txBody>
          <a:bodyPr/>
          <a:lstStyle>
            <a:lvl1pPr>
              <a:defRPr>
                <a:solidFill>
                  <a:srgbClr val="AEA8A2"/>
                </a:solidFill>
              </a:defRPr>
            </a:lvl1pPr>
          </a:lstStyle>
          <a:p>
            <a:r>
              <a:rPr lang="en-US"/>
              <a:t>[Date]</a:t>
            </a:r>
            <a:endParaRPr lang="en-US" dirty="0"/>
          </a:p>
        </p:txBody>
      </p:sp>
      <p:sp>
        <p:nvSpPr>
          <p:cNvPr id="4" name="Footer Placeholder 3">
            <a:extLst>
              <a:ext uri="{FF2B5EF4-FFF2-40B4-BE49-F238E27FC236}">
                <a16:creationId xmlns:a16="http://schemas.microsoft.com/office/drawing/2014/main" id="{CC0667AA-D964-7DEA-B216-0851D801CFAB}"/>
              </a:ext>
            </a:extLst>
          </p:cNvPr>
          <p:cNvSpPr>
            <a:spLocks noGrp="1"/>
          </p:cNvSpPr>
          <p:nvPr>
            <p:ph type="ftr" sz="quarter" idx="52"/>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Slide Number Placeholder 5">
            <a:extLst>
              <a:ext uri="{FF2B5EF4-FFF2-40B4-BE49-F238E27FC236}">
                <a16:creationId xmlns:a16="http://schemas.microsoft.com/office/drawing/2014/main" id="{EDF8007B-6F90-BFD8-9495-D7278DE9E432}"/>
              </a:ext>
            </a:extLst>
          </p:cNvPr>
          <p:cNvSpPr>
            <a:spLocks noGrp="1"/>
          </p:cNvSpPr>
          <p:nvPr>
            <p:ph type="sldNum" sz="quarter" idx="53"/>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74853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Dark - Blank">
    <p:bg>
      <p:bgRef idx="1001">
        <a:schemeClr val="bg2"/>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45251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5265143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ark - Split content with line">
    <p:bg>
      <p:bgRef idx="1001">
        <a:schemeClr val="bg2"/>
      </p:bgRef>
    </p:bg>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7">
            <a:extLst>
              <a:ext uri="{FF2B5EF4-FFF2-40B4-BE49-F238E27FC236}">
                <a16:creationId xmlns:a16="http://schemas.microsoft.com/office/drawing/2014/main" id="{E1B5D46F-65FA-89E8-E05A-6E937CA1C2EC}"/>
              </a:ext>
            </a:extLst>
          </p:cNvPr>
          <p:cNvSpPr>
            <a:spLocks noGrp="1" noRot="1" noMove="1" noResize="1" noEditPoints="1" noAdjustHandles="1" noChangeArrowheads="1" noChangeShapeType="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noRot="1" noMove="1" noResize="1" noEditPoints="1" noAdjustHandles="1" noChangeArrowheads="1" noChangeShapeType="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CA222E66-0FD4-1E10-21D6-748A24D406C5}"/>
              </a:ext>
            </a:extLst>
          </p:cNvPr>
          <p:cNvSpPr>
            <a:spLocks noGrp="1" noRot="1" noMove="1" noResize="1" noEditPoints="1" noAdjustHandles="1" noChangeArrowheads="1" noChangeShapeType="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p:nvCxnSpPr>
        <p:spPr>
          <a:xfrm>
            <a:off x="4076567" y="1600210"/>
            <a:ext cx="0" cy="3657580"/>
          </a:xfrm>
          <a:prstGeom prst="line">
            <a:avLst/>
          </a:prstGeom>
          <a:ln w="12700">
            <a:solidFill>
              <a:srgbClr val="8B85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107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ight - Split content with line">
    <p:bg>
      <p:bgRef idx="1001">
        <a:schemeClr val="bg2"/>
      </p:bgRef>
    </p:bg>
    <p:spTree>
      <p:nvGrpSpPr>
        <p:cNvPr id="1" name=""/>
        <p:cNvGrpSpPr/>
        <p:nvPr/>
      </p:nvGrpSpPr>
      <p:grpSpPr>
        <a:xfrm>
          <a:off x="0" y="0"/>
          <a:ext cx="0" cy="0"/>
          <a:chOff x="0" y="0"/>
          <a:chExt cx="0" cy="0"/>
        </a:xfrm>
      </p:grpSpPr>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p:nvCxnSpPr>
        <p:spPr>
          <a:xfrm>
            <a:off x="4076567" y="1600210"/>
            <a:ext cx="0" cy="3657580"/>
          </a:xfrm>
          <a:prstGeom prst="line">
            <a:avLst/>
          </a:prstGeom>
          <a:ln w="19050">
            <a:solidFill>
              <a:srgbClr val="8B8580"/>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7753296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41598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719084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dirty="0"/>
              <a:t>Copyright © 2026, Oracle and/or its affiliates |  Confidential: Internal/Restricted/Highly Restricted</a:t>
            </a:r>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hasCustomPrompt="1"/>
          </p:nvPr>
        </p:nvSpPr>
        <p:spPr>
          <a:xfrm>
            <a:off x="0" y="0"/>
            <a:ext cx="12192000" cy="6858000"/>
          </a:xfrm>
        </p:spPr>
        <p:txBody>
          <a:bodyPr anchor="ctr"/>
          <a:lstStyle>
            <a:lvl1pPr algn="ctr">
              <a:defRPr/>
            </a:lvl1pPr>
          </a:lstStyle>
          <a:p>
            <a:pPr marL="0" marR="0" lvl="0" indent="0" algn="ctr"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endParaRPr lang="en-US" dirty="0"/>
          </a:p>
          <a:p>
            <a:endParaRPr lang="en-US" dirty="0"/>
          </a:p>
        </p:txBody>
      </p:sp>
    </p:spTree>
    <p:extLst>
      <p:ext uri="{BB962C8B-B14F-4D97-AF65-F5344CB8AC3E}">
        <p14:creationId xmlns:p14="http://schemas.microsoft.com/office/powerpoint/2010/main" val="2242266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a:p>
            <a:pPr lvl="0" algn="ctr"/>
            <a:endParaRPr lang="en-US" dirty="0"/>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4399578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2524795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Dark - Bold Statement with Photo half">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10" name="Date Placeholder 9">
            <a:extLst>
              <a:ext uri="{FF2B5EF4-FFF2-40B4-BE49-F238E27FC236}">
                <a16:creationId xmlns:a16="http://schemas.microsoft.com/office/drawing/2014/main" id="{CFB698A3-54A9-FB17-B2D4-7F20F0A79C40}"/>
              </a:ext>
            </a:extLst>
          </p:cNvPr>
          <p:cNvSpPr>
            <a:spLocks noGrp="1"/>
          </p:cNvSpPr>
          <p:nvPr>
            <p:ph type="dt" sz="half" idx="12"/>
          </p:nvPr>
        </p:nvSpPr>
        <p:spPr/>
        <p:txBody>
          <a:bodyPr/>
          <a:lstStyle>
            <a:lvl1pPr>
              <a:defRPr>
                <a:solidFill>
                  <a:srgbClr val="AEA8A2"/>
                </a:solidFill>
              </a:defRPr>
            </a:lvl1pPr>
          </a:lstStyle>
          <a:p>
            <a:r>
              <a:rPr lang="en-US"/>
              <a:t>[Date]</a:t>
            </a:r>
            <a:endParaRPr lang="en-US" dirty="0"/>
          </a:p>
        </p:txBody>
      </p:sp>
      <p:sp>
        <p:nvSpPr>
          <p:cNvPr id="11" name="Footer Placeholder 10">
            <a:extLst>
              <a:ext uri="{FF2B5EF4-FFF2-40B4-BE49-F238E27FC236}">
                <a16:creationId xmlns:a16="http://schemas.microsoft.com/office/drawing/2014/main" id="{E8BE4CB4-E754-6D7A-B9E5-FD0C6A6204BF}"/>
              </a:ext>
            </a:extLst>
          </p:cNvPr>
          <p:cNvSpPr>
            <a:spLocks noGrp="1"/>
          </p:cNvSpPr>
          <p:nvPr>
            <p:ph type="ftr" sz="quarter" idx="13"/>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2" name="Slide Number Placeholder 11">
            <a:extLst>
              <a:ext uri="{FF2B5EF4-FFF2-40B4-BE49-F238E27FC236}">
                <a16:creationId xmlns:a16="http://schemas.microsoft.com/office/drawing/2014/main" id="{17986784-5975-D9F1-203A-0BD838E5E21F}"/>
              </a:ext>
            </a:extLst>
          </p:cNvPr>
          <p:cNvSpPr>
            <a:spLocks noGrp="1"/>
          </p:cNvSpPr>
          <p:nvPr>
            <p:ph type="sldNum" sz="quarter" idx="14"/>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223545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Light - Bold Statement with Photo half">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12938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ark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6" name="Slide Number Placeholder 5">
            <a:extLst>
              <a:ext uri="{FF2B5EF4-FFF2-40B4-BE49-F238E27FC236}">
                <a16:creationId xmlns:a16="http://schemas.microsoft.com/office/drawing/2014/main" id="{957B489F-6C53-0670-3CA3-C344A6796DB7}"/>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4" name="Footer Placeholder 4">
            <a:extLst>
              <a:ext uri="{FF2B5EF4-FFF2-40B4-BE49-F238E27FC236}">
                <a16:creationId xmlns:a16="http://schemas.microsoft.com/office/drawing/2014/main" id="{73C65335-0F11-C316-1B11-B923DAF34CA7}"/>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5" name="Date Placeholder 3">
            <a:extLst>
              <a:ext uri="{FF2B5EF4-FFF2-40B4-BE49-F238E27FC236}">
                <a16:creationId xmlns:a16="http://schemas.microsoft.com/office/drawing/2014/main" id="{249F2E88-1C3B-E905-DE13-29B4AD6670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5" name="Picture 4">
            <a:extLst>
              <a:ext uri="{FF2B5EF4-FFF2-40B4-BE49-F238E27FC236}">
                <a16:creationId xmlns:a16="http://schemas.microsoft.com/office/drawing/2014/main" id="{10527129-53F9-ED4F-2DBB-9365E8BF2A8E}"/>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7" name="Picture Placeholder 21">
            <a:extLst>
              <a:ext uri="{FF2B5EF4-FFF2-40B4-BE49-F238E27FC236}">
                <a16:creationId xmlns:a16="http://schemas.microsoft.com/office/drawing/2014/main" id="{4A787595-7363-9A8E-E513-2117DE88759B}"/>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Tree>
    <p:extLst>
      <p:ext uri="{BB962C8B-B14F-4D97-AF65-F5344CB8AC3E}">
        <p14:creationId xmlns:p14="http://schemas.microsoft.com/office/powerpoint/2010/main" val="15727414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Light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pic>
        <p:nvPicPr>
          <p:cNvPr id="11" name="Picture 10">
            <a:extLst>
              <a:ext uri="{FF2B5EF4-FFF2-40B4-BE49-F238E27FC236}">
                <a16:creationId xmlns:a16="http://schemas.microsoft.com/office/drawing/2014/main" id="{4B4EE190-AAB7-148D-83A3-3508D5F54ED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13" name="Picture Placeholder 21">
            <a:extLst>
              <a:ext uri="{FF2B5EF4-FFF2-40B4-BE49-F238E27FC236}">
                <a16:creationId xmlns:a16="http://schemas.microsoft.com/office/drawing/2014/main" id="{A6B73051-9D1F-22B3-EB86-F2801CD8E323}"/>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459033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Light - Story with quote, and image">
    <p:bg>
      <p:bgRef idx="1001">
        <a:schemeClr val="bg2"/>
      </p:bgRef>
    </p:bg>
    <p:spTree>
      <p:nvGrpSpPr>
        <p:cNvPr id="1" name=""/>
        <p:cNvGrpSpPr/>
        <p:nvPr/>
      </p:nvGrpSpPr>
      <p:grpSpPr>
        <a:xfrm>
          <a:off x="0" y="0"/>
          <a:ext cx="0" cy="0"/>
          <a:chOff x="0" y="0"/>
          <a:chExt cx="0" cy="0"/>
        </a:xfrm>
      </p:grpSpPr>
      <p:sp>
        <p:nvSpPr>
          <p:cNvPr id="43" name="Title 1">
            <a:extLst>
              <a:ext uri="{FF2B5EF4-FFF2-40B4-BE49-F238E27FC236}">
                <a16:creationId xmlns:a16="http://schemas.microsoft.com/office/drawing/2014/main" id="{74151B34-23FE-44F5-A716-0730CC7BA85D}"/>
              </a:ext>
            </a:extLst>
          </p:cNvPr>
          <p:cNvSpPr>
            <a:spLocks noGrp="1"/>
          </p:cNvSpPr>
          <p:nvPr>
            <p:ph type="title" hasCustomPrompt="1"/>
          </p:nvPr>
        </p:nvSpPr>
        <p:spPr>
          <a:xfrm>
            <a:off x="762000" y="1274060"/>
            <a:ext cx="4744029" cy="822960"/>
          </a:xfrm>
        </p:spPr>
        <p:txBody>
          <a:bodyPr/>
          <a:lstStyle>
            <a:lvl1pPr>
              <a:defRPr>
                <a:solidFill>
                  <a:schemeClr val="tx1"/>
                </a:solidFill>
                <a:latin typeface="+mn-lt"/>
              </a:defRPr>
            </a:lvl1pPr>
          </a:lstStyle>
          <a:p>
            <a:r>
              <a:rPr lang="en-US" dirty="0"/>
              <a:t>Click to edit title text styles</a:t>
            </a:r>
          </a:p>
        </p:txBody>
      </p:sp>
      <p:sp>
        <p:nvSpPr>
          <p:cNvPr id="2" name="Rectangle 1">
            <a:extLst>
              <a:ext uri="{FF2B5EF4-FFF2-40B4-BE49-F238E27FC236}">
                <a16:creationId xmlns:a16="http://schemas.microsoft.com/office/drawing/2014/main" id="{848688E9-F02D-F34B-A466-BC7C5A6028DB}"/>
              </a:ext>
              <a:ext uri="{C183D7F6-B498-43B3-948B-1728B52AA6E4}">
                <adec:decorative xmlns:adec="http://schemas.microsoft.com/office/drawing/2017/decorative" val="1"/>
              </a:ext>
            </a:extLst>
          </p:cNvPr>
          <p:cNvSpPr/>
          <p:nvPr/>
        </p:nvSpPr>
        <p:spPr>
          <a:xfrm>
            <a:off x="6096000" y="3429000"/>
            <a:ext cx="6096000" cy="3429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ntent Placeholder 7">
            <a:extLst>
              <a:ext uri="{FF2B5EF4-FFF2-40B4-BE49-F238E27FC236}">
                <a16:creationId xmlns:a16="http://schemas.microsoft.com/office/drawing/2014/main" id="{167FC9A2-EA1C-47AA-8CD1-519F2B2BA1D5}"/>
              </a:ext>
            </a:extLst>
          </p:cNvPr>
          <p:cNvSpPr>
            <a:spLocks noGrp="1"/>
          </p:cNvSpPr>
          <p:nvPr>
            <p:ph sz="quarter" idx="28" hasCustomPrompt="1"/>
          </p:nvPr>
        </p:nvSpPr>
        <p:spPr>
          <a:xfrm>
            <a:off x="761999" y="178676"/>
            <a:ext cx="2504420" cy="819258"/>
          </a:xfrm>
        </p:spPr>
        <p:txBody>
          <a:bodyPr/>
          <a:lstStyle>
            <a:lvl1pPr>
              <a:defRPr sz="800">
                <a:latin typeface="Oracle Sans Light" panose="020B0403020204020204" pitchFamily="34" charset="0"/>
                <a:cs typeface="Oracle Sans Light" panose="020B0403020204020204" pitchFamily="34" charset="0"/>
              </a:defRPr>
            </a:lvl1pPr>
          </a:lstStyle>
          <a:p>
            <a:pPr lvl="0"/>
            <a:r>
              <a:rPr lang="en-US" dirty="0"/>
              <a:t>Click to insert partner logo</a:t>
            </a:r>
          </a:p>
        </p:txBody>
      </p:sp>
      <p:sp>
        <p:nvSpPr>
          <p:cNvPr id="23" name="Text Placeholder 3">
            <a:extLst>
              <a:ext uri="{FF2B5EF4-FFF2-40B4-BE49-F238E27FC236}">
                <a16:creationId xmlns:a16="http://schemas.microsoft.com/office/drawing/2014/main" id="{B544B384-379B-D246-825E-82D80E47CA83}"/>
              </a:ext>
            </a:extLst>
          </p:cNvPr>
          <p:cNvSpPr>
            <a:spLocks noGrp="1"/>
          </p:cNvSpPr>
          <p:nvPr>
            <p:ph type="body" sz="quarter" idx="20" hasCustomPrompt="1"/>
          </p:nvPr>
        </p:nvSpPr>
        <p:spPr>
          <a:xfrm>
            <a:off x="6781820" y="3870511"/>
            <a:ext cx="4838705" cy="1358116"/>
          </a:xfrm>
        </p:spPr>
        <p:txBody>
          <a:bodyPr/>
          <a:lstStyle>
            <a:lvl1pPr>
              <a:defRPr sz="1800">
                <a:solidFill>
                  <a:schemeClr val="tx1"/>
                </a:solidFill>
                <a:latin typeface="Georgia" panose="02040502050405020303" pitchFamily="18" charset="0"/>
              </a:defRPr>
            </a:lvl1pPr>
          </a:lstStyle>
          <a:p>
            <a:pPr lvl="0"/>
            <a:r>
              <a:rPr lang="en-GB" dirty="0"/>
              <a:t>“Quote goes up here.</a:t>
            </a:r>
            <a:r>
              <a:rPr lang="en-IN" dirty="0"/>
              <a:t> 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 exercitation </a:t>
            </a:r>
            <a:r>
              <a:rPr lang="en-IN" dirty="0" err="1"/>
              <a:t>ullamco</a:t>
            </a:r>
            <a:r>
              <a:rPr lang="en-IN" dirty="0"/>
              <a:t>.”</a:t>
            </a:r>
            <a:endParaRPr lang="en-US" dirty="0"/>
          </a:p>
        </p:txBody>
      </p:sp>
      <p:sp>
        <p:nvSpPr>
          <p:cNvPr id="18" name="Text Placeholder 3">
            <a:extLst>
              <a:ext uri="{FF2B5EF4-FFF2-40B4-BE49-F238E27FC236}">
                <a16:creationId xmlns:a16="http://schemas.microsoft.com/office/drawing/2014/main" id="{124E7EE1-1F21-A94B-BD4C-80D5579EA0D8}"/>
              </a:ext>
            </a:extLst>
          </p:cNvPr>
          <p:cNvSpPr>
            <a:spLocks noGrp="1"/>
          </p:cNvSpPr>
          <p:nvPr>
            <p:ph type="body" sz="quarter" idx="21" hasCustomPrompt="1"/>
          </p:nvPr>
        </p:nvSpPr>
        <p:spPr>
          <a:xfrm>
            <a:off x="6781820" y="5608955"/>
            <a:ext cx="4838705" cy="269769"/>
          </a:xfrm>
        </p:spPr>
        <p:txBody>
          <a:bodyPr anchor="ctr"/>
          <a:lstStyle>
            <a:lvl1pPr>
              <a:defRPr sz="1200" b="1" i="0">
                <a:solidFill>
                  <a:schemeClr val="tx1"/>
                </a:solidFill>
                <a:latin typeface="Oracle Sans" panose="020B0503020204020204" pitchFamily="34" charset="0"/>
                <a:cs typeface="Oracle Sans" panose="020B0503020204020204" pitchFamily="34" charset="0"/>
              </a:defRPr>
            </a:lvl1pPr>
          </a:lstStyle>
          <a:p>
            <a:pPr lvl="0"/>
            <a:r>
              <a:rPr lang="en-US" dirty="0"/>
              <a:t>Person name</a:t>
            </a:r>
          </a:p>
        </p:txBody>
      </p:sp>
      <p:sp>
        <p:nvSpPr>
          <p:cNvPr id="19" name="Text Placeholder 3">
            <a:extLst>
              <a:ext uri="{FF2B5EF4-FFF2-40B4-BE49-F238E27FC236}">
                <a16:creationId xmlns:a16="http://schemas.microsoft.com/office/drawing/2014/main" id="{EECEA0F4-62BE-D045-9B17-E8A1B43697E5}"/>
              </a:ext>
            </a:extLst>
          </p:cNvPr>
          <p:cNvSpPr>
            <a:spLocks noGrp="1"/>
          </p:cNvSpPr>
          <p:nvPr>
            <p:ph type="body" sz="quarter" idx="22" hasCustomPrompt="1"/>
          </p:nvPr>
        </p:nvSpPr>
        <p:spPr>
          <a:xfrm>
            <a:off x="6781819" y="5938133"/>
            <a:ext cx="4838705" cy="269769"/>
          </a:xfrm>
        </p:spPr>
        <p:txBody>
          <a:bodyPr anchor="ctr"/>
          <a:lstStyle>
            <a:lvl1pPr>
              <a:defRPr sz="1200" b="0" i="0">
                <a:solidFill>
                  <a:schemeClr val="tx1"/>
                </a:solidFill>
                <a:latin typeface="Oracle Sans" panose="020B0503020204020204" pitchFamily="34" charset="0"/>
                <a:cs typeface="Oracle Sans" panose="020B0503020204020204" pitchFamily="34" charset="0"/>
              </a:defRPr>
            </a:lvl1pPr>
          </a:lstStyle>
          <a:p>
            <a:pPr lvl="0"/>
            <a:r>
              <a:rPr lang="en-US" dirty="0"/>
              <a:t>Company name</a:t>
            </a:r>
          </a:p>
        </p:txBody>
      </p:sp>
      <p:sp>
        <p:nvSpPr>
          <p:cNvPr id="33" name="Slide Number Placeholder 7">
            <a:extLst>
              <a:ext uri="{FF2B5EF4-FFF2-40B4-BE49-F238E27FC236}">
                <a16:creationId xmlns:a16="http://schemas.microsoft.com/office/drawing/2014/main" id="{4C0ED2E8-6351-ED49-B6CF-FA1F67B26896}"/>
              </a:ext>
            </a:extLst>
          </p:cNvPr>
          <p:cNvSpPr>
            <a:spLocks noGrp="1"/>
          </p:cNvSpPr>
          <p:nvPr>
            <p:ph type="sldNum" sz="quarter" idx="39"/>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31" name="Footer Placeholder 4">
            <a:extLst>
              <a:ext uri="{FF2B5EF4-FFF2-40B4-BE49-F238E27FC236}">
                <a16:creationId xmlns:a16="http://schemas.microsoft.com/office/drawing/2014/main" id="{970AF836-EBD7-FC48-8131-6B5102906FFD}"/>
              </a:ext>
            </a:extLst>
          </p:cNvPr>
          <p:cNvSpPr>
            <a:spLocks noGrp="1"/>
          </p:cNvSpPr>
          <p:nvPr>
            <p:ph type="ftr" sz="quarter" idx="11"/>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0" name="Date Placeholder 2">
            <a:extLst>
              <a:ext uri="{FF2B5EF4-FFF2-40B4-BE49-F238E27FC236}">
                <a16:creationId xmlns:a16="http://schemas.microsoft.com/office/drawing/2014/main" id="{67BD4534-5E82-594D-B1AB-A133054CA183}"/>
              </a:ext>
            </a:extLst>
          </p:cNvPr>
          <p:cNvSpPr>
            <a:spLocks noGrp="1"/>
          </p:cNvSpPr>
          <p:nvPr>
            <p:ph type="dt" sz="half" idx="10"/>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20" name="Text Placeholder 21">
            <a:extLst>
              <a:ext uri="{FF2B5EF4-FFF2-40B4-BE49-F238E27FC236}">
                <a16:creationId xmlns:a16="http://schemas.microsoft.com/office/drawing/2014/main" id="{4C14E915-6287-F5A1-E319-1E5C8629A05F}"/>
              </a:ext>
            </a:extLst>
          </p:cNvPr>
          <p:cNvSpPr>
            <a:spLocks noGrp="1"/>
          </p:cNvSpPr>
          <p:nvPr>
            <p:ph type="body" sz="quarter" idx="32" hasCustomPrompt="1"/>
          </p:nvPr>
        </p:nvSpPr>
        <p:spPr>
          <a:xfrm>
            <a:off x="770368" y="2436573"/>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Business challenges</a:t>
            </a:r>
            <a:endParaRPr lang="en-US" dirty="0"/>
          </a:p>
        </p:txBody>
      </p:sp>
      <p:sp>
        <p:nvSpPr>
          <p:cNvPr id="21" name="Text Placeholder 19">
            <a:extLst>
              <a:ext uri="{FF2B5EF4-FFF2-40B4-BE49-F238E27FC236}">
                <a16:creationId xmlns:a16="http://schemas.microsoft.com/office/drawing/2014/main" id="{F78AAD0E-863E-A8EC-378E-CA7D3BEDF692}"/>
              </a:ext>
            </a:extLst>
          </p:cNvPr>
          <p:cNvSpPr>
            <a:spLocks noGrp="1"/>
          </p:cNvSpPr>
          <p:nvPr>
            <p:ph type="body" sz="quarter" idx="44"/>
          </p:nvPr>
        </p:nvSpPr>
        <p:spPr>
          <a:xfrm>
            <a:off x="768875" y="2780015"/>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C0BA352F-F67A-5E33-FBD8-084FF44A0F3F}"/>
              </a:ext>
            </a:extLst>
          </p:cNvPr>
          <p:cNvSpPr>
            <a:spLocks noGrp="1"/>
          </p:cNvSpPr>
          <p:nvPr>
            <p:ph type="body" sz="quarter" idx="38" hasCustomPrompt="1"/>
          </p:nvPr>
        </p:nvSpPr>
        <p:spPr>
          <a:xfrm>
            <a:off x="770368" y="3533895"/>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Why Oracle</a:t>
            </a:r>
            <a:endParaRPr lang="en-US" dirty="0"/>
          </a:p>
        </p:txBody>
      </p:sp>
      <p:sp>
        <p:nvSpPr>
          <p:cNvPr id="25" name="Text Placeholder 19">
            <a:extLst>
              <a:ext uri="{FF2B5EF4-FFF2-40B4-BE49-F238E27FC236}">
                <a16:creationId xmlns:a16="http://schemas.microsoft.com/office/drawing/2014/main" id="{97385F7D-6D1D-86CA-110E-A65805CE4790}"/>
              </a:ext>
            </a:extLst>
          </p:cNvPr>
          <p:cNvSpPr>
            <a:spLocks noGrp="1"/>
          </p:cNvSpPr>
          <p:nvPr>
            <p:ph type="body" sz="quarter" idx="45"/>
          </p:nvPr>
        </p:nvSpPr>
        <p:spPr>
          <a:xfrm>
            <a:off x="768875" y="3878228"/>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6" name="Text Placeholder 21">
            <a:extLst>
              <a:ext uri="{FF2B5EF4-FFF2-40B4-BE49-F238E27FC236}">
                <a16:creationId xmlns:a16="http://schemas.microsoft.com/office/drawing/2014/main" id="{FCE282E2-5D44-8D75-1898-6AEA0F8C1C09}"/>
              </a:ext>
            </a:extLst>
          </p:cNvPr>
          <p:cNvSpPr>
            <a:spLocks noGrp="1"/>
          </p:cNvSpPr>
          <p:nvPr>
            <p:ph type="body" sz="quarter" idx="46" hasCustomPrompt="1"/>
          </p:nvPr>
        </p:nvSpPr>
        <p:spPr>
          <a:xfrm>
            <a:off x="770367" y="463591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Result</a:t>
            </a:r>
            <a:endParaRPr lang="en-US" dirty="0"/>
          </a:p>
        </p:txBody>
      </p:sp>
      <p:sp>
        <p:nvSpPr>
          <p:cNvPr id="32" name="Text Placeholder 19">
            <a:extLst>
              <a:ext uri="{FF2B5EF4-FFF2-40B4-BE49-F238E27FC236}">
                <a16:creationId xmlns:a16="http://schemas.microsoft.com/office/drawing/2014/main" id="{78684B9E-4AF4-B988-B9FA-63EF07B490FD}"/>
              </a:ext>
            </a:extLst>
          </p:cNvPr>
          <p:cNvSpPr>
            <a:spLocks noGrp="1"/>
          </p:cNvSpPr>
          <p:nvPr>
            <p:ph type="body" sz="quarter" idx="47" hasCustomPrompt="1"/>
          </p:nvPr>
        </p:nvSpPr>
        <p:spPr>
          <a:xfrm>
            <a:off x="768875" y="5010631"/>
            <a:ext cx="2258104" cy="304127"/>
          </a:xfrm>
        </p:spPr>
        <p:txBody>
          <a:bodyPr anchor="b"/>
          <a:lstStyle>
            <a:lvl1pPr>
              <a:lnSpc>
                <a:spcPct val="100000"/>
              </a:lnSpc>
              <a:defRPr sz="1200" b="1"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dirty="0"/>
              <a:t>Result 1</a:t>
            </a:r>
          </a:p>
        </p:txBody>
      </p:sp>
      <p:sp>
        <p:nvSpPr>
          <p:cNvPr id="36" name="Text Placeholder 19">
            <a:extLst>
              <a:ext uri="{FF2B5EF4-FFF2-40B4-BE49-F238E27FC236}">
                <a16:creationId xmlns:a16="http://schemas.microsoft.com/office/drawing/2014/main" id="{8E8CD5E9-9DB1-7D4C-37D6-37209F082819}"/>
              </a:ext>
            </a:extLst>
          </p:cNvPr>
          <p:cNvSpPr>
            <a:spLocks noGrp="1"/>
          </p:cNvSpPr>
          <p:nvPr>
            <p:ph type="body" sz="quarter" idx="50"/>
          </p:nvPr>
        </p:nvSpPr>
        <p:spPr>
          <a:xfrm>
            <a:off x="768875" y="5354986"/>
            <a:ext cx="2258104" cy="618248"/>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41" name="Text Placeholder 19">
            <a:extLst>
              <a:ext uri="{FF2B5EF4-FFF2-40B4-BE49-F238E27FC236}">
                <a16:creationId xmlns:a16="http://schemas.microsoft.com/office/drawing/2014/main" id="{EBB6E9E6-28D8-BBCA-0BB7-15E4DEB80D17}"/>
              </a:ext>
            </a:extLst>
          </p:cNvPr>
          <p:cNvSpPr>
            <a:spLocks noGrp="1"/>
          </p:cNvSpPr>
          <p:nvPr>
            <p:ph type="body" sz="quarter" idx="51" hasCustomPrompt="1"/>
          </p:nvPr>
        </p:nvSpPr>
        <p:spPr>
          <a:xfrm>
            <a:off x="3274795" y="5015715"/>
            <a:ext cx="2258104" cy="304127"/>
          </a:xfrm>
        </p:spPr>
        <p:txBody>
          <a:bodyPr anchor="b"/>
          <a:lstStyle>
            <a:lvl1pPr>
              <a:lnSpc>
                <a:spcPct val="100000"/>
              </a:lnSpc>
              <a:defRPr sz="1200" b="1"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dirty="0"/>
              <a:t>Result 2</a:t>
            </a:r>
          </a:p>
        </p:txBody>
      </p:sp>
      <p:sp>
        <p:nvSpPr>
          <p:cNvPr id="42" name="Text Placeholder 19">
            <a:extLst>
              <a:ext uri="{FF2B5EF4-FFF2-40B4-BE49-F238E27FC236}">
                <a16:creationId xmlns:a16="http://schemas.microsoft.com/office/drawing/2014/main" id="{4DD9F86A-700A-8EBA-A4A6-BC6B400BACE3}"/>
              </a:ext>
            </a:extLst>
          </p:cNvPr>
          <p:cNvSpPr>
            <a:spLocks noGrp="1"/>
          </p:cNvSpPr>
          <p:nvPr>
            <p:ph type="body" sz="quarter" idx="52"/>
          </p:nvPr>
        </p:nvSpPr>
        <p:spPr>
          <a:xfrm>
            <a:off x="3274795" y="5342942"/>
            <a:ext cx="2258104" cy="618248"/>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3" name="Picture Placeholder 17">
            <a:extLst>
              <a:ext uri="{FF2B5EF4-FFF2-40B4-BE49-F238E27FC236}">
                <a16:creationId xmlns:a16="http://schemas.microsoft.com/office/drawing/2014/main" id="{EE7EF218-A785-F9A6-5ED4-ABEAAE6312D3}"/>
              </a:ext>
            </a:extLst>
          </p:cNvPr>
          <p:cNvSpPr>
            <a:spLocks noGrp="1"/>
          </p:cNvSpPr>
          <p:nvPr>
            <p:ph type="pic" sz="quarter" idx="53" hasCustomPrompt="1"/>
          </p:nvPr>
        </p:nvSpPr>
        <p:spPr>
          <a:xfrm>
            <a:off x="6096000" y="0"/>
            <a:ext cx="6096000" cy="3428682"/>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pic>
        <p:nvPicPr>
          <p:cNvPr id="4" name="OTag" descr="A small square in Oracle Red with the Oracle logo in the center in white">
            <a:extLst>
              <a:ext uri="{FF2B5EF4-FFF2-40B4-BE49-F238E27FC236}">
                <a16:creationId xmlns:a16="http://schemas.microsoft.com/office/drawing/2014/main" id="{6C6EBC68-CC41-9713-4563-984719C1DF39}"/>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pic>
        <p:nvPicPr>
          <p:cNvPr id="5" name="Graphic 4">
            <a:extLst>
              <a:ext uri="{FF2B5EF4-FFF2-40B4-BE49-F238E27FC236}">
                <a16:creationId xmlns:a16="http://schemas.microsoft.com/office/drawing/2014/main" id="{F8EB83BD-C547-8BEF-5ED8-13EA0AE8B429}"/>
              </a:ext>
            </a:extLst>
          </p:cNvPr>
          <p:cNvPicPr>
            <a:picLocks noChangeAspect="1"/>
          </p:cNvPicPr>
          <p:nvPr/>
        </p:nvPicPr>
        <p:blipFill>
          <a:blip>
            <a:extLst>
              <a:ext uri="{96DAC541-7B7A-43D3-8B79-37D633B846F1}">
                <asvg:svgBlip xmlns:asvg="http://schemas.microsoft.com/office/drawing/2016/SVG/main" r:embed="rId3"/>
              </a:ext>
            </a:extLst>
          </a:blip>
          <a:srcRect l="-9503" t="21585" b="15557"/>
          <a:stretch/>
        </p:blipFill>
        <p:spPr>
          <a:xfrm>
            <a:off x="8834980" y="3428681"/>
            <a:ext cx="3357020" cy="1284671"/>
          </a:xfrm>
          <a:prstGeom prst="rect">
            <a:avLst/>
          </a:prstGeom>
        </p:spPr>
      </p:pic>
      <p:sp>
        <p:nvSpPr>
          <p:cNvPr id="6" name="Text Placeholder 21">
            <a:extLst>
              <a:ext uri="{FF2B5EF4-FFF2-40B4-BE49-F238E27FC236}">
                <a16:creationId xmlns:a16="http://schemas.microsoft.com/office/drawing/2014/main" id="{57B65472-0A7B-E1E2-E938-97D6EFD8291F}"/>
              </a:ext>
            </a:extLst>
          </p:cNvPr>
          <p:cNvSpPr>
            <a:spLocks noGrp="1"/>
          </p:cNvSpPr>
          <p:nvPr>
            <p:ph type="body" sz="quarter" idx="54" hasCustomPrompt="1"/>
          </p:nvPr>
        </p:nvSpPr>
        <p:spPr>
          <a:xfrm>
            <a:off x="768875" y="6104842"/>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200" b="1" i="0">
                <a:solidFill>
                  <a:schemeClr val="tx1"/>
                </a:solidFill>
                <a:latin typeface="Oracle Sans Tab" panose="020B0503020204020204" pitchFamily="34" charset="0"/>
                <a:cs typeface="Oracle Sans Tab" panose="020B0503020204020204" pitchFamily="34" charset="0"/>
              </a:defRPr>
            </a:lvl1pPr>
          </a:lstStyle>
          <a:p>
            <a:pPr lvl="0"/>
            <a:r>
              <a:rPr lang="en-IN" dirty="0"/>
              <a:t>Call to action</a:t>
            </a:r>
            <a:endParaRPr lang="en-US" dirty="0"/>
          </a:p>
        </p:txBody>
      </p:sp>
    </p:spTree>
    <p:extLst>
      <p:ext uri="{BB962C8B-B14F-4D97-AF65-F5344CB8AC3E}">
        <p14:creationId xmlns:p14="http://schemas.microsoft.com/office/powerpoint/2010/main" val="14032278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Light - Story with photo and stats">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8688E9-F02D-F34B-A466-BC7C5A6028DB}"/>
              </a:ext>
              <a:ext uri="{C183D7F6-B498-43B3-948B-1728B52AA6E4}">
                <adec:decorative xmlns:adec="http://schemas.microsoft.com/office/drawing/2017/decorative" val="1"/>
              </a:ext>
            </a:extLst>
          </p:cNvPr>
          <p:cNvSpPr/>
          <p:nvPr/>
        </p:nvSpPr>
        <p:spPr>
          <a:xfrm>
            <a:off x="6096000" y="3429000"/>
            <a:ext cx="6096000" cy="3429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ntent Placeholder 7">
            <a:extLst>
              <a:ext uri="{FF2B5EF4-FFF2-40B4-BE49-F238E27FC236}">
                <a16:creationId xmlns:a16="http://schemas.microsoft.com/office/drawing/2014/main" id="{167FC9A2-EA1C-47AA-8CD1-519F2B2BA1D5}"/>
              </a:ext>
            </a:extLst>
          </p:cNvPr>
          <p:cNvSpPr>
            <a:spLocks noGrp="1"/>
          </p:cNvSpPr>
          <p:nvPr>
            <p:ph sz="quarter" idx="28" hasCustomPrompt="1"/>
          </p:nvPr>
        </p:nvSpPr>
        <p:spPr>
          <a:xfrm>
            <a:off x="761999" y="178676"/>
            <a:ext cx="2504420" cy="819258"/>
          </a:xfrm>
        </p:spPr>
        <p:txBody>
          <a:bodyPr/>
          <a:lstStyle>
            <a:lvl1pPr>
              <a:defRPr sz="800">
                <a:latin typeface="Oracle Sans Light" panose="020B0403020204020204" pitchFamily="34" charset="0"/>
                <a:cs typeface="Oracle Sans Light" panose="020B0403020204020204" pitchFamily="34" charset="0"/>
              </a:defRPr>
            </a:lvl1pPr>
          </a:lstStyle>
          <a:p>
            <a:pPr lvl="0"/>
            <a:r>
              <a:rPr lang="en-US" dirty="0"/>
              <a:t>Click to insert partner logo</a:t>
            </a:r>
          </a:p>
        </p:txBody>
      </p:sp>
      <p:sp>
        <p:nvSpPr>
          <p:cNvPr id="43" name="Title 1">
            <a:extLst>
              <a:ext uri="{FF2B5EF4-FFF2-40B4-BE49-F238E27FC236}">
                <a16:creationId xmlns:a16="http://schemas.microsoft.com/office/drawing/2014/main" id="{74151B34-23FE-44F5-A716-0730CC7BA85D}"/>
              </a:ext>
            </a:extLst>
          </p:cNvPr>
          <p:cNvSpPr>
            <a:spLocks noGrp="1"/>
          </p:cNvSpPr>
          <p:nvPr>
            <p:ph type="title" hasCustomPrompt="1"/>
          </p:nvPr>
        </p:nvSpPr>
        <p:spPr>
          <a:xfrm>
            <a:off x="762000" y="1274060"/>
            <a:ext cx="4744029" cy="822960"/>
          </a:xfrm>
        </p:spPr>
        <p:txBody>
          <a:bodyPr/>
          <a:lstStyle>
            <a:lvl1pPr>
              <a:defRPr>
                <a:solidFill>
                  <a:schemeClr val="tx1"/>
                </a:solidFill>
                <a:latin typeface="+mn-lt"/>
              </a:defRPr>
            </a:lvl1pPr>
          </a:lstStyle>
          <a:p>
            <a:r>
              <a:rPr lang="en-US" dirty="0"/>
              <a:t>Click to edit title text styles</a:t>
            </a:r>
          </a:p>
        </p:txBody>
      </p:sp>
      <p:sp>
        <p:nvSpPr>
          <p:cNvPr id="33" name="Slide Number Placeholder 7">
            <a:extLst>
              <a:ext uri="{FF2B5EF4-FFF2-40B4-BE49-F238E27FC236}">
                <a16:creationId xmlns:a16="http://schemas.microsoft.com/office/drawing/2014/main" id="{4C0ED2E8-6351-ED49-B6CF-FA1F67B26896}"/>
              </a:ext>
            </a:extLst>
          </p:cNvPr>
          <p:cNvSpPr>
            <a:spLocks noGrp="1"/>
          </p:cNvSpPr>
          <p:nvPr>
            <p:ph type="sldNum" sz="quarter" idx="39"/>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31" name="Footer Placeholder 4">
            <a:extLst>
              <a:ext uri="{FF2B5EF4-FFF2-40B4-BE49-F238E27FC236}">
                <a16:creationId xmlns:a16="http://schemas.microsoft.com/office/drawing/2014/main" id="{970AF836-EBD7-FC48-8131-6B5102906FFD}"/>
              </a:ext>
            </a:extLst>
          </p:cNvPr>
          <p:cNvSpPr>
            <a:spLocks noGrp="1"/>
          </p:cNvSpPr>
          <p:nvPr>
            <p:ph type="ftr" sz="quarter" idx="11"/>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0" name="Date Placeholder 2">
            <a:extLst>
              <a:ext uri="{FF2B5EF4-FFF2-40B4-BE49-F238E27FC236}">
                <a16:creationId xmlns:a16="http://schemas.microsoft.com/office/drawing/2014/main" id="{67BD4534-5E82-594D-B1AB-A133054CA183}"/>
              </a:ext>
            </a:extLst>
          </p:cNvPr>
          <p:cNvSpPr>
            <a:spLocks noGrp="1"/>
          </p:cNvSpPr>
          <p:nvPr>
            <p:ph type="dt" sz="half" idx="10"/>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20" name="Text Placeholder 21">
            <a:extLst>
              <a:ext uri="{FF2B5EF4-FFF2-40B4-BE49-F238E27FC236}">
                <a16:creationId xmlns:a16="http://schemas.microsoft.com/office/drawing/2014/main" id="{4C14E915-6287-F5A1-E319-1E5C8629A05F}"/>
              </a:ext>
            </a:extLst>
          </p:cNvPr>
          <p:cNvSpPr>
            <a:spLocks noGrp="1"/>
          </p:cNvSpPr>
          <p:nvPr>
            <p:ph type="body" sz="quarter" idx="32" hasCustomPrompt="1"/>
          </p:nvPr>
        </p:nvSpPr>
        <p:spPr>
          <a:xfrm>
            <a:off x="770368" y="2436573"/>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Business challenges</a:t>
            </a:r>
            <a:endParaRPr lang="en-US" dirty="0"/>
          </a:p>
        </p:txBody>
      </p:sp>
      <p:sp>
        <p:nvSpPr>
          <p:cNvPr id="21" name="Text Placeholder 19">
            <a:extLst>
              <a:ext uri="{FF2B5EF4-FFF2-40B4-BE49-F238E27FC236}">
                <a16:creationId xmlns:a16="http://schemas.microsoft.com/office/drawing/2014/main" id="{F78AAD0E-863E-A8EC-378E-CA7D3BEDF692}"/>
              </a:ext>
            </a:extLst>
          </p:cNvPr>
          <p:cNvSpPr>
            <a:spLocks noGrp="1"/>
          </p:cNvSpPr>
          <p:nvPr>
            <p:ph type="body" sz="quarter" idx="44"/>
          </p:nvPr>
        </p:nvSpPr>
        <p:spPr>
          <a:xfrm>
            <a:off x="768875" y="2780015"/>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C0BA352F-F67A-5E33-FBD8-084FF44A0F3F}"/>
              </a:ext>
            </a:extLst>
          </p:cNvPr>
          <p:cNvSpPr>
            <a:spLocks noGrp="1"/>
          </p:cNvSpPr>
          <p:nvPr>
            <p:ph type="body" sz="quarter" idx="38" hasCustomPrompt="1"/>
          </p:nvPr>
        </p:nvSpPr>
        <p:spPr>
          <a:xfrm>
            <a:off x="770368" y="3703827"/>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Why Oracle</a:t>
            </a:r>
            <a:endParaRPr lang="en-US" dirty="0"/>
          </a:p>
        </p:txBody>
      </p:sp>
      <p:sp>
        <p:nvSpPr>
          <p:cNvPr id="25" name="Text Placeholder 19">
            <a:extLst>
              <a:ext uri="{FF2B5EF4-FFF2-40B4-BE49-F238E27FC236}">
                <a16:creationId xmlns:a16="http://schemas.microsoft.com/office/drawing/2014/main" id="{97385F7D-6D1D-86CA-110E-A65805CE4790}"/>
              </a:ext>
            </a:extLst>
          </p:cNvPr>
          <p:cNvSpPr>
            <a:spLocks noGrp="1"/>
          </p:cNvSpPr>
          <p:nvPr>
            <p:ph type="body" sz="quarter" idx="45"/>
          </p:nvPr>
        </p:nvSpPr>
        <p:spPr>
          <a:xfrm>
            <a:off x="768875" y="4048160"/>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6" name="Text Placeholder 21">
            <a:extLst>
              <a:ext uri="{FF2B5EF4-FFF2-40B4-BE49-F238E27FC236}">
                <a16:creationId xmlns:a16="http://schemas.microsoft.com/office/drawing/2014/main" id="{FCE282E2-5D44-8D75-1898-6AEA0F8C1C09}"/>
              </a:ext>
            </a:extLst>
          </p:cNvPr>
          <p:cNvSpPr>
            <a:spLocks noGrp="1"/>
          </p:cNvSpPr>
          <p:nvPr>
            <p:ph type="body" sz="quarter" idx="46" hasCustomPrompt="1"/>
          </p:nvPr>
        </p:nvSpPr>
        <p:spPr>
          <a:xfrm>
            <a:off x="770367" y="4870581"/>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Result</a:t>
            </a:r>
            <a:endParaRPr lang="en-US" dirty="0"/>
          </a:p>
        </p:txBody>
      </p:sp>
      <p:sp>
        <p:nvSpPr>
          <p:cNvPr id="3" name="Text Placeholder 19">
            <a:extLst>
              <a:ext uri="{FF2B5EF4-FFF2-40B4-BE49-F238E27FC236}">
                <a16:creationId xmlns:a16="http://schemas.microsoft.com/office/drawing/2014/main" id="{C9B029B0-1EAB-FE8A-291E-9E218344064A}"/>
              </a:ext>
            </a:extLst>
          </p:cNvPr>
          <p:cNvSpPr>
            <a:spLocks noGrp="1"/>
          </p:cNvSpPr>
          <p:nvPr>
            <p:ph type="body" sz="quarter" idx="47"/>
          </p:nvPr>
        </p:nvSpPr>
        <p:spPr>
          <a:xfrm>
            <a:off x="761999" y="5225528"/>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4" name="Text Placeholder 21">
            <a:extLst>
              <a:ext uri="{FF2B5EF4-FFF2-40B4-BE49-F238E27FC236}">
                <a16:creationId xmlns:a16="http://schemas.microsoft.com/office/drawing/2014/main" id="{36B97647-97D2-408B-413C-E65D6A6051E5}"/>
              </a:ext>
            </a:extLst>
          </p:cNvPr>
          <p:cNvSpPr>
            <a:spLocks noGrp="1"/>
          </p:cNvSpPr>
          <p:nvPr>
            <p:ph type="body" sz="quarter" idx="14" hasCustomPrompt="1"/>
          </p:nvPr>
        </p:nvSpPr>
        <p:spPr>
          <a:xfrm>
            <a:off x="6739049" y="3922382"/>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5" name="Text Placeholder 21">
            <a:extLst>
              <a:ext uri="{FF2B5EF4-FFF2-40B4-BE49-F238E27FC236}">
                <a16:creationId xmlns:a16="http://schemas.microsoft.com/office/drawing/2014/main" id="{3A3580F8-D690-3030-C6AC-4866E9825F61}"/>
              </a:ext>
            </a:extLst>
          </p:cNvPr>
          <p:cNvSpPr>
            <a:spLocks noGrp="1"/>
          </p:cNvSpPr>
          <p:nvPr>
            <p:ph type="body" sz="quarter" idx="30" hasCustomPrompt="1"/>
          </p:nvPr>
        </p:nvSpPr>
        <p:spPr>
          <a:xfrm>
            <a:off x="8448458" y="3933540"/>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7" name="Text Placeholder 21">
            <a:extLst>
              <a:ext uri="{FF2B5EF4-FFF2-40B4-BE49-F238E27FC236}">
                <a16:creationId xmlns:a16="http://schemas.microsoft.com/office/drawing/2014/main" id="{44C5C283-5935-B42C-7120-D243BA9A2913}"/>
              </a:ext>
            </a:extLst>
          </p:cNvPr>
          <p:cNvSpPr>
            <a:spLocks noGrp="1"/>
          </p:cNvSpPr>
          <p:nvPr>
            <p:ph type="body" sz="quarter" idx="31" hasCustomPrompt="1"/>
          </p:nvPr>
        </p:nvSpPr>
        <p:spPr>
          <a:xfrm>
            <a:off x="6739049" y="4734009"/>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8" name="Text Placeholder 21">
            <a:extLst>
              <a:ext uri="{FF2B5EF4-FFF2-40B4-BE49-F238E27FC236}">
                <a16:creationId xmlns:a16="http://schemas.microsoft.com/office/drawing/2014/main" id="{099F2B36-E543-7114-2E12-7E05E41FD12F}"/>
              </a:ext>
            </a:extLst>
          </p:cNvPr>
          <p:cNvSpPr>
            <a:spLocks noGrp="1"/>
          </p:cNvSpPr>
          <p:nvPr>
            <p:ph type="body" sz="quarter" idx="48" hasCustomPrompt="1"/>
          </p:nvPr>
        </p:nvSpPr>
        <p:spPr>
          <a:xfrm>
            <a:off x="8448458" y="4745167"/>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9" name="Text Placeholder 21">
            <a:extLst>
              <a:ext uri="{FF2B5EF4-FFF2-40B4-BE49-F238E27FC236}">
                <a16:creationId xmlns:a16="http://schemas.microsoft.com/office/drawing/2014/main" id="{480E7235-27FC-1059-8FEC-3A55CCC728FE}"/>
              </a:ext>
            </a:extLst>
          </p:cNvPr>
          <p:cNvSpPr>
            <a:spLocks noGrp="1"/>
          </p:cNvSpPr>
          <p:nvPr>
            <p:ph type="body" sz="quarter" idx="33" hasCustomPrompt="1"/>
          </p:nvPr>
        </p:nvSpPr>
        <p:spPr>
          <a:xfrm>
            <a:off x="6739049" y="5546718"/>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11" name="Text Placeholder 21">
            <a:extLst>
              <a:ext uri="{FF2B5EF4-FFF2-40B4-BE49-F238E27FC236}">
                <a16:creationId xmlns:a16="http://schemas.microsoft.com/office/drawing/2014/main" id="{360C9156-A92C-0F42-A924-D97D8BD8785F}"/>
              </a:ext>
            </a:extLst>
          </p:cNvPr>
          <p:cNvSpPr>
            <a:spLocks noGrp="1"/>
          </p:cNvSpPr>
          <p:nvPr>
            <p:ph type="body" sz="quarter" idx="34" hasCustomPrompt="1"/>
          </p:nvPr>
        </p:nvSpPr>
        <p:spPr>
          <a:xfrm>
            <a:off x="8448458" y="5557876"/>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12" name="Picture Placeholder 17">
            <a:extLst>
              <a:ext uri="{FF2B5EF4-FFF2-40B4-BE49-F238E27FC236}">
                <a16:creationId xmlns:a16="http://schemas.microsoft.com/office/drawing/2014/main" id="{37E1F626-6013-A11C-1493-E8B91C591978}"/>
              </a:ext>
            </a:extLst>
          </p:cNvPr>
          <p:cNvSpPr>
            <a:spLocks noGrp="1"/>
          </p:cNvSpPr>
          <p:nvPr>
            <p:ph type="pic" sz="quarter" idx="53" hasCustomPrompt="1"/>
          </p:nvPr>
        </p:nvSpPr>
        <p:spPr>
          <a:xfrm>
            <a:off x="6096000" y="0"/>
            <a:ext cx="6096000" cy="3428682"/>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pic>
        <p:nvPicPr>
          <p:cNvPr id="6" name="OTag" descr="A small square in Oracle Red with the Oracle logo in the center in white">
            <a:extLst>
              <a:ext uri="{FF2B5EF4-FFF2-40B4-BE49-F238E27FC236}">
                <a16:creationId xmlns:a16="http://schemas.microsoft.com/office/drawing/2014/main" id="{4A795B6A-184C-84F8-9946-F2838D3CD83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pic>
        <p:nvPicPr>
          <p:cNvPr id="13" name="Graphic 12">
            <a:extLst>
              <a:ext uri="{FF2B5EF4-FFF2-40B4-BE49-F238E27FC236}">
                <a16:creationId xmlns:a16="http://schemas.microsoft.com/office/drawing/2014/main" id="{E4BAAA2A-9200-092B-2D2E-0CFD12C20F4E}"/>
              </a:ext>
            </a:extLst>
          </p:cNvPr>
          <p:cNvPicPr>
            <a:picLocks noChangeAspect="1"/>
          </p:cNvPicPr>
          <p:nvPr/>
        </p:nvPicPr>
        <p:blipFill>
          <a:blip>
            <a:extLst>
              <a:ext uri="{96DAC541-7B7A-43D3-8B79-37D633B846F1}">
                <asvg:svgBlip xmlns:asvg="http://schemas.microsoft.com/office/drawing/2016/SVG/main" r:embed="rId3"/>
              </a:ext>
            </a:extLst>
          </a:blip>
          <a:srcRect l="-9503" t="21585" b="15557"/>
          <a:stretch/>
        </p:blipFill>
        <p:spPr>
          <a:xfrm>
            <a:off x="8834980" y="3428681"/>
            <a:ext cx="3357020" cy="1284671"/>
          </a:xfrm>
          <a:prstGeom prst="rect">
            <a:avLst/>
          </a:prstGeom>
        </p:spPr>
      </p:pic>
      <p:sp>
        <p:nvSpPr>
          <p:cNvPr id="14" name="Text Placeholder 21">
            <a:extLst>
              <a:ext uri="{FF2B5EF4-FFF2-40B4-BE49-F238E27FC236}">
                <a16:creationId xmlns:a16="http://schemas.microsoft.com/office/drawing/2014/main" id="{714C8117-8874-4C52-FD47-896710854EA6}"/>
              </a:ext>
            </a:extLst>
          </p:cNvPr>
          <p:cNvSpPr>
            <a:spLocks noGrp="1"/>
          </p:cNvSpPr>
          <p:nvPr>
            <p:ph type="body" sz="quarter" idx="54" hasCustomPrompt="1"/>
          </p:nvPr>
        </p:nvSpPr>
        <p:spPr>
          <a:xfrm>
            <a:off x="768875" y="6104842"/>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200" b="1" i="0">
                <a:solidFill>
                  <a:schemeClr val="tx1"/>
                </a:solidFill>
                <a:latin typeface="Oracle Sans Tab" panose="020B0503020204020204" pitchFamily="34" charset="0"/>
                <a:cs typeface="Oracle Sans Tab" panose="020B0503020204020204" pitchFamily="34" charset="0"/>
              </a:defRPr>
            </a:lvl1pPr>
          </a:lstStyle>
          <a:p>
            <a:pPr lvl="0"/>
            <a:r>
              <a:rPr lang="en-IN" dirty="0"/>
              <a:t>Call to action</a:t>
            </a:r>
            <a:endParaRPr lang="en-US" dirty="0"/>
          </a:p>
        </p:txBody>
      </p:sp>
    </p:spTree>
    <p:extLst>
      <p:ext uri="{BB962C8B-B14F-4D97-AF65-F5344CB8AC3E}">
        <p14:creationId xmlns:p14="http://schemas.microsoft.com/office/powerpoint/2010/main" val="1510564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Light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p:nvSpPr>
        <p:spPr>
          <a:xfrm>
            <a:off x="0" y="-1"/>
            <a:ext cx="59436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8242403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Dark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p:nvSpPr>
        <p:spPr>
          <a:xfrm>
            <a:off x="0" y="-1"/>
            <a:ext cx="59436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3171901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ight - Closing Slide">
    <p:bg>
      <p:bgRef idx="1001">
        <a:schemeClr val="bg2"/>
      </p:bgRef>
    </p:bg>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8222180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2"/>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1313721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STOP">
    <p:bg>
      <p:bgPr>
        <a:solidFill>
          <a:srgbClr val="C74634"/>
        </a:solidFill>
        <a:effectLst/>
      </p:bgPr>
    </p:bg>
    <p:spTree>
      <p:nvGrpSpPr>
        <p:cNvPr id="1" name=""/>
        <p:cNvGrpSpPr/>
        <p:nvPr/>
      </p:nvGrpSpPr>
      <p:grpSpPr>
        <a:xfrm>
          <a:off x="0" y="0"/>
          <a:ext cx="0" cy="0"/>
          <a:chOff x="0" y="0"/>
          <a:chExt cx="0" cy="0"/>
        </a:xfrm>
      </p:grpSpPr>
      <p:grpSp>
        <p:nvGrpSpPr>
          <p:cNvPr id="6" name="Group 4" descr="An image of a hand with an X on it indicating stop">
            <a:extLst>
              <a:ext uri="{FF2B5EF4-FFF2-40B4-BE49-F238E27FC236}">
                <a16:creationId xmlns:a16="http://schemas.microsoft.com/office/drawing/2014/main" id="{AC301DFA-236B-43E0-F195-C886E29BCFA8}"/>
              </a:ext>
            </a:extLst>
          </p:cNvPr>
          <p:cNvGrpSpPr>
            <a:grpSpLocks noChangeAspect="1"/>
          </p:cNvGrpSpPr>
          <p:nvPr/>
        </p:nvGrpSpPr>
        <p:grpSpPr bwMode="auto">
          <a:xfrm>
            <a:off x="1706928" y="2759469"/>
            <a:ext cx="1112546" cy="1096345"/>
            <a:chOff x="1040" y="1809"/>
            <a:chExt cx="618" cy="609"/>
          </a:xfrm>
          <a:solidFill>
            <a:schemeClr val="tx1"/>
          </a:solidFill>
        </p:grpSpPr>
        <p:sp>
          <p:nvSpPr>
            <p:cNvPr id="7" name="Freeform 5">
              <a:extLst>
                <a:ext uri="{FF2B5EF4-FFF2-40B4-BE49-F238E27FC236}">
                  <a16:creationId xmlns:a16="http://schemas.microsoft.com/office/drawing/2014/main" id="{8D479378-DEC7-2ADF-53B1-0BD27B66492B}"/>
                </a:ext>
              </a:extLst>
            </p:cNvPr>
            <p:cNvSpPr>
              <a:spLocks noChangeArrowheads="1"/>
            </p:cNvSpPr>
            <p:nvPr/>
          </p:nvSpPr>
          <p:spPr bwMode="auto">
            <a:xfrm>
              <a:off x="1035" y="2123"/>
              <a:ext cx="358" cy="292"/>
            </a:xfrm>
            <a:custGeom>
              <a:avLst/>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8" name="Freeform 6">
              <a:extLst>
                <a:ext uri="{FF2B5EF4-FFF2-40B4-BE49-F238E27FC236}">
                  <a16:creationId xmlns:a16="http://schemas.microsoft.com/office/drawing/2014/main" id="{21479569-80A4-2098-1ABC-98C920F1FCDA}"/>
                </a:ext>
              </a:extLst>
            </p:cNvPr>
            <p:cNvSpPr>
              <a:spLocks noChangeArrowheads="1"/>
            </p:cNvSpPr>
            <p:nvPr/>
          </p:nvSpPr>
          <p:spPr bwMode="auto">
            <a:xfrm>
              <a:off x="1196" y="1808"/>
              <a:ext cx="347" cy="361"/>
            </a:xfrm>
            <a:custGeom>
              <a:avLst/>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9" name="Freeform 7">
              <a:extLst>
                <a:ext uri="{FF2B5EF4-FFF2-40B4-BE49-F238E27FC236}">
                  <a16:creationId xmlns:a16="http://schemas.microsoft.com/office/drawing/2014/main" id="{FA1BF811-5A06-549B-D001-A8EB9DAFD738}"/>
                </a:ext>
              </a:extLst>
            </p:cNvPr>
            <p:cNvSpPr>
              <a:spLocks noChangeArrowheads="1"/>
            </p:cNvSpPr>
            <p:nvPr/>
          </p:nvSpPr>
          <p:spPr bwMode="auto">
            <a:xfrm>
              <a:off x="1244" y="2175"/>
              <a:ext cx="130" cy="103"/>
            </a:xfrm>
            <a:custGeom>
              <a:avLst/>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0" name="Freeform 8">
              <a:extLst>
                <a:ext uri="{FF2B5EF4-FFF2-40B4-BE49-F238E27FC236}">
                  <a16:creationId xmlns:a16="http://schemas.microsoft.com/office/drawing/2014/main" id="{29B31A47-1DBD-1652-5D57-90F2000198A7}"/>
                </a:ext>
              </a:extLst>
            </p:cNvPr>
            <p:cNvSpPr>
              <a:spLocks noChangeArrowheads="1"/>
            </p:cNvSpPr>
            <p:nvPr/>
          </p:nvSpPr>
          <p:spPr bwMode="auto">
            <a:xfrm>
              <a:off x="1396" y="2157"/>
              <a:ext cx="276" cy="276"/>
            </a:xfrm>
            <a:custGeom>
              <a:avLst/>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1" name="Freeform 9">
              <a:extLst>
                <a:ext uri="{FF2B5EF4-FFF2-40B4-BE49-F238E27FC236}">
                  <a16:creationId xmlns:a16="http://schemas.microsoft.com/office/drawing/2014/main" id="{98CEA400-2F99-24D8-1CAC-FD508D0F9288}"/>
                </a:ext>
              </a:extLst>
            </p:cNvPr>
            <p:cNvSpPr>
              <a:spLocks noChangeArrowheads="1"/>
            </p:cNvSpPr>
            <p:nvPr/>
          </p:nvSpPr>
          <p:spPr bwMode="auto">
            <a:xfrm>
              <a:off x="1477" y="2236"/>
              <a:ext cx="102" cy="102"/>
            </a:xfrm>
            <a:custGeom>
              <a:avLst/>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sp>
        <p:nvSpPr>
          <p:cNvPr id="12" name="TextBox 11">
            <a:extLst>
              <a:ext uri="{FF2B5EF4-FFF2-40B4-BE49-F238E27FC236}">
                <a16:creationId xmlns:a16="http://schemas.microsoft.com/office/drawing/2014/main" id="{F8B44FF3-28AB-10D7-B1C4-E339265AAF9B}"/>
              </a:ext>
            </a:extLst>
          </p:cNvPr>
          <p:cNvSpPr txBox="1"/>
          <p:nvPr/>
        </p:nvSpPr>
        <p:spPr>
          <a:xfrm>
            <a:off x="3261391" y="2485152"/>
            <a:ext cx="8046632" cy="1887696"/>
          </a:xfrm>
          <a:prstGeom prst="rect">
            <a:avLst/>
          </a:prstGeom>
          <a:noFill/>
        </p:spPr>
        <p:txBody>
          <a:bodyPr wrap="square" rtlCol="0">
            <a:spAutoFit/>
          </a:bodyPr>
          <a:lstStyle/>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Any master slides that appear after this end slide have been accidentally imported from other slide decks and </a:t>
            </a:r>
            <a:br>
              <a:rPr lang="en-US" sz="2000" b="0" i="0" dirty="0">
                <a:solidFill>
                  <a:schemeClr val="tx1"/>
                </a:solidFill>
                <a:latin typeface="Oracle Sans Tab" panose="020B0503020204020204" pitchFamily="34" charset="0"/>
                <a:cs typeface="Oracle Sans Tab" panose="020B0503020204020204" pitchFamily="34" charset="0"/>
              </a:rPr>
            </a:br>
            <a:r>
              <a:rPr lang="en-US" sz="2000" b="0" i="0" dirty="0">
                <a:solidFill>
                  <a:schemeClr val="tx1"/>
                </a:solidFill>
                <a:latin typeface="Oracle Sans Tab" panose="020B0503020204020204" pitchFamily="34" charset="0"/>
                <a:cs typeface="Oracle Sans Tab" panose="020B0503020204020204" pitchFamily="34" charset="0"/>
              </a:rPr>
              <a:t>may not match the style of this template.</a:t>
            </a:r>
          </a:p>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Please locate slides that are referencing these imported slide layouts and reselect/apply a layout from the master slide options above.</a:t>
            </a:r>
          </a:p>
        </p:txBody>
      </p:sp>
    </p:spTree>
    <p:extLst>
      <p:ext uri="{BB962C8B-B14F-4D97-AF65-F5344CB8AC3E}">
        <p14:creationId xmlns:p14="http://schemas.microsoft.com/office/powerpoint/2010/main" val="7742811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72202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07" Type="http://schemas.openxmlformats.org/officeDocument/2006/relationships/image" Target="../media/image1.emf"/><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8B8580"/>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8B8580"/>
                </a:solidFill>
                <a:latin typeface="+mn-lt"/>
              </a:defRPr>
            </a:lvl1pPr>
          </a:lstStyle>
          <a:p>
            <a:r>
              <a:rPr lang="en-US" dirty="0"/>
              <a:t>Copyright © 2026, Oracle and/or its affiliates |  Confidential: Internal/Employees Only</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8B8580"/>
                </a:solidFill>
                <a:latin typeface="+mn-lt"/>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p:nvPicPr>
        <p:blipFill>
          <a:blip r:embed="rId107"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282885910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 id="2147483753" r:id="rId103"/>
    <p:sldLayoutId id="2147483754" r:id="rId104"/>
    <p:sldLayoutId id="2147483755" r:id="rId10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600" b="0" i="0" kern="1200">
          <a:solidFill>
            <a:schemeClr val="tx1"/>
          </a:solidFill>
          <a:latin typeface="Oracle Sans Tab" panose="020B0503020204020204" pitchFamily="34" charset="0"/>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600" b="0" i="0" kern="1200">
          <a:solidFill>
            <a:schemeClr val="tx1"/>
          </a:solidFill>
          <a:latin typeface="Oracle Sans" panose="020B0503020204020204" pitchFamily="34" charset="0"/>
          <a:ea typeface="+mn-ea"/>
          <a:cs typeface="Oracle Sans" panose="020B0503020204020204" pitchFamily="34" charset="0"/>
        </a:defRPr>
      </a:lvl6pPr>
      <a:lvl7pPr marL="1280160" indent="-182880" algn="l" defTabSz="914400" rtl="0" eaLnBrk="1" latinLnBrk="0" hangingPunct="1">
        <a:lnSpc>
          <a:spcPct val="95000"/>
        </a:lnSpc>
        <a:spcBef>
          <a:spcPts val="400"/>
        </a:spcBef>
        <a:spcAft>
          <a:spcPts val="0"/>
        </a:spcAft>
        <a:buFont typeface="System Font Regular"/>
        <a:buChar char="-"/>
        <a:defRPr sz="1600" b="0" i="0" kern="1200">
          <a:solidFill>
            <a:schemeClr val="tx1"/>
          </a:solidFill>
          <a:latin typeface="Oracle Sans" panose="020B0503020204020204" pitchFamily="34" charset="0"/>
          <a:ea typeface="+mn-ea"/>
          <a:cs typeface="Oracle Sans" panose="020B0503020204020204" pitchFamily="34" charset="0"/>
        </a:defRPr>
      </a:lvl7pPr>
      <a:lvl8pPr marL="1604963" indent="-203200"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8pPr>
      <a:lvl9pPr marL="1889125" indent="-203200" algn="l" defTabSz="914400" rtl="0" eaLnBrk="1" latinLnBrk="0" hangingPunct="1">
        <a:lnSpc>
          <a:spcPct val="90000"/>
        </a:lnSpc>
        <a:spcBef>
          <a:spcPts val="500"/>
        </a:spcBef>
        <a:buFont typeface="System Font Regular"/>
        <a:buChar char="-"/>
        <a:tabLst/>
        <a:defRPr sz="16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1008">
          <p15:clr>
            <a:srgbClr val="5ACBF0"/>
          </p15:clr>
        </p15:guide>
        <p15:guide id="4" orient="horz" pos="3852">
          <p15:clr>
            <a:srgbClr val="F26B43"/>
          </p15:clr>
        </p15:guide>
        <p15:guide id="5" pos="480">
          <p15:clr>
            <a:srgbClr val="F26B43"/>
          </p15:clr>
        </p15:guide>
        <p15:guide id="6" orient="horz" pos="795">
          <p15:clr>
            <a:srgbClr val="F26B43"/>
          </p15:clr>
        </p15:guide>
        <p15:guide id="7" orient="horz" pos="590">
          <p15:clr>
            <a:srgbClr val="F26B43"/>
          </p15:clr>
        </p15:guide>
        <p15:guide id="8" pos="72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notesSlide" Target="../notesSlides/notesSlide4.xml"/><Relationship Id="rId1" Type="http://schemas.openxmlformats.org/officeDocument/2006/relationships/slideLayout" Target="../slideLayouts/slideLayout64.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6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6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6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6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6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9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007CFF-423C-53A0-2D26-2E39D3CC5F30}"/>
              </a:ext>
            </a:extLst>
          </p:cNvPr>
          <p:cNvSpPr>
            <a:spLocks noGrp="1"/>
          </p:cNvSpPr>
          <p:nvPr>
            <p:ph type="title"/>
          </p:nvPr>
        </p:nvSpPr>
        <p:spPr/>
        <p:txBody>
          <a:bodyPr/>
          <a:lstStyle/>
          <a:p>
            <a:r>
              <a:rPr lang="en-US" dirty="0"/>
              <a:t>THIS DECK IS ONLY FOR INTERNAL USE</a:t>
            </a:r>
          </a:p>
        </p:txBody>
      </p:sp>
      <p:sp>
        <p:nvSpPr>
          <p:cNvPr id="9" name="Content Placeholder 8">
            <a:extLst>
              <a:ext uri="{FF2B5EF4-FFF2-40B4-BE49-F238E27FC236}">
                <a16:creationId xmlns:a16="http://schemas.microsoft.com/office/drawing/2014/main" id="{E182554C-7F22-9E9F-A2AB-12821431CEF4}"/>
              </a:ext>
            </a:extLst>
          </p:cNvPr>
          <p:cNvSpPr>
            <a:spLocks noGrp="1"/>
          </p:cNvSpPr>
          <p:nvPr>
            <p:ph sz="quarter" idx="14"/>
          </p:nvPr>
        </p:nvSpPr>
        <p:spPr/>
        <p:txBody>
          <a:bodyPr/>
          <a:lstStyle/>
          <a:p>
            <a:r>
              <a:rPr lang="en-US" sz="4000" b="1" dirty="0"/>
              <a:t>Internal use only:</a:t>
            </a:r>
            <a:r>
              <a:rPr lang="en-US" sz="4000" dirty="0"/>
              <a:t> This deck is intended solely for Oracle Speakers Bureau onboarding and internal enablement. While it is aligned with current Central Marketing messaging, it is not authoritative, Marketing-approved external content and must not be shared, presented, or used in customer-facing presentations.</a:t>
            </a:r>
          </a:p>
        </p:txBody>
      </p:sp>
      <p:sp>
        <p:nvSpPr>
          <p:cNvPr id="6" name="Slide Number Placeholder 5">
            <a:extLst>
              <a:ext uri="{FF2B5EF4-FFF2-40B4-BE49-F238E27FC236}">
                <a16:creationId xmlns:a16="http://schemas.microsoft.com/office/drawing/2014/main" id="{B0B00C98-15A2-D856-0E72-80817A9C1BD7}"/>
              </a:ext>
            </a:extLst>
          </p:cNvPr>
          <p:cNvSpPr>
            <a:spLocks noGrp="1"/>
          </p:cNvSpPr>
          <p:nvPr>
            <p:ph type="sldNum" sz="quarter" idx="4"/>
          </p:nvPr>
        </p:nvSpPr>
        <p:spPr/>
        <p:txBody>
          <a:bodyPr/>
          <a:lstStyle/>
          <a:p>
            <a:fld id="{345D60D9-5372-5F40-9443-0F9AE5BDC3C8}" type="slidenum">
              <a:rPr lang="en-US" smtClean="0"/>
              <a:pPr/>
              <a:t>1</a:t>
            </a:fld>
            <a:endParaRPr lang="en-US" dirty="0"/>
          </a:p>
        </p:txBody>
      </p:sp>
      <p:sp>
        <p:nvSpPr>
          <p:cNvPr id="7" name="Footer Placeholder 6">
            <a:extLst>
              <a:ext uri="{FF2B5EF4-FFF2-40B4-BE49-F238E27FC236}">
                <a16:creationId xmlns:a16="http://schemas.microsoft.com/office/drawing/2014/main" id="{F6AF2A19-B45B-A671-D1CC-8C450A13A9BA}"/>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Tree>
    <p:extLst>
      <p:ext uri="{BB962C8B-B14F-4D97-AF65-F5344CB8AC3E}">
        <p14:creationId xmlns:p14="http://schemas.microsoft.com/office/powerpoint/2010/main" val="38962542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4651-D013-627E-1AC5-0D7E5D54593A}"/>
              </a:ext>
            </a:extLst>
          </p:cNvPr>
          <p:cNvSpPr>
            <a:spLocks noGrp="1"/>
          </p:cNvSpPr>
          <p:nvPr>
            <p:ph type="ctrTitle"/>
          </p:nvPr>
        </p:nvSpPr>
        <p:spPr>
          <a:xfrm>
            <a:off x="792537" y="2148840"/>
            <a:ext cx="6805691" cy="1280160"/>
          </a:xfrm>
        </p:spPr>
        <p:txBody>
          <a:bodyPr/>
          <a:lstStyle/>
          <a:p>
            <a:r>
              <a:rPr lang="en-US" dirty="0"/>
              <a:t>The One Oracle Advantage</a:t>
            </a:r>
          </a:p>
        </p:txBody>
      </p:sp>
      <p:sp>
        <p:nvSpPr>
          <p:cNvPr id="3" name="Text Placeholder 2">
            <a:extLst>
              <a:ext uri="{FF2B5EF4-FFF2-40B4-BE49-F238E27FC236}">
                <a16:creationId xmlns:a16="http://schemas.microsoft.com/office/drawing/2014/main" id="{6BD9D762-1700-3F83-2C87-20BF0EA81B1E}"/>
              </a:ext>
            </a:extLst>
          </p:cNvPr>
          <p:cNvSpPr>
            <a:spLocks noGrp="1"/>
          </p:cNvSpPr>
          <p:nvPr>
            <p:ph type="body" sz="quarter" idx="33"/>
          </p:nvPr>
        </p:nvSpPr>
        <p:spPr>
          <a:xfrm>
            <a:off x="792538" y="3519553"/>
            <a:ext cx="7320948" cy="341247"/>
          </a:xfrm>
        </p:spPr>
        <p:txBody>
          <a:bodyPr/>
          <a:lstStyle/>
          <a:p>
            <a:r>
              <a:rPr lang="en-US" dirty="0"/>
              <a:t>How customers can benefit from the Oracle portfolio</a:t>
            </a:r>
          </a:p>
        </p:txBody>
      </p:sp>
      <p:sp>
        <p:nvSpPr>
          <p:cNvPr id="4" name="Text Placeholder 3">
            <a:extLst>
              <a:ext uri="{FF2B5EF4-FFF2-40B4-BE49-F238E27FC236}">
                <a16:creationId xmlns:a16="http://schemas.microsoft.com/office/drawing/2014/main" id="{834D68F0-352D-ADBF-8603-DAAFC84BFAAB}"/>
              </a:ext>
            </a:extLst>
          </p:cNvPr>
          <p:cNvSpPr>
            <a:spLocks noGrp="1"/>
          </p:cNvSpPr>
          <p:nvPr>
            <p:ph type="body" sz="quarter" idx="35"/>
          </p:nvPr>
        </p:nvSpPr>
        <p:spPr/>
        <p:txBody>
          <a:bodyPr/>
          <a:lstStyle/>
          <a:p>
            <a:endParaRPr lang="en-US"/>
          </a:p>
        </p:txBody>
      </p:sp>
      <p:sp>
        <p:nvSpPr>
          <p:cNvPr id="5" name="Text Placeholder 4">
            <a:extLst>
              <a:ext uri="{FF2B5EF4-FFF2-40B4-BE49-F238E27FC236}">
                <a16:creationId xmlns:a16="http://schemas.microsoft.com/office/drawing/2014/main" id="{3640720C-8893-5FF6-F56A-619D3106866D}"/>
              </a:ext>
            </a:extLst>
          </p:cNvPr>
          <p:cNvSpPr>
            <a:spLocks noGrp="1"/>
          </p:cNvSpPr>
          <p:nvPr>
            <p:ph type="body" sz="quarter" idx="34"/>
          </p:nvPr>
        </p:nvSpPr>
        <p:spPr/>
        <p:txBody>
          <a:bodyPr/>
          <a:lstStyle/>
          <a:p>
            <a:endParaRPr lang="en-US"/>
          </a:p>
        </p:txBody>
      </p:sp>
    </p:spTree>
    <p:extLst>
      <p:ext uri="{BB962C8B-B14F-4D97-AF65-F5344CB8AC3E}">
        <p14:creationId xmlns:p14="http://schemas.microsoft.com/office/powerpoint/2010/main" val="174806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11052F-7DC3-78CE-7A4C-12F2EC8C5AEC}"/>
              </a:ext>
            </a:extLst>
          </p:cNvPr>
          <p:cNvSpPr>
            <a:spLocks noGrp="1"/>
          </p:cNvSpPr>
          <p:nvPr>
            <p:ph type="title"/>
          </p:nvPr>
        </p:nvSpPr>
        <p:spPr/>
        <p:txBody>
          <a:bodyPr/>
          <a:lstStyle/>
          <a:p>
            <a:r>
              <a:rPr lang="en-US" dirty="0"/>
              <a:t>What We Will Cover</a:t>
            </a:r>
            <a:br>
              <a:rPr lang="en-US" dirty="0"/>
            </a:br>
            <a:endParaRPr lang="en-US" dirty="0"/>
          </a:p>
        </p:txBody>
      </p:sp>
      <p:graphicFrame>
        <p:nvGraphicFramePr>
          <p:cNvPr id="9" name="Content Placeholder 8">
            <a:extLst>
              <a:ext uri="{FF2B5EF4-FFF2-40B4-BE49-F238E27FC236}">
                <a16:creationId xmlns:a16="http://schemas.microsoft.com/office/drawing/2014/main" id="{24BD092E-E01D-4D2D-B027-FABED3A42C9A}"/>
              </a:ext>
            </a:extLst>
          </p:cNvPr>
          <p:cNvGraphicFramePr>
            <a:graphicFrameLocks noGrp="1"/>
          </p:cNvGraphicFramePr>
          <p:nvPr>
            <p:ph sz="quarter" idx="4294967295"/>
            <p:extLst>
              <p:ext uri="{D42A27DB-BD31-4B8C-83A1-F6EECF244321}">
                <p14:modId xmlns:p14="http://schemas.microsoft.com/office/powerpoint/2010/main" val="1326728973"/>
              </p:ext>
            </p:extLst>
          </p:nvPr>
        </p:nvGraphicFramePr>
        <p:xfrm>
          <a:off x="1052285" y="1991407"/>
          <a:ext cx="8839201" cy="3711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A5B25BA1-9BAC-0BA7-70DD-2BD1897AFC46}"/>
              </a:ext>
            </a:extLst>
          </p:cNvPr>
          <p:cNvSpPr>
            <a:spLocks noGrp="1"/>
          </p:cNvSpPr>
          <p:nvPr>
            <p:ph type="ftr" sz="quarter" idx="16"/>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975C2BBE-087D-58F5-56DB-13FFFF0D9DDB}"/>
              </a:ext>
            </a:extLst>
          </p:cNvPr>
          <p:cNvSpPr>
            <a:spLocks noGrp="1"/>
          </p:cNvSpPr>
          <p:nvPr>
            <p:ph type="sldNum" sz="quarter" idx="17"/>
          </p:nvPr>
        </p:nvSpPr>
        <p:spPr/>
        <p:txBody>
          <a:bodyPr/>
          <a:lstStyle/>
          <a:p>
            <a:fld id="{345D60D9-5372-5F40-9443-0F9AE5BDC3C8}" type="slidenum">
              <a:rPr lang="en-US" smtClean="0"/>
              <a:pPr/>
              <a:t>3</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graphicEl>
                                              <a:dgm id="{8D91ACF6-1C0B-EC4A-93D8-6A405B68FD80}"/>
                                            </p:graphicEl>
                                          </p:spTgt>
                                        </p:tgtEl>
                                        <p:attrNameLst>
                                          <p:attrName>style.visibility</p:attrName>
                                        </p:attrNameLst>
                                      </p:cBhvr>
                                      <p:to>
                                        <p:strVal val="visible"/>
                                      </p:to>
                                    </p:set>
                                    <p:animEffect transition="in" filter="fade">
                                      <p:cBhvr>
                                        <p:cTn id="7" dur="500"/>
                                        <p:tgtEl>
                                          <p:spTgt spid="9">
                                            <p:graphicEl>
                                              <a:dgm id="{8D91ACF6-1C0B-EC4A-93D8-6A405B68FD80}"/>
                                            </p:graphic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graphicEl>
                                              <a:dgm id="{2C1E8E96-C7E4-D54D-8A4E-7D68FA35A3DB}"/>
                                            </p:graphicEl>
                                          </p:spTgt>
                                        </p:tgtEl>
                                        <p:attrNameLst>
                                          <p:attrName>style.visibility</p:attrName>
                                        </p:attrNameLst>
                                      </p:cBhvr>
                                      <p:to>
                                        <p:strVal val="visible"/>
                                      </p:to>
                                    </p:set>
                                    <p:animEffect transition="in" filter="fade">
                                      <p:cBhvr>
                                        <p:cTn id="11" dur="500"/>
                                        <p:tgtEl>
                                          <p:spTgt spid="9">
                                            <p:graphicEl>
                                              <a:dgm id="{2C1E8E96-C7E4-D54D-8A4E-7D68FA35A3DB}"/>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graphicEl>
                                              <a:dgm id="{243F339F-355E-6E48-9FEC-1426426CB070}"/>
                                            </p:graphicEl>
                                          </p:spTgt>
                                        </p:tgtEl>
                                        <p:attrNameLst>
                                          <p:attrName>style.visibility</p:attrName>
                                        </p:attrNameLst>
                                      </p:cBhvr>
                                      <p:to>
                                        <p:strVal val="visible"/>
                                      </p:to>
                                    </p:set>
                                    <p:animEffect transition="in" filter="fade">
                                      <p:cBhvr>
                                        <p:cTn id="16" dur="500"/>
                                        <p:tgtEl>
                                          <p:spTgt spid="9">
                                            <p:graphicEl>
                                              <a:dgm id="{243F339F-355E-6E48-9FEC-1426426CB070}"/>
                                            </p:graphic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9">
                                            <p:graphicEl>
                                              <a:dgm id="{AE1A8688-BC29-C742-9012-FFC1EBF31B7C}"/>
                                            </p:graphicEl>
                                          </p:spTgt>
                                        </p:tgtEl>
                                        <p:attrNameLst>
                                          <p:attrName>style.visibility</p:attrName>
                                        </p:attrNameLst>
                                      </p:cBhvr>
                                      <p:to>
                                        <p:strVal val="visible"/>
                                      </p:to>
                                    </p:set>
                                    <p:animEffect transition="in" filter="fade">
                                      <p:cBhvr>
                                        <p:cTn id="20" dur="500"/>
                                        <p:tgtEl>
                                          <p:spTgt spid="9">
                                            <p:graphicEl>
                                              <a:dgm id="{AE1A8688-BC29-C742-9012-FFC1EBF31B7C}"/>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graphicEl>
                                              <a:dgm id="{435F307D-F0BD-E248-8AF7-0614B7072F2E}"/>
                                            </p:graphicEl>
                                          </p:spTgt>
                                        </p:tgtEl>
                                        <p:attrNameLst>
                                          <p:attrName>style.visibility</p:attrName>
                                        </p:attrNameLst>
                                      </p:cBhvr>
                                      <p:to>
                                        <p:strVal val="visible"/>
                                      </p:to>
                                    </p:set>
                                    <p:animEffect transition="in" filter="fade">
                                      <p:cBhvr>
                                        <p:cTn id="25" dur="500"/>
                                        <p:tgtEl>
                                          <p:spTgt spid="9">
                                            <p:graphicEl>
                                              <a:dgm id="{435F307D-F0BD-E248-8AF7-0614B7072F2E}"/>
                                            </p:graphicEl>
                                          </p:spTgt>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9">
                                            <p:graphicEl>
                                              <a:dgm id="{67210931-9241-BB47-82D5-C8004DC8253E}"/>
                                            </p:graphicEl>
                                          </p:spTgt>
                                        </p:tgtEl>
                                        <p:attrNameLst>
                                          <p:attrName>style.visibility</p:attrName>
                                        </p:attrNameLst>
                                      </p:cBhvr>
                                      <p:to>
                                        <p:strVal val="visible"/>
                                      </p:to>
                                    </p:set>
                                    <p:animEffect transition="in" filter="fade">
                                      <p:cBhvr>
                                        <p:cTn id="29" dur="500"/>
                                        <p:tgtEl>
                                          <p:spTgt spid="9">
                                            <p:graphicEl>
                                              <a:dgm id="{67210931-9241-BB47-82D5-C8004DC8253E}"/>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graphicEl>
                                              <a:dgm id="{26F5C89B-B5D3-B348-B67B-540145C617F7}"/>
                                            </p:graphicEl>
                                          </p:spTgt>
                                        </p:tgtEl>
                                        <p:attrNameLst>
                                          <p:attrName>style.visibility</p:attrName>
                                        </p:attrNameLst>
                                      </p:cBhvr>
                                      <p:to>
                                        <p:strVal val="visible"/>
                                      </p:to>
                                    </p:set>
                                    <p:animEffect transition="in" filter="fade">
                                      <p:cBhvr>
                                        <p:cTn id="34" dur="500"/>
                                        <p:tgtEl>
                                          <p:spTgt spid="9">
                                            <p:graphicEl>
                                              <a:dgm id="{26F5C89B-B5D3-B348-B67B-540145C617F7}"/>
                                            </p:graphicEl>
                                          </p:spTgt>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9">
                                            <p:graphicEl>
                                              <a:dgm id="{5C846370-8D46-5549-9889-F9AE73425EE7}"/>
                                            </p:graphicEl>
                                          </p:spTgt>
                                        </p:tgtEl>
                                        <p:attrNameLst>
                                          <p:attrName>style.visibility</p:attrName>
                                        </p:attrNameLst>
                                      </p:cBhvr>
                                      <p:to>
                                        <p:strVal val="visible"/>
                                      </p:to>
                                    </p:set>
                                    <p:animEffect transition="in" filter="fade">
                                      <p:cBhvr>
                                        <p:cTn id="38" dur="500"/>
                                        <p:tgtEl>
                                          <p:spTgt spid="9">
                                            <p:graphicEl>
                                              <a:dgm id="{5C846370-8D46-5549-9889-F9AE73425EE7}"/>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graphicEl>
                                              <a:dgm id="{27BC20E8-8DEE-CC49-8325-DBF43554E126}"/>
                                            </p:graphicEl>
                                          </p:spTgt>
                                        </p:tgtEl>
                                        <p:attrNameLst>
                                          <p:attrName>style.visibility</p:attrName>
                                        </p:attrNameLst>
                                      </p:cBhvr>
                                      <p:to>
                                        <p:strVal val="visible"/>
                                      </p:to>
                                    </p:set>
                                    <p:animEffect transition="in" filter="fade">
                                      <p:cBhvr>
                                        <p:cTn id="43" dur="500"/>
                                        <p:tgtEl>
                                          <p:spTgt spid="9">
                                            <p:graphicEl>
                                              <a:dgm id="{27BC20E8-8DEE-CC49-8325-DBF43554E126}"/>
                                            </p:graphicEl>
                                          </p:spTgt>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9">
                                            <p:graphicEl>
                                              <a:dgm id="{1B6C768B-3AB9-994D-B6C3-DF22863EC554}"/>
                                            </p:graphicEl>
                                          </p:spTgt>
                                        </p:tgtEl>
                                        <p:attrNameLst>
                                          <p:attrName>style.visibility</p:attrName>
                                        </p:attrNameLst>
                                      </p:cBhvr>
                                      <p:to>
                                        <p:strVal val="visible"/>
                                      </p:to>
                                    </p:set>
                                    <p:animEffect transition="in" filter="fade">
                                      <p:cBhvr>
                                        <p:cTn id="47" dur="500"/>
                                        <p:tgtEl>
                                          <p:spTgt spid="9">
                                            <p:graphicEl>
                                              <a:dgm id="{1B6C768B-3AB9-994D-B6C3-DF22863EC55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DB5B44-E5E3-BB6F-FC40-42C296D32EE8}"/>
              </a:ext>
            </a:extLst>
          </p:cNvPr>
          <p:cNvSpPr>
            <a:spLocks noGrp="1"/>
          </p:cNvSpPr>
          <p:nvPr>
            <p:ph type="title"/>
          </p:nvPr>
        </p:nvSpPr>
        <p:spPr>
          <a:xfrm>
            <a:off x="5503615" y="2453519"/>
            <a:ext cx="6020298" cy="1384995"/>
          </a:xfrm>
        </p:spPr>
        <p:txBody>
          <a:bodyPr/>
          <a:lstStyle/>
          <a:p>
            <a:r>
              <a:rPr lang="en-US" dirty="0"/>
              <a:t>What We Hear From Customers</a:t>
            </a:r>
            <a:br>
              <a:rPr lang="en-US" dirty="0"/>
            </a:br>
            <a:endParaRPr lang="en-US" dirty="0"/>
          </a:p>
        </p:txBody>
      </p:sp>
      <p:pic>
        <p:nvPicPr>
          <p:cNvPr id="2" name="Picture Placeholder 1" descr="group of people">
            <a:extLst>
              <a:ext uri="{FF2B5EF4-FFF2-40B4-BE49-F238E27FC236}">
                <a16:creationId xmlns:a16="http://schemas.microsoft.com/office/drawing/2014/main" id="{C6CC0132-C450-47DB-BC94-0F795A46B35A}"/>
              </a:ext>
            </a:extLst>
          </p:cNvPr>
          <p:cNvPicPr>
            <a:picLocks noGrp="1" noChangeAspect="1"/>
          </p:cNvPicPr>
          <p:nvPr>
            <p:ph type="pic" sz="quarter" idx="47"/>
          </p:nvPr>
        </p:nvPicPr>
        <p:blipFill>
          <a:blip r:embed="rId3" cstate="screen">
            <a:extLst>
              <a:ext uri="{28A0092B-C50C-407E-A947-70E740481C1C}">
                <a14:useLocalDpi xmlns:a14="http://schemas.microsoft.com/office/drawing/2010/main"/>
              </a:ext>
            </a:extLst>
          </a:blip>
          <a:srcRect/>
          <a:stretch/>
        </p:blipFill>
        <p:spPr>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pic>
      <p:sp>
        <p:nvSpPr>
          <p:cNvPr id="5" name="Content Placeholder 4">
            <a:extLst>
              <a:ext uri="{FF2B5EF4-FFF2-40B4-BE49-F238E27FC236}">
                <a16:creationId xmlns:a16="http://schemas.microsoft.com/office/drawing/2014/main" id="{C1CB63FE-03DD-92E4-9DBC-E75ED21B722D}"/>
              </a:ext>
            </a:extLst>
          </p:cNvPr>
          <p:cNvSpPr>
            <a:spLocks noGrp="1"/>
          </p:cNvSpPr>
          <p:nvPr>
            <p:ph sz="quarter" idx="48"/>
          </p:nvPr>
        </p:nvSpPr>
        <p:spPr>
          <a:xfrm>
            <a:off x="3754177" y="4165072"/>
            <a:ext cx="7182337" cy="1626664"/>
          </a:xfrm>
        </p:spPr>
        <p:txBody>
          <a:bodyPr wrap="square">
            <a:spAutoFit/>
          </a:bodyPr>
          <a:lstStyle/>
          <a:p>
            <a:pPr marL="285750" indent="-285750" algn="r">
              <a:buClr>
                <a:schemeClr val="accent4"/>
              </a:buClr>
              <a:buFont typeface="Wingdings" pitchFamily="2" charset="2"/>
              <a:buChar char="v"/>
            </a:pPr>
            <a:r>
              <a:rPr lang="en-US" sz="1800" dirty="0"/>
              <a:t>Use AI where it improves real work.</a:t>
            </a:r>
          </a:p>
          <a:p>
            <a:pPr marL="285750" indent="-285750" algn="r">
              <a:buClr>
                <a:schemeClr val="accent4"/>
              </a:buClr>
              <a:buFont typeface="Wingdings" pitchFamily="2" charset="2"/>
              <a:buChar char="v"/>
            </a:pPr>
            <a:r>
              <a:rPr lang="en-US" sz="1800" dirty="0"/>
              <a:t>Earn trust through credible execution.</a:t>
            </a:r>
          </a:p>
          <a:p>
            <a:pPr marL="285750" indent="-285750" algn="r">
              <a:buClr>
                <a:schemeClr val="accent4"/>
              </a:buClr>
              <a:buFont typeface="Wingdings" pitchFamily="2" charset="2"/>
              <a:buChar char="v"/>
            </a:pPr>
            <a:r>
              <a:rPr lang="en-US" sz="1800" dirty="0"/>
              <a:t>Help our teams execute across functions.</a:t>
            </a:r>
          </a:p>
          <a:p>
            <a:pPr marL="285750" indent="-285750" algn="r">
              <a:buClr>
                <a:schemeClr val="accent4"/>
              </a:buClr>
              <a:buFont typeface="Wingdings" pitchFamily="2" charset="2"/>
              <a:buChar char="v"/>
            </a:pPr>
            <a:r>
              <a:rPr lang="en-US" sz="1800" dirty="0"/>
              <a:t>Keep systems open to our broader environment.</a:t>
            </a:r>
          </a:p>
          <a:p>
            <a:pPr marL="285750" indent="-285750" algn="r">
              <a:buClr>
                <a:schemeClr val="accent4"/>
              </a:buClr>
              <a:buFont typeface="Wingdings" pitchFamily="2" charset="2"/>
              <a:buChar char="v"/>
            </a:pPr>
            <a:r>
              <a:rPr lang="en-US" sz="1800" dirty="0"/>
              <a:t>Connect business processes, data, and technology decisions.</a:t>
            </a:r>
          </a:p>
        </p:txBody>
      </p:sp>
      <p:sp>
        <p:nvSpPr>
          <p:cNvPr id="3" name="Footer Placeholder 2">
            <a:extLst>
              <a:ext uri="{FF2B5EF4-FFF2-40B4-BE49-F238E27FC236}">
                <a16:creationId xmlns:a16="http://schemas.microsoft.com/office/drawing/2014/main" id="{BA1F184E-B0D0-DEAA-BD21-CEDAAB944EBF}"/>
              </a:ext>
            </a:extLst>
          </p:cNvPr>
          <p:cNvSpPr>
            <a:spLocks noGrp="1"/>
          </p:cNvSpPr>
          <p:nvPr>
            <p:ph type="ftr" sz="quarter" idx="44"/>
          </p:nvPr>
        </p:nvSpPr>
        <p:spPr/>
        <p:txBody>
          <a:bodyPr/>
          <a:lstStyle/>
          <a:p>
            <a:r>
              <a:rPr lang="en-US"/>
              <a:t>Copyright © 2026,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F344BDB3-EE99-37B8-CE5C-C771EF0AC096}"/>
              </a:ext>
            </a:extLst>
          </p:cNvPr>
          <p:cNvSpPr>
            <a:spLocks noGrp="1"/>
          </p:cNvSpPr>
          <p:nvPr>
            <p:ph type="sldNum" sz="quarter" idx="45"/>
          </p:nvPr>
        </p:nvSpPr>
        <p:spPr/>
        <p:txBody>
          <a:bodyPr/>
          <a:lstStyle/>
          <a:p>
            <a:fld id="{345D60D9-5372-5F40-9443-0F9AE5BDC3C8}" type="slidenum">
              <a:rPr lang="en-US" smtClean="0"/>
              <a:pPr/>
              <a:t>4</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70E739-91D5-EDA6-A035-47BDF21A4106}"/>
              </a:ext>
            </a:extLst>
          </p:cNvPr>
          <p:cNvSpPr>
            <a:spLocks noGrp="1"/>
          </p:cNvSpPr>
          <p:nvPr>
            <p:ph type="title"/>
          </p:nvPr>
        </p:nvSpPr>
        <p:spPr>
          <a:xfrm>
            <a:off x="768875" y="182403"/>
            <a:ext cx="10671048" cy="822960"/>
          </a:xfrm>
        </p:spPr>
        <p:txBody>
          <a:bodyPr/>
          <a:lstStyle/>
          <a:p>
            <a:r>
              <a:rPr lang="en-US" dirty="0"/>
              <a:t>Why Enterprise Outcomes Are Hard to Deliver</a:t>
            </a:r>
            <a:br>
              <a:rPr lang="en-US" dirty="0"/>
            </a:br>
            <a:endParaRPr lang="en-US" dirty="0"/>
          </a:p>
        </p:txBody>
      </p:sp>
      <p:grpSp>
        <p:nvGrpSpPr>
          <p:cNvPr id="28" name="Group 27">
            <a:extLst>
              <a:ext uri="{FF2B5EF4-FFF2-40B4-BE49-F238E27FC236}">
                <a16:creationId xmlns:a16="http://schemas.microsoft.com/office/drawing/2014/main" id="{7FD0A15B-1A51-9211-CF8C-865311EA30B3}"/>
              </a:ext>
            </a:extLst>
          </p:cNvPr>
          <p:cNvGrpSpPr/>
          <p:nvPr/>
        </p:nvGrpSpPr>
        <p:grpSpPr>
          <a:xfrm>
            <a:off x="2569646" y="4414856"/>
            <a:ext cx="1972958" cy="1693843"/>
            <a:chOff x="2569646" y="4414856"/>
            <a:chExt cx="1972958" cy="1693843"/>
          </a:xfrm>
        </p:grpSpPr>
        <p:sp>
          <p:nvSpPr>
            <p:cNvPr id="6" name="Freeform 5">
              <a:extLst>
                <a:ext uri="{FF2B5EF4-FFF2-40B4-BE49-F238E27FC236}">
                  <a16:creationId xmlns:a16="http://schemas.microsoft.com/office/drawing/2014/main" id="{21B7E81B-1FB2-135C-3848-EA88CFB1E53E}"/>
                </a:ext>
              </a:extLst>
            </p:cNvPr>
            <p:cNvSpPr/>
            <p:nvPr/>
          </p:nvSpPr>
          <p:spPr>
            <a:xfrm>
              <a:off x="2569646" y="4414856"/>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Business priorities cross teams, systems, and data sources.</a:t>
              </a:r>
              <a:endParaRPr lang="en-US" sz="1500" kern="1200" dirty="0"/>
            </a:p>
          </p:txBody>
        </p:sp>
        <p:sp>
          <p:nvSpPr>
            <p:cNvPr id="7" name="Hexagon 6">
              <a:extLst>
                <a:ext uri="{FF2B5EF4-FFF2-40B4-BE49-F238E27FC236}">
                  <a16:creationId xmlns:a16="http://schemas.microsoft.com/office/drawing/2014/main" id="{24C9F842-CDC4-0576-6C48-B86E42EEFB26}"/>
                </a:ext>
              </a:extLst>
            </p:cNvPr>
            <p:cNvSpPr/>
            <p:nvPr/>
          </p:nvSpPr>
          <p:spPr>
            <a:xfrm>
              <a:off x="2616721" y="5172284"/>
              <a:ext cx="230143" cy="198374"/>
            </a:xfrm>
            <a:prstGeom prst="hexagon">
              <a:avLst>
                <a:gd name="adj" fmla="val 25000"/>
                <a:gd name="vf" fmla="val 115470"/>
              </a:avLst>
            </a:prstGeom>
          </p:spPr>
          <p:style>
            <a:lnRef idx="2">
              <a:schemeClr val="accent3">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7" name="Group 26">
            <a:extLst>
              <a:ext uri="{FF2B5EF4-FFF2-40B4-BE49-F238E27FC236}">
                <a16:creationId xmlns:a16="http://schemas.microsoft.com/office/drawing/2014/main" id="{11C9DB33-982D-E6BF-03DB-15CBCD210CAF}"/>
              </a:ext>
            </a:extLst>
          </p:cNvPr>
          <p:cNvGrpSpPr/>
          <p:nvPr/>
        </p:nvGrpSpPr>
        <p:grpSpPr>
          <a:xfrm>
            <a:off x="871814" y="3478441"/>
            <a:ext cx="1972958" cy="1693843"/>
            <a:chOff x="871814" y="3478441"/>
            <a:chExt cx="1972958" cy="1693843"/>
          </a:xfrm>
        </p:grpSpPr>
        <p:sp>
          <p:nvSpPr>
            <p:cNvPr id="9" name="Hexagon 8" descr="Skyscrapers shown from view looking up">
              <a:extLst>
                <a:ext uri="{FF2B5EF4-FFF2-40B4-BE49-F238E27FC236}">
                  <a16:creationId xmlns:a16="http://schemas.microsoft.com/office/drawing/2014/main" id="{5262B8E8-F5EB-DB31-8298-A7CCF25E602E}"/>
                </a:ext>
              </a:extLst>
            </p:cNvPr>
            <p:cNvSpPr/>
            <p:nvPr/>
          </p:nvSpPr>
          <p:spPr>
            <a:xfrm>
              <a:off x="871814" y="3478441"/>
              <a:ext cx="1972958" cy="1693843"/>
            </a:xfrm>
            <a:prstGeom prst="hexagon">
              <a:avLst>
                <a:gd name="adj" fmla="val 25000"/>
                <a:gd name="vf" fmla="val 115470"/>
              </a:avLst>
            </a:prstGeom>
            <a:blipFill>
              <a:blip r:embed="rId3" cstate="screen">
                <a:duotone>
                  <a:prstClr val="black"/>
                  <a:schemeClr val="accent3">
                    <a:tint val="45000"/>
                    <a:satMod val="400000"/>
                  </a:schemeClr>
                </a:duotone>
                <a:extLst>
                  <a:ext uri="{28A0092B-C50C-407E-A947-70E740481C1C}">
                    <a14:useLocalDpi xmlns:a14="http://schemas.microsoft.com/office/drawing/2010/main"/>
                  </a:ext>
                </a:extLst>
              </a:blip>
              <a:srcRect/>
              <a:stretch>
                <a:fillRect/>
              </a:stretch>
            </a:blipFill>
          </p:spPr>
          <p:style>
            <a:lnRef idx="2">
              <a:schemeClr val="accent3">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Hexagon 9">
              <a:extLst>
                <a:ext uri="{FF2B5EF4-FFF2-40B4-BE49-F238E27FC236}">
                  <a16:creationId xmlns:a16="http://schemas.microsoft.com/office/drawing/2014/main" id="{2661FBCF-DE7F-32E9-4165-5A07B2176116}"/>
                </a:ext>
              </a:extLst>
            </p:cNvPr>
            <p:cNvSpPr/>
            <p:nvPr/>
          </p:nvSpPr>
          <p:spPr>
            <a:xfrm>
              <a:off x="2223384" y="4947310"/>
              <a:ext cx="230143" cy="198374"/>
            </a:xfrm>
            <a:prstGeom prst="hexagon">
              <a:avLst>
                <a:gd name="adj" fmla="val 25000"/>
                <a:gd name="vf" fmla="val 115470"/>
              </a:avLst>
            </a:prstGeom>
            <a:solidFill>
              <a:schemeClr val="accent3"/>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0" name="Group 29">
            <a:extLst>
              <a:ext uri="{FF2B5EF4-FFF2-40B4-BE49-F238E27FC236}">
                <a16:creationId xmlns:a16="http://schemas.microsoft.com/office/drawing/2014/main" id="{49611D37-452B-2FCD-048E-E94AB717B92A}"/>
              </a:ext>
            </a:extLst>
          </p:cNvPr>
          <p:cNvGrpSpPr/>
          <p:nvPr/>
        </p:nvGrpSpPr>
        <p:grpSpPr>
          <a:xfrm>
            <a:off x="4267478" y="3473030"/>
            <a:ext cx="1972958" cy="1693843"/>
            <a:chOff x="4267478" y="3473030"/>
            <a:chExt cx="1972958" cy="1693843"/>
          </a:xfrm>
        </p:grpSpPr>
        <p:sp>
          <p:nvSpPr>
            <p:cNvPr id="11" name="Freeform 10">
              <a:extLst>
                <a:ext uri="{FF2B5EF4-FFF2-40B4-BE49-F238E27FC236}">
                  <a16:creationId xmlns:a16="http://schemas.microsoft.com/office/drawing/2014/main" id="{5CF64051-1B51-5AE8-01D2-F400BDE069E9}"/>
                </a:ext>
              </a:extLst>
            </p:cNvPr>
            <p:cNvSpPr/>
            <p:nvPr/>
          </p:nvSpPr>
          <p:spPr>
            <a:xfrm>
              <a:off x="4267478" y="3473030"/>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D5683F"/>
            </a:solidFill>
          </p:spPr>
          <p:style>
            <a:lnRef idx="2">
              <a:schemeClr val="accent3">
                <a:hueOff val="534667"/>
                <a:satOff val="5582"/>
                <a:lumOff val="5000"/>
                <a:alphaOff val="0"/>
              </a:schemeClr>
            </a:lnRef>
            <a:fillRef idx="1">
              <a:scrgbClr r="0" g="0" b="0"/>
            </a:fillRef>
            <a:effectRef idx="0">
              <a:schemeClr val="accent3">
                <a:hueOff val="534667"/>
                <a:satOff val="5582"/>
                <a:lumOff val="5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Disconnected workflows create delays and unclear ownership.</a:t>
              </a:r>
              <a:endParaRPr lang="en-US" sz="1500" kern="1200" dirty="0"/>
            </a:p>
          </p:txBody>
        </p:sp>
        <p:sp>
          <p:nvSpPr>
            <p:cNvPr id="12" name="Hexagon 11">
              <a:extLst>
                <a:ext uri="{FF2B5EF4-FFF2-40B4-BE49-F238E27FC236}">
                  <a16:creationId xmlns:a16="http://schemas.microsoft.com/office/drawing/2014/main" id="{B5E1B53D-42D8-3B40-DF7C-B3A7358BD6C1}"/>
                </a:ext>
              </a:extLst>
            </p:cNvPr>
            <p:cNvSpPr/>
            <p:nvPr/>
          </p:nvSpPr>
          <p:spPr>
            <a:xfrm>
              <a:off x="5625325" y="4938293"/>
              <a:ext cx="230143" cy="198374"/>
            </a:xfrm>
            <a:prstGeom prst="hexagon">
              <a:avLst>
                <a:gd name="adj" fmla="val 25000"/>
                <a:gd name="vf" fmla="val 115470"/>
              </a:avLst>
            </a:prstGeom>
          </p:spPr>
          <p:style>
            <a:lnRef idx="2">
              <a:schemeClr val="accent3">
                <a:hueOff val="475259"/>
                <a:satOff val="4961"/>
                <a:lumOff val="444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3" name="Group 32">
            <a:extLst>
              <a:ext uri="{FF2B5EF4-FFF2-40B4-BE49-F238E27FC236}">
                <a16:creationId xmlns:a16="http://schemas.microsoft.com/office/drawing/2014/main" id="{B9DAB477-71E8-59B3-24C4-4C64F50FEECB}"/>
              </a:ext>
            </a:extLst>
          </p:cNvPr>
          <p:cNvGrpSpPr/>
          <p:nvPr/>
        </p:nvGrpSpPr>
        <p:grpSpPr>
          <a:xfrm>
            <a:off x="5964264" y="4411249"/>
            <a:ext cx="1972958" cy="1693843"/>
            <a:chOff x="5964264" y="4411249"/>
            <a:chExt cx="1972958" cy="1693843"/>
          </a:xfrm>
        </p:grpSpPr>
        <p:sp>
          <p:nvSpPr>
            <p:cNvPr id="13" name="Hexagon 12" descr="Abstract render of glass nodes and mesh">
              <a:extLst>
                <a:ext uri="{FF2B5EF4-FFF2-40B4-BE49-F238E27FC236}">
                  <a16:creationId xmlns:a16="http://schemas.microsoft.com/office/drawing/2014/main" id="{23282AB3-AEAB-D748-603F-694E8FB22D21}"/>
                </a:ext>
              </a:extLst>
            </p:cNvPr>
            <p:cNvSpPr/>
            <p:nvPr/>
          </p:nvSpPr>
          <p:spPr>
            <a:xfrm>
              <a:off x="5964264" y="4411249"/>
              <a:ext cx="1972958" cy="1693843"/>
            </a:xfrm>
            <a:prstGeom prst="hexagon">
              <a:avLst>
                <a:gd name="adj" fmla="val 25000"/>
                <a:gd name="vf" fmla="val 115470"/>
              </a:avLst>
            </a:prstGeom>
            <a:blipFill>
              <a:blip r:embed="rId4" cstate="screen">
                <a:duotone>
                  <a:prstClr val="black"/>
                  <a:srgbClr val="D5683F">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534667"/>
                <a:satOff val="5582"/>
                <a:lumOff val="5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Hexagon 13">
              <a:extLst>
                <a:ext uri="{FF2B5EF4-FFF2-40B4-BE49-F238E27FC236}">
                  <a16:creationId xmlns:a16="http://schemas.microsoft.com/office/drawing/2014/main" id="{311A74C3-6BFF-BAD8-9712-703C87135C6D}"/>
                </a:ext>
              </a:extLst>
            </p:cNvPr>
            <p:cNvSpPr/>
            <p:nvPr/>
          </p:nvSpPr>
          <p:spPr>
            <a:xfrm>
              <a:off x="6012385" y="5165070"/>
              <a:ext cx="230143" cy="198374"/>
            </a:xfrm>
            <a:prstGeom prst="hexagon">
              <a:avLst>
                <a:gd name="adj" fmla="val 25000"/>
                <a:gd name="vf" fmla="val 115470"/>
              </a:avLst>
            </a:prstGeom>
            <a:solidFill>
              <a:srgbClr val="D5683F"/>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9" name="Group 28">
            <a:extLst>
              <a:ext uri="{FF2B5EF4-FFF2-40B4-BE49-F238E27FC236}">
                <a16:creationId xmlns:a16="http://schemas.microsoft.com/office/drawing/2014/main" id="{A85A1AB3-EBAB-8CC5-4560-FAC108DAA89A}"/>
              </a:ext>
            </a:extLst>
          </p:cNvPr>
          <p:cNvGrpSpPr/>
          <p:nvPr/>
        </p:nvGrpSpPr>
        <p:grpSpPr>
          <a:xfrm>
            <a:off x="2569646" y="2542025"/>
            <a:ext cx="1972958" cy="1693843"/>
            <a:chOff x="2569646" y="2542025"/>
            <a:chExt cx="1972958" cy="1693843"/>
          </a:xfrm>
        </p:grpSpPr>
        <p:sp>
          <p:nvSpPr>
            <p:cNvPr id="15" name="Freeform 14">
              <a:extLst>
                <a:ext uri="{FF2B5EF4-FFF2-40B4-BE49-F238E27FC236}">
                  <a16:creationId xmlns:a16="http://schemas.microsoft.com/office/drawing/2014/main" id="{8A19B5E2-549C-69BB-173C-A95DCBF92C0F}"/>
                </a:ext>
              </a:extLst>
            </p:cNvPr>
            <p:cNvSpPr/>
            <p:nvPr/>
          </p:nvSpPr>
          <p:spPr>
            <a:xfrm>
              <a:off x="2569646" y="2542025"/>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E08B4E"/>
            </a:solidFill>
          </p:spPr>
          <p:style>
            <a:lnRef idx="2">
              <a:schemeClr val="accent3">
                <a:hueOff val="1069334"/>
                <a:satOff val="11163"/>
                <a:lumOff val="10000"/>
                <a:alphaOff val="0"/>
              </a:schemeClr>
            </a:lnRef>
            <a:fillRef idx="1">
              <a:scrgbClr r="0" g="0" b="0"/>
            </a:fillRef>
            <a:effectRef idx="0">
              <a:schemeClr val="accent3">
                <a:hueOff val="1069334"/>
                <a:satOff val="11163"/>
                <a:lumOff val="10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AI adds risk when it is not tied to governance and execution.</a:t>
              </a:r>
              <a:endParaRPr lang="en-US" sz="1500" kern="1200" dirty="0"/>
            </a:p>
          </p:txBody>
        </p:sp>
        <p:sp>
          <p:nvSpPr>
            <p:cNvPr id="16" name="Hexagon 15">
              <a:extLst>
                <a:ext uri="{FF2B5EF4-FFF2-40B4-BE49-F238E27FC236}">
                  <a16:creationId xmlns:a16="http://schemas.microsoft.com/office/drawing/2014/main" id="{1C6A4147-25F6-F7D1-20C7-477C260C7081}"/>
                </a:ext>
              </a:extLst>
            </p:cNvPr>
            <p:cNvSpPr/>
            <p:nvPr/>
          </p:nvSpPr>
          <p:spPr>
            <a:xfrm>
              <a:off x="3921216" y="2574035"/>
              <a:ext cx="230143" cy="198374"/>
            </a:xfrm>
            <a:prstGeom prst="hexagon">
              <a:avLst>
                <a:gd name="adj" fmla="val 25000"/>
                <a:gd name="vf" fmla="val 115470"/>
              </a:avLst>
            </a:prstGeom>
          </p:spPr>
          <p:style>
            <a:lnRef idx="2">
              <a:schemeClr val="accent3">
                <a:hueOff val="950519"/>
                <a:satOff val="9923"/>
                <a:lumOff val="888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3B7F2319-27CD-1666-5C16-1F649F4C7738}"/>
              </a:ext>
            </a:extLst>
          </p:cNvPr>
          <p:cNvGrpSpPr/>
          <p:nvPr/>
        </p:nvGrpSpPr>
        <p:grpSpPr>
          <a:xfrm>
            <a:off x="4267478" y="1600200"/>
            <a:ext cx="1972958" cy="1693843"/>
            <a:chOff x="4267478" y="1600200"/>
            <a:chExt cx="1972958" cy="1693843"/>
          </a:xfrm>
        </p:grpSpPr>
        <p:sp>
          <p:nvSpPr>
            <p:cNvPr id="17" name="Hexagon 16" descr="3D rendering of shapes in different colors and are stacked">
              <a:extLst>
                <a:ext uri="{FF2B5EF4-FFF2-40B4-BE49-F238E27FC236}">
                  <a16:creationId xmlns:a16="http://schemas.microsoft.com/office/drawing/2014/main" id="{F64E1464-EE32-CA6A-5D01-3136A7B4C8B2}"/>
                </a:ext>
              </a:extLst>
            </p:cNvPr>
            <p:cNvSpPr/>
            <p:nvPr/>
          </p:nvSpPr>
          <p:spPr>
            <a:xfrm>
              <a:off x="4267478" y="1600200"/>
              <a:ext cx="1972958" cy="1693843"/>
            </a:xfrm>
            <a:prstGeom prst="hexagon">
              <a:avLst>
                <a:gd name="adj" fmla="val 25000"/>
                <a:gd name="vf" fmla="val 115470"/>
              </a:avLst>
            </a:prstGeom>
            <a:blipFill>
              <a:blip r:embed="rId5" cstate="screen">
                <a:duotone>
                  <a:prstClr val="black"/>
                  <a:srgbClr val="E08B4E">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1069334"/>
                <a:satOff val="11163"/>
                <a:lumOff val="10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 name="Hexagon 17">
              <a:extLst>
                <a:ext uri="{FF2B5EF4-FFF2-40B4-BE49-F238E27FC236}">
                  <a16:creationId xmlns:a16="http://schemas.microsoft.com/office/drawing/2014/main" id="{74385671-A5FD-2829-A877-357F91CD55A2}"/>
                </a:ext>
              </a:extLst>
            </p:cNvPr>
            <p:cNvSpPr/>
            <p:nvPr/>
          </p:nvSpPr>
          <p:spPr>
            <a:xfrm>
              <a:off x="4322922" y="2350865"/>
              <a:ext cx="230143" cy="198374"/>
            </a:xfrm>
            <a:prstGeom prst="hexagon">
              <a:avLst>
                <a:gd name="adj" fmla="val 25000"/>
                <a:gd name="vf" fmla="val 115470"/>
              </a:avLst>
            </a:prstGeom>
            <a:solidFill>
              <a:srgbClr val="E08B4E"/>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2" name="Group 31">
            <a:extLst>
              <a:ext uri="{FF2B5EF4-FFF2-40B4-BE49-F238E27FC236}">
                <a16:creationId xmlns:a16="http://schemas.microsoft.com/office/drawing/2014/main" id="{384BEC42-22F3-7E7E-7C11-1357479FD727}"/>
              </a:ext>
            </a:extLst>
          </p:cNvPr>
          <p:cNvGrpSpPr/>
          <p:nvPr/>
        </p:nvGrpSpPr>
        <p:grpSpPr>
          <a:xfrm>
            <a:off x="5964264" y="2538418"/>
            <a:ext cx="1972958" cy="1693843"/>
            <a:chOff x="5964264" y="2538418"/>
            <a:chExt cx="1972958" cy="1693843"/>
          </a:xfrm>
        </p:grpSpPr>
        <p:sp>
          <p:nvSpPr>
            <p:cNvPr id="19" name="Freeform 18">
              <a:extLst>
                <a:ext uri="{FF2B5EF4-FFF2-40B4-BE49-F238E27FC236}">
                  <a16:creationId xmlns:a16="http://schemas.microsoft.com/office/drawing/2014/main" id="{89C4D9DE-CB93-4494-E4F7-197C3700604D}"/>
                </a:ext>
              </a:extLst>
            </p:cNvPr>
            <p:cNvSpPr/>
            <p:nvPr/>
          </p:nvSpPr>
          <p:spPr>
            <a:xfrm>
              <a:off x="5964264" y="2538418"/>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E8AD5F"/>
            </a:solidFill>
          </p:spPr>
          <p:style>
            <a:lnRef idx="2">
              <a:schemeClr val="accent3">
                <a:hueOff val="1604000"/>
                <a:satOff val="16745"/>
                <a:lumOff val="15000"/>
                <a:alphaOff val="0"/>
              </a:schemeClr>
            </a:lnRef>
            <a:fillRef idx="1">
              <a:scrgbClr r="0" g="0" b="0"/>
            </a:fillRef>
            <a:effectRef idx="0">
              <a:schemeClr val="accent3">
                <a:hueOff val="1604000"/>
                <a:satOff val="16745"/>
                <a:lumOff val="15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Integration gaps make value harder to realize.</a:t>
              </a:r>
              <a:endParaRPr lang="en-US" sz="1500" kern="1200" dirty="0"/>
            </a:p>
          </p:txBody>
        </p:sp>
        <p:sp>
          <p:nvSpPr>
            <p:cNvPr id="20" name="Hexagon 19">
              <a:extLst>
                <a:ext uri="{FF2B5EF4-FFF2-40B4-BE49-F238E27FC236}">
                  <a16:creationId xmlns:a16="http://schemas.microsoft.com/office/drawing/2014/main" id="{F3A8E04F-D1F9-0C19-5A34-90D97D87AE79}"/>
                </a:ext>
              </a:extLst>
            </p:cNvPr>
            <p:cNvSpPr/>
            <p:nvPr/>
          </p:nvSpPr>
          <p:spPr>
            <a:xfrm>
              <a:off x="7671511" y="3289084"/>
              <a:ext cx="230143" cy="198374"/>
            </a:xfrm>
            <a:prstGeom prst="hexagon">
              <a:avLst>
                <a:gd name="adj" fmla="val 25000"/>
                <a:gd name="vf" fmla="val 115470"/>
              </a:avLst>
            </a:prstGeom>
          </p:spPr>
          <p:style>
            <a:lnRef idx="2">
              <a:schemeClr val="accent3">
                <a:hueOff val="1425778"/>
                <a:satOff val="14884"/>
                <a:lumOff val="13333"/>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4" name="Group 33">
            <a:extLst>
              <a:ext uri="{FF2B5EF4-FFF2-40B4-BE49-F238E27FC236}">
                <a16:creationId xmlns:a16="http://schemas.microsoft.com/office/drawing/2014/main" id="{B2103492-3D00-DAAF-314D-FBF10FF18645}"/>
              </a:ext>
            </a:extLst>
          </p:cNvPr>
          <p:cNvGrpSpPr/>
          <p:nvPr/>
        </p:nvGrpSpPr>
        <p:grpSpPr>
          <a:xfrm>
            <a:off x="7662096" y="3490614"/>
            <a:ext cx="1972958" cy="1693843"/>
            <a:chOff x="7662096" y="3490614"/>
            <a:chExt cx="1972958" cy="1693843"/>
          </a:xfrm>
        </p:grpSpPr>
        <p:sp>
          <p:nvSpPr>
            <p:cNvPr id="21" name="Hexagon 20" descr="White jigsaw puzzle and one final piece being added">
              <a:extLst>
                <a:ext uri="{FF2B5EF4-FFF2-40B4-BE49-F238E27FC236}">
                  <a16:creationId xmlns:a16="http://schemas.microsoft.com/office/drawing/2014/main" id="{6283BFAD-072A-A68F-AC48-060235AAA90F}"/>
                </a:ext>
              </a:extLst>
            </p:cNvPr>
            <p:cNvSpPr/>
            <p:nvPr/>
          </p:nvSpPr>
          <p:spPr>
            <a:xfrm>
              <a:off x="7662096" y="3490614"/>
              <a:ext cx="1972958" cy="1693843"/>
            </a:xfrm>
            <a:prstGeom prst="hexagon">
              <a:avLst>
                <a:gd name="adj" fmla="val 25000"/>
                <a:gd name="vf" fmla="val 115470"/>
              </a:avLst>
            </a:prstGeom>
            <a:blipFill>
              <a:blip r:embed="rId6" cstate="screen">
                <a:duotone>
                  <a:prstClr val="black"/>
                  <a:srgbClr val="E8AD5F">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1604000"/>
                <a:satOff val="16745"/>
                <a:lumOff val="15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Hexagon 21">
              <a:extLst>
                <a:ext uri="{FF2B5EF4-FFF2-40B4-BE49-F238E27FC236}">
                  <a16:creationId xmlns:a16="http://schemas.microsoft.com/office/drawing/2014/main" id="{D3EAFEB3-2F6E-4BCD-24D9-AFA8FE14E463}"/>
                </a:ext>
              </a:extLst>
            </p:cNvPr>
            <p:cNvSpPr/>
            <p:nvPr/>
          </p:nvSpPr>
          <p:spPr>
            <a:xfrm>
              <a:off x="8047063" y="3521271"/>
              <a:ext cx="230143" cy="198374"/>
            </a:xfrm>
            <a:prstGeom prst="hexagon">
              <a:avLst>
                <a:gd name="adj" fmla="val 25000"/>
                <a:gd name="vf" fmla="val 115470"/>
              </a:avLst>
            </a:prstGeom>
            <a:solidFill>
              <a:srgbClr val="E8AD5F"/>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5" name="Group 34">
            <a:extLst>
              <a:ext uri="{FF2B5EF4-FFF2-40B4-BE49-F238E27FC236}">
                <a16:creationId xmlns:a16="http://schemas.microsoft.com/office/drawing/2014/main" id="{E78BF6BB-E460-A576-F0BF-A771A3EF917C}"/>
              </a:ext>
            </a:extLst>
          </p:cNvPr>
          <p:cNvGrpSpPr/>
          <p:nvPr/>
        </p:nvGrpSpPr>
        <p:grpSpPr>
          <a:xfrm>
            <a:off x="7662096" y="1618233"/>
            <a:ext cx="1972958" cy="1693843"/>
            <a:chOff x="7662096" y="1618233"/>
            <a:chExt cx="1972958" cy="1693843"/>
          </a:xfrm>
        </p:grpSpPr>
        <p:sp>
          <p:nvSpPr>
            <p:cNvPr id="23" name="Freeform 22">
              <a:extLst>
                <a:ext uri="{FF2B5EF4-FFF2-40B4-BE49-F238E27FC236}">
                  <a16:creationId xmlns:a16="http://schemas.microsoft.com/office/drawing/2014/main" id="{86BA3F90-492D-1F5D-AA59-C73D977CBBE1}"/>
                </a:ext>
              </a:extLst>
            </p:cNvPr>
            <p:cNvSpPr/>
            <p:nvPr/>
          </p:nvSpPr>
          <p:spPr>
            <a:xfrm>
              <a:off x="7662096" y="1618233"/>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CFB060"/>
            </a:solidFill>
          </p:spPr>
          <p:style>
            <a:lnRef idx="2">
              <a:schemeClr val="accent3">
                <a:hueOff val="2138667"/>
                <a:satOff val="22326"/>
                <a:lumOff val="20000"/>
                <a:alphaOff val="0"/>
              </a:schemeClr>
            </a:lnRef>
            <a:fillRef idx="1">
              <a:scrgbClr r="0" g="0" b="0"/>
            </a:fillRef>
            <a:effectRef idx="0">
              <a:schemeClr val="accent3">
                <a:hueOff val="2138667"/>
                <a:satOff val="22326"/>
                <a:lumOff val="20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Customers need a partner that can absorb complexity.</a:t>
              </a:r>
              <a:endParaRPr lang="en-US" sz="1500" kern="1200" dirty="0"/>
            </a:p>
          </p:txBody>
        </p:sp>
        <p:sp>
          <p:nvSpPr>
            <p:cNvPr id="24" name="Hexagon 23">
              <a:extLst>
                <a:ext uri="{FF2B5EF4-FFF2-40B4-BE49-F238E27FC236}">
                  <a16:creationId xmlns:a16="http://schemas.microsoft.com/office/drawing/2014/main" id="{0AA36EC2-57CE-8FAF-6511-C9DE6BEF4235}"/>
                </a:ext>
              </a:extLst>
            </p:cNvPr>
            <p:cNvSpPr/>
            <p:nvPr/>
          </p:nvSpPr>
          <p:spPr>
            <a:xfrm>
              <a:off x="9369343" y="2377465"/>
              <a:ext cx="230143" cy="198374"/>
            </a:xfrm>
            <a:prstGeom prst="hexagon">
              <a:avLst>
                <a:gd name="adj" fmla="val 25000"/>
                <a:gd name="vf" fmla="val 115470"/>
              </a:avLst>
            </a:prstGeom>
          </p:spPr>
          <p:style>
            <a:lnRef idx="2">
              <a:schemeClr val="accent3">
                <a:hueOff val="1901037"/>
                <a:satOff val="19845"/>
                <a:lumOff val="1777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6" name="Group 35">
            <a:extLst>
              <a:ext uri="{FF2B5EF4-FFF2-40B4-BE49-F238E27FC236}">
                <a16:creationId xmlns:a16="http://schemas.microsoft.com/office/drawing/2014/main" id="{0DF680A3-6C1D-E942-F2C2-937A348AB515}"/>
              </a:ext>
            </a:extLst>
          </p:cNvPr>
          <p:cNvGrpSpPr/>
          <p:nvPr/>
        </p:nvGrpSpPr>
        <p:grpSpPr>
          <a:xfrm>
            <a:off x="9359928" y="2563215"/>
            <a:ext cx="1972958" cy="1693843"/>
            <a:chOff x="9359928" y="2563215"/>
            <a:chExt cx="1972958" cy="1693843"/>
          </a:xfrm>
        </p:grpSpPr>
        <p:sp>
          <p:nvSpPr>
            <p:cNvPr id="25" name="Hexagon 24" descr="3D box skeletons">
              <a:extLst>
                <a:ext uri="{FF2B5EF4-FFF2-40B4-BE49-F238E27FC236}">
                  <a16:creationId xmlns:a16="http://schemas.microsoft.com/office/drawing/2014/main" id="{6C9EE389-30E6-4980-D5D8-D281AAF8E0A2}"/>
                </a:ext>
              </a:extLst>
            </p:cNvPr>
            <p:cNvSpPr/>
            <p:nvPr/>
          </p:nvSpPr>
          <p:spPr>
            <a:xfrm>
              <a:off x="9359928" y="2563215"/>
              <a:ext cx="1972958" cy="1693843"/>
            </a:xfrm>
            <a:prstGeom prst="hexagon">
              <a:avLst>
                <a:gd name="adj" fmla="val 25000"/>
                <a:gd name="vf" fmla="val 115470"/>
              </a:avLst>
            </a:prstGeom>
            <a:blipFill>
              <a:blip r:embed="rId7" cstate="screen">
                <a:duotone>
                  <a:prstClr val="black"/>
                  <a:srgbClr val="F0CC71">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2138667"/>
                <a:satOff val="22326"/>
                <a:lumOff val="20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6" name="Hexagon 25">
              <a:extLst>
                <a:ext uri="{FF2B5EF4-FFF2-40B4-BE49-F238E27FC236}">
                  <a16:creationId xmlns:a16="http://schemas.microsoft.com/office/drawing/2014/main" id="{1783E27E-30DD-B997-E11C-CE4BE7F88CC0}"/>
                </a:ext>
              </a:extLst>
            </p:cNvPr>
            <p:cNvSpPr/>
            <p:nvPr/>
          </p:nvSpPr>
          <p:spPr>
            <a:xfrm>
              <a:off x="9753264" y="2601086"/>
              <a:ext cx="230143" cy="198374"/>
            </a:xfrm>
            <a:prstGeom prst="hexagon">
              <a:avLst>
                <a:gd name="adj" fmla="val 25000"/>
                <a:gd name="vf" fmla="val 115470"/>
              </a:avLst>
            </a:prstGeom>
            <a:solidFill>
              <a:srgbClr val="CFB060"/>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2" name="Footer Placeholder 1">
            <a:extLst>
              <a:ext uri="{FF2B5EF4-FFF2-40B4-BE49-F238E27FC236}">
                <a16:creationId xmlns:a16="http://schemas.microsoft.com/office/drawing/2014/main" id="{7CEEF00D-E9BA-6052-E8FF-52F4AF79AB3F}"/>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EBF3297F-8870-BE0C-174D-2C4CA9C21B33}"/>
              </a:ext>
            </a:extLst>
          </p:cNvPr>
          <p:cNvSpPr>
            <a:spLocks noGrp="1"/>
          </p:cNvSpPr>
          <p:nvPr>
            <p:ph type="sldNum" sz="quarter" idx="4"/>
          </p:nvPr>
        </p:nvSpPr>
        <p:spPr/>
        <p:txBody>
          <a:bodyPr/>
          <a:lstStyle/>
          <a:p>
            <a:fld id="{345D60D9-5372-5F40-9443-0F9AE5BDC3C8}" type="slidenum">
              <a:rPr lang="en-US" smtClean="0"/>
              <a:pPr/>
              <a:t>5</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600"/>
                                        <p:tgtEl>
                                          <p:spTgt spid="27"/>
                                        </p:tgtEl>
                                      </p:cBhvr>
                                    </p:animEffect>
                                  </p:childTnLst>
                                </p:cTn>
                              </p:par>
                              <p:par>
                                <p:cTn id="8" presetID="42" presetClass="path" presetSubtype="0" accel="50000" decel="50000" fill="hold" nodeType="withEffect">
                                  <p:stCondLst>
                                    <p:cond delay="0"/>
                                  </p:stCondLst>
                                  <p:childTnLst>
                                    <p:animMotion origin="layout" path="M 0.00287 -0.07639 L -1.875E-6 -2.59259E-6 " pathEditMode="relative" rAng="0" ptsTypes="AA">
                                      <p:cBhvr>
                                        <p:cTn id="9" dur="500" fill="hold"/>
                                        <p:tgtEl>
                                          <p:spTgt spid="27"/>
                                        </p:tgtEl>
                                        <p:attrNameLst>
                                          <p:attrName>ppt_x</p:attrName>
                                          <p:attrName>ppt_y</p:attrName>
                                        </p:attrNameLst>
                                      </p:cBhvr>
                                      <p:rCtr x="-117" y="3912"/>
                                    </p:animMotion>
                                  </p:childTnLst>
                                </p:cTn>
                              </p:par>
                              <p:par>
                                <p:cTn id="10" presetID="10" presetClass="entr" presetSubtype="0"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600"/>
                                        <p:tgtEl>
                                          <p:spTgt spid="28"/>
                                        </p:tgtEl>
                                      </p:cBhvr>
                                    </p:animEffect>
                                  </p:childTnLst>
                                </p:cTn>
                              </p:par>
                              <p:par>
                                <p:cTn id="13" presetID="42" presetClass="path" presetSubtype="0" accel="50000" decel="50000" fill="hold" nodeType="withEffect">
                                  <p:stCondLst>
                                    <p:cond delay="0"/>
                                  </p:stCondLst>
                                  <p:childTnLst>
                                    <p:animMotion origin="layout" path="M 0.00287 -0.07639 L -1.875E-6 -2.59259E-6 " pathEditMode="relative" rAng="0" ptsTypes="AA">
                                      <p:cBhvr>
                                        <p:cTn id="14" dur="500" fill="hold"/>
                                        <p:tgtEl>
                                          <p:spTgt spid="28"/>
                                        </p:tgtEl>
                                        <p:attrNameLst>
                                          <p:attrName>ppt_x</p:attrName>
                                          <p:attrName>ppt_y</p:attrName>
                                        </p:attrNameLst>
                                      </p:cBhvr>
                                      <p:rCtr x="-117" y="3912"/>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600"/>
                                        <p:tgtEl>
                                          <p:spTgt spid="29"/>
                                        </p:tgtEl>
                                      </p:cBhvr>
                                    </p:animEffect>
                                  </p:childTnLst>
                                </p:cTn>
                              </p:par>
                              <p:par>
                                <p:cTn id="20" presetID="42" presetClass="path" presetSubtype="0" accel="50000" decel="50000" fill="hold" nodeType="withEffect">
                                  <p:stCondLst>
                                    <p:cond delay="0"/>
                                  </p:stCondLst>
                                  <p:childTnLst>
                                    <p:animMotion origin="layout" path="M 0.00287 -0.07639 L -1.875E-6 -2.59259E-6 " pathEditMode="relative" rAng="0" ptsTypes="AA">
                                      <p:cBhvr>
                                        <p:cTn id="21" dur="500" fill="hold"/>
                                        <p:tgtEl>
                                          <p:spTgt spid="29"/>
                                        </p:tgtEl>
                                        <p:attrNameLst>
                                          <p:attrName>ppt_x</p:attrName>
                                          <p:attrName>ppt_y</p:attrName>
                                        </p:attrNameLst>
                                      </p:cBhvr>
                                      <p:rCtr x="-117" y="3912"/>
                                    </p:animMotion>
                                  </p:childTnLst>
                                </p:cTn>
                              </p:par>
                              <p:par>
                                <p:cTn id="22" presetID="10" presetClass="entr" presetSubtype="0"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600"/>
                                        <p:tgtEl>
                                          <p:spTgt spid="31"/>
                                        </p:tgtEl>
                                      </p:cBhvr>
                                    </p:animEffect>
                                  </p:childTnLst>
                                </p:cTn>
                              </p:par>
                              <p:par>
                                <p:cTn id="25" presetID="42" presetClass="path" presetSubtype="0" accel="50000" decel="50000" fill="hold" nodeType="withEffect">
                                  <p:stCondLst>
                                    <p:cond delay="0"/>
                                  </p:stCondLst>
                                  <p:childTnLst>
                                    <p:animMotion origin="layout" path="M 0.00287 -0.07639 L -1.875E-6 -2.59259E-6 " pathEditMode="relative" rAng="0" ptsTypes="AA">
                                      <p:cBhvr>
                                        <p:cTn id="26" dur="500" fill="hold"/>
                                        <p:tgtEl>
                                          <p:spTgt spid="31"/>
                                        </p:tgtEl>
                                        <p:attrNameLst>
                                          <p:attrName>ppt_x</p:attrName>
                                          <p:attrName>ppt_y</p:attrName>
                                        </p:attrNameLst>
                                      </p:cBhvr>
                                      <p:rCtr x="-117" y="3912"/>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600"/>
                                        <p:tgtEl>
                                          <p:spTgt spid="30"/>
                                        </p:tgtEl>
                                      </p:cBhvr>
                                    </p:animEffect>
                                  </p:childTnLst>
                                </p:cTn>
                              </p:par>
                              <p:par>
                                <p:cTn id="32" presetID="42" presetClass="path" presetSubtype="0" accel="50000" decel="50000" fill="hold" nodeType="withEffect">
                                  <p:stCondLst>
                                    <p:cond delay="0"/>
                                  </p:stCondLst>
                                  <p:childTnLst>
                                    <p:animMotion origin="layout" path="M 0.00287 -0.07639 L -1.875E-6 -2.59259E-6 " pathEditMode="relative" rAng="0" ptsTypes="AA">
                                      <p:cBhvr>
                                        <p:cTn id="33" dur="500" fill="hold"/>
                                        <p:tgtEl>
                                          <p:spTgt spid="30"/>
                                        </p:tgtEl>
                                        <p:attrNameLst>
                                          <p:attrName>ppt_x</p:attrName>
                                          <p:attrName>ppt_y</p:attrName>
                                        </p:attrNameLst>
                                      </p:cBhvr>
                                      <p:rCtr x="-117" y="3912"/>
                                    </p:animMotion>
                                  </p:childTnLst>
                                </p:cTn>
                              </p:par>
                              <p:par>
                                <p:cTn id="34" presetID="10" presetClass="entr" presetSubtype="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600"/>
                                        <p:tgtEl>
                                          <p:spTgt spid="33"/>
                                        </p:tgtEl>
                                      </p:cBhvr>
                                    </p:animEffect>
                                  </p:childTnLst>
                                </p:cTn>
                              </p:par>
                              <p:par>
                                <p:cTn id="37" presetID="42" presetClass="path" presetSubtype="0" accel="50000" decel="50000" fill="hold" nodeType="withEffect">
                                  <p:stCondLst>
                                    <p:cond delay="0"/>
                                  </p:stCondLst>
                                  <p:childTnLst>
                                    <p:animMotion origin="layout" path="M 0.00287 -0.07639 L -1.875E-6 -2.59259E-6 " pathEditMode="relative" rAng="0" ptsTypes="AA">
                                      <p:cBhvr>
                                        <p:cTn id="38" dur="500" fill="hold"/>
                                        <p:tgtEl>
                                          <p:spTgt spid="33"/>
                                        </p:tgtEl>
                                        <p:attrNameLst>
                                          <p:attrName>ppt_x</p:attrName>
                                          <p:attrName>ppt_y</p:attrName>
                                        </p:attrNameLst>
                                      </p:cBhvr>
                                      <p:rCtr x="-117" y="3912"/>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600"/>
                                        <p:tgtEl>
                                          <p:spTgt spid="32"/>
                                        </p:tgtEl>
                                      </p:cBhvr>
                                    </p:animEffect>
                                  </p:childTnLst>
                                </p:cTn>
                              </p:par>
                              <p:par>
                                <p:cTn id="44" presetID="42" presetClass="path" presetSubtype="0" accel="50000" decel="50000" fill="hold" nodeType="withEffect">
                                  <p:stCondLst>
                                    <p:cond delay="0"/>
                                  </p:stCondLst>
                                  <p:childTnLst>
                                    <p:animMotion origin="layout" path="M 0.00287 -0.07639 L -1.875E-6 -2.59259E-6 " pathEditMode="relative" rAng="0" ptsTypes="AA">
                                      <p:cBhvr>
                                        <p:cTn id="45" dur="500" fill="hold"/>
                                        <p:tgtEl>
                                          <p:spTgt spid="32"/>
                                        </p:tgtEl>
                                        <p:attrNameLst>
                                          <p:attrName>ppt_x</p:attrName>
                                          <p:attrName>ppt_y</p:attrName>
                                        </p:attrNameLst>
                                      </p:cBhvr>
                                      <p:rCtr x="-117" y="3912"/>
                                    </p:animMotion>
                                  </p:childTnLst>
                                </p:cTn>
                              </p:par>
                              <p:par>
                                <p:cTn id="46" presetID="10" presetClass="entr" presetSubtype="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600"/>
                                        <p:tgtEl>
                                          <p:spTgt spid="34"/>
                                        </p:tgtEl>
                                      </p:cBhvr>
                                    </p:animEffect>
                                  </p:childTnLst>
                                </p:cTn>
                              </p:par>
                              <p:par>
                                <p:cTn id="49" presetID="42" presetClass="path" presetSubtype="0" accel="50000" decel="50000" fill="hold" nodeType="withEffect">
                                  <p:stCondLst>
                                    <p:cond delay="0"/>
                                  </p:stCondLst>
                                  <p:childTnLst>
                                    <p:animMotion origin="layout" path="M 0.00287 -0.07639 L -1.875E-6 -2.59259E-6 " pathEditMode="relative" rAng="0" ptsTypes="AA">
                                      <p:cBhvr>
                                        <p:cTn id="50" dur="500" fill="hold"/>
                                        <p:tgtEl>
                                          <p:spTgt spid="34"/>
                                        </p:tgtEl>
                                        <p:attrNameLst>
                                          <p:attrName>ppt_x</p:attrName>
                                          <p:attrName>ppt_y</p:attrName>
                                        </p:attrNameLst>
                                      </p:cBhvr>
                                      <p:rCtr x="-117" y="3912"/>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600"/>
                                        <p:tgtEl>
                                          <p:spTgt spid="35"/>
                                        </p:tgtEl>
                                      </p:cBhvr>
                                    </p:animEffect>
                                  </p:childTnLst>
                                </p:cTn>
                              </p:par>
                              <p:par>
                                <p:cTn id="56" presetID="42" presetClass="path" presetSubtype="0" accel="50000" decel="50000" fill="hold" nodeType="withEffect">
                                  <p:stCondLst>
                                    <p:cond delay="0"/>
                                  </p:stCondLst>
                                  <p:childTnLst>
                                    <p:animMotion origin="layout" path="M 0.00287 -0.07639 L -1.875E-6 -2.59259E-6 " pathEditMode="relative" rAng="0" ptsTypes="AA">
                                      <p:cBhvr>
                                        <p:cTn id="57" dur="500" fill="hold"/>
                                        <p:tgtEl>
                                          <p:spTgt spid="35"/>
                                        </p:tgtEl>
                                        <p:attrNameLst>
                                          <p:attrName>ppt_x</p:attrName>
                                          <p:attrName>ppt_y</p:attrName>
                                        </p:attrNameLst>
                                      </p:cBhvr>
                                      <p:rCtr x="-117" y="3912"/>
                                    </p:animMotion>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600"/>
                                        <p:tgtEl>
                                          <p:spTgt spid="36"/>
                                        </p:tgtEl>
                                      </p:cBhvr>
                                    </p:animEffect>
                                  </p:childTnLst>
                                </p:cTn>
                              </p:par>
                              <p:par>
                                <p:cTn id="61" presetID="42" presetClass="path" presetSubtype="0" accel="50000" decel="50000" fill="hold" nodeType="withEffect">
                                  <p:stCondLst>
                                    <p:cond delay="0"/>
                                  </p:stCondLst>
                                  <p:childTnLst>
                                    <p:animMotion origin="layout" path="M 0.00287 -0.07639 L -1.875E-6 -2.59259E-6 " pathEditMode="relative" rAng="0" ptsTypes="AA">
                                      <p:cBhvr>
                                        <p:cTn id="62" dur="500" fill="hold"/>
                                        <p:tgtEl>
                                          <p:spTgt spid="36"/>
                                        </p:tgtEl>
                                        <p:attrNameLst>
                                          <p:attrName>ppt_x</p:attrName>
                                          <p:attrName>ppt_y</p:attrName>
                                        </p:attrNameLst>
                                      </p:cBhvr>
                                      <p:rCtr x="-117" y="39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6998A-CDDF-D8C4-E2ED-5651D23B39A5}"/>
              </a:ext>
            </a:extLst>
          </p:cNvPr>
          <p:cNvSpPr>
            <a:spLocks noGrp="1"/>
          </p:cNvSpPr>
          <p:nvPr>
            <p:ph type="title"/>
          </p:nvPr>
        </p:nvSpPr>
        <p:spPr>
          <a:xfrm>
            <a:off x="768875" y="182403"/>
            <a:ext cx="10671048" cy="822960"/>
          </a:xfrm>
        </p:spPr>
        <p:txBody>
          <a:bodyPr/>
          <a:lstStyle/>
          <a:p>
            <a:r>
              <a:rPr lang="en-US" dirty="0"/>
              <a:t>How Oracle Helps</a:t>
            </a:r>
            <a:br>
              <a:rPr lang="en-US" dirty="0"/>
            </a:br>
            <a:endParaRPr lang="en-US" dirty="0"/>
          </a:p>
        </p:txBody>
      </p:sp>
      <p:graphicFrame>
        <p:nvGraphicFramePr>
          <p:cNvPr id="8" name="Content Placeholder 7">
            <a:extLst>
              <a:ext uri="{FF2B5EF4-FFF2-40B4-BE49-F238E27FC236}">
                <a16:creationId xmlns:a16="http://schemas.microsoft.com/office/drawing/2014/main" id="{5B352C5A-3920-90FD-7701-F2E978AA7A69}"/>
              </a:ext>
            </a:extLst>
          </p:cNvPr>
          <p:cNvGraphicFramePr>
            <a:graphicFrameLocks noGrp="1"/>
          </p:cNvGraphicFramePr>
          <p:nvPr>
            <p:ph sz="quarter" idx="14"/>
            <p:extLst>
              <p:ext uri="{D42A27DB-BD31-4B8C-83A1-F6EECF244321}">
                <p14:modId xmlns:p14="http://schemas.microsoft.com/office/powerpoint/2010/main" val="1731735095"/>
              </p:ext>
            </p:extLst>
          </p:nvPr>
        </p:nvGraphicFramePr>
        <p:xfrm>
          <a:off x="766763" y="1600200"/>
          <a:ext cx="10671175"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BB70F68B-F047-83F3-C5EF-6A589ACDC8C4}"/>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C8411777-1F47-826B-4734-D4E6CF7C2766}"/>
              </a:ext>
            </a:extLst>
          </p:cNvPr>
          <p:cNvSpPr>
            <a:spLocks noGrp="1"/>
          </p:cNvSpPr>
          <p:nvPr>
            <p:ph type="sldNum" sz="quarter" idx="4"/>
          </p:nvPr>
        </p:nvSpPr>
        <p:spPr/>
        <p:txBody>
          <a:bodyPr/>
          <a:lstStyle/>
          <a:p>
            <a:fld id="{345D60D9-5372-5F40-9443-0F9AE5BDC3C8}" type="slidenum">
              <a:rPr lang="en-US" smtClean="0"/>
              <a:pPr/>
              <a:t>6</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A188EE67-5035-B441-A8AD-CFA3FC3E3A74}"/>
                                            </p:graphicEl>
                                          </p:spTgt>
                                        </p:tgtEl>
                                        <p:attrNameLst>
                                          <p:attrName>style.visibility</p:attrName>
                                        </p:attrNameLst>
                                      </p:cBhvr>
                                      <p:to>
                                        <p:strVal val="visible"/>
                                      </p:to>
                                    </p:set>
                                    <p:animEffect transition="in" filter="fade">
                                      <p:cBhvr>
                                        <p:cTn id="7" dur="500"/>
                                        <p:tgtEl>
                                          <p:spTgt spid="8">
                                            <p:graphicEl>
                                              <a:dgm id="{A188EE67-5035-B441-A8AD-CFA3FC3E3A74}"/>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graphicEl>
                                              <a:dgm id="{BE4AAAEE-3969-6048-B454-4DA549B245D2}"/>
                                            </p:graphicEl>
                                          </p:spTgt>
                                        </p:tgtEl>
                                        <p:attrNameLst>
                                          <p:attrName>style.visibility</p:attrName>
                                        </p:attrNameLst>
                                      </p:cBhvr>
                                      <p:to>
                                        <p:strVal val="visible"/>
                                      </p:to>
                                    </p:set>
                                    <p:animEffect transition="in" filter="fade">
                                      <p:cBhvr>
                                        <p:cTn id="10" dur="500"/>
                                        <p:tgtEl>
                                          <p:spTgt spid="8">
                                            <p:graphicEl>
                                              <a:dgm id="{BE4AAAEE-3969-6048-B454-4DA549B245D2}"/>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graphicEl>
                                              <a:dgm id="{75E05890-9CCD-AF4C-8E1D-ED1B1C2D1AD6}"/>
                                            </p:graphicEl>
                                          </p:spTgt>
                                        </p:tgtEl>
                                        <p:attrNameLst>
                                          <p:attrName>style.visibility</p:attrName>
                                        </p:attrNameLst>
                                      </p:cBhvr>
                                      <p:to>
                                        <p:strVal val="visible"/>
                                      </p:to>
                                    </p:set>
                                    <p:animEffect transition="in" filter="fade">
                                      <p:cBhvr>
                                        <p:cTn id="13" dur="500"/>
                                        <p:tgtEl>
                                          <p:spTgt spid="8">
                                            <p:graphicEl>
                                              <a:dgm id="{75E05890-9CCD-AF4C-8E1D-ED1B1C2D1AD6}"/>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graphicEl>
                                              <a:dgm id="{AD2C4740-5453-7A4E-833E-5737BFA47C92}"/>
                                            </p:graphicEl>
                                          </p:spTgt>
                                        </p:tgtEl>
                                        <p:attrNameLst>
                                          <p:attrName>style.visibility</p:attrName>
                                        </p:attrNameLst>
                                      </p:cBhvr>
                                      <p:to>
                                        <p:strVal val="visible"/>
                                      </p:to>
                                    </p:set>
                                    <p:animEffect transition="in" filter="fade">
                                      <p:cBhvr>
                                        <p:cTn id="18" dur="500"/>
                                        <p:tgtEl>
                                          <p:spTgt spid="8">
                                            <p:graphicEl>
                                              <a:dgm id="{AD2C4740-5453-7A4E-833E-5737BFA47C92}"/>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graphicEl>
                                              <a:dgm id="{183C6122-50C3-244E-9A37-015534A6BC4F}"/>
                                            </p:graphicEl>
                                          </p:spTgt>
                                        </p:tgtEl>
                                        <p:attrNameLst>
                                          <p:attrName>style.visibility</p:attrName>
                                        </p:attrNameLst>
                                      </p:cBhvr>
                                      <p:to>
                                        <p:strVal val="visible"/>
                                      </p:to>
                                    </p:set>
                                    <p:animEffect transition="in" filter="fade">
                                      <p:cBhvr>
                                        <p:cTn id="21" dur="500"/>
                                        <p:tgtEl>
                                          <p:spTgt spid="8">
                                            <p:graphicEl>
                                              <a:dgm id="{183C6122-50C3-244E-9A37-015534A6BC4F}"/>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graphicEl>
                                              <a:dgm id="{74A2A63E-D627-B04B-81AE-0A2B2541553E}"/>
                                            </p:graphicEl>
                                          </p:spTgt>
                                        </p:tgtEl>
                                        <p:attrNameLst>
                                          <p:attrName>style.visibility</p:attrName>
                                        </p:attrNameLst>
                                      </p:cBhvr>
                                      <p:to>
                                        <p:strVal val="visible"/>
                                      </p:to>
                                    </p:set>
                                    <p:animEffect transition="in" filter="fade">
                                      <p:cBhvr>
                                        <p:cTn id="26" dur="500"/>
                                        <p:tgtEl>
                                          <p:spTgt spid="8">
                                            <p:graphicEl>
                                              <a:dgm id="{74A2A63E-D627-B04B-81AE-0A2B2541553E}"/>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graphicEl>
                                              <a:dgm id="{84E3C4F9-62F9-2046-B8F7-BC5ACD6472F6}"/>
                                            </p:graphicEl>
                                          </p:spTgt>
                                        </p:tgtEl>
                                        <p:attrNameLst>
                                          <p:attrName>style.visibility</p:attrName>
                                        </p:attrNameLst>
                                      </p:cBhvr>
                                      <p:to>
                                        <p:strVal val="visible"/>
                                      </p:to>
                                    </p:set>
                                    <p:animEffect transition="in" filter="fade">
                                      <p:cBhvr>
                                        <p:cTn id="29" dur="500"/>
                                        <p:tgtEl>
                                          <p:spTgt spid="8">
                                            <p:graphicEl>
                                              <a:dgm id="{84E3C4F9-62F9-2046-B8F7-BC5ACD6472F6}"/>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
                                            <p:graphicEl>
                                              <a:dgm id="{4DC2872F-B29E-C34C-A780-D3D3653CA647}"/>
                                            </p:graphicEl>
                                          </p:spTgt>
                                        </p:tgtEl>
                                        <p:attrNameLst>
                                          <p:attrName>style.visibility</p:attrName>
                                        </p:attrNameLst>
                                      </p:cBhvr>
                                      <p:to>
                                        <p:strVal val="visible"/>
                                      </p:to>
                                    </p:set>
                                    <p:animEffect transition="in" filter="fade">
                                      <p:cBhvr>
                                        <p:cTn id="34" dur="500"/>
                                        <p:tgtEl>
                                          <p:spTgt spid="8">
                                            <p:graphicEl>
                                              <a:dgm id="{4DC2872F-B29E-C34C-A780-D3D3653CA647}"/>
                                            </p:graphic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graphicEl>
                                              <a:dgm id="{86628370-6F5B-4A43-BF2E-0A01AB1D6214}"/>
                                            </p:graphicEl>
                                          </p:spTgt>
                                        </p:tgtEl>
                                        <p:attrNameLst>
                                          <p:attrName>style.visibility</p:attrName>
                                        </p:attrNameLst>
                                      </p:cBhvr>
                                      <p:to>
                                        <p:strVal val="visible"/>
                                      </p:to>
                                    </p:set>
                                    <p:animEffect transition="in" filter="fade">
                                      <p:cBhvr>
                                        <p:cTn id="37" dur="500"/>
                                        <p:tgtEl>
                                          <p:spTgt spid="8">
                                            <p:graphicEl>
                                              <a:dgm id="{86628370-6F5B-4A43-BF2E-0A01AB1D6214}"/>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graphicEl>
                                              <a:dgm id="{CB482CDC-CC6E-5343-B0B6-006183AF22C7}"/>
                                            </p:graphicEl>
                                          </p:spTgt>
                                        </p:tgtEl>
                                        <p:attrNameLst>
                                          <p:attrName>style.visibility</p:attrName>
                                        </p:attrNameLst>
                                      </p:cBhvr>
                                      <p:to>
                                        <p:strVal val="visible"/>
                                      </p:to>
                                    </p:set>
                                    <p:animEffect transition="in" filter="fade">
                                      <p:cBhvr>
                                        <p:cTn id="42" dur="500"/>
                                        <p:tgtEl>
                                          <p:spTgt spid="8">
                                            <p:graphicEl>
                                              <a:dgm id="{CB482CDC-CC6E-5343-B0B6-006183AF22C7}"/>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graphicEl>
                                              <a:dgm id="{C1266DE5-FD74-F447-A71C-47CDF47EE393}"/>
                                            </p:graphicEl>
                                          </p:spTgt>
                                        </p:tgtEl>
                                        <p:attrNameLst>
                                          <p:attrName>style.visibility</p:attrName>
                                        </p:attrNameLst>
                                      </p:cBhvr>
                                      <p:to>
                                        <p:strVal val="visible"/>
                                      </p:to>
                                    </p:set>
                                    <p:animEffect transition="in" filter="fade">
                                      <p:cBhvr>
                                        <p:cTn id="45" dur="500"/>
                                        <p:tgtEl>
                                          <p:spTgt spid="8">
                                            <p:graphicEl>
                                              <a:dgm id="{C1266DE5-FD74-F447-A71C-47CDF47EE39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E2A51A-46EE-50B4-07F7-131B063F72F3}"/>
              </a:ext>
            </a:extLst>
          </p:cNvPr>
          <p:cNvSpPr>
            <a:spLocks noGrp="1"/>
          </p:cNvSpPr>
          <p:nvPr>
            <p:ph type="title"/>
          </p:nvPr>
        </p:nvSpPr>
        <p:spPr>
          <a:xfrm>
            <a:off x="768875" y="182403"/>
            <a:ext cx="10671048" cy="822960"/>
          </a:xfrm>
        </p:spPr>
        <p:txBody>
          <a:bodyPr/>
          <a:lstStyle/>
          <a:p>
            <a:r>
              <a:rPr lang="en-US" dirty="0"/>
              <a:t>The One Oracle Advantage</a:t>
            </a:r>
            <a:br>
              <a:rPr lang="en-US" dirty="0"/>
            </a:br>
            <a:endParaRPr lang="en-US" dirty="0"/>
          </a:p>
        </p:txBody>
      </p:sp>
      <p:sp>
        <p:nvSpPr>
          <p:cNvPr id="2" name="Footer Placeholder 1">
            <a:extLst>
              <a:ext uri="{FF2B5EF4-FFF2-40B4-BE49-F238E27FC236}">
                <a16:creationId xmlns:a16="http://schemas.microsoft.com/office/drawing/2014/main" id="{9D8028D2-762B-C2FE-E16B-51E5E2F7C75F}"/>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5C641E67-4752-3129-6E5A-68E0DC933896}"/>
              </a:ext>
            </a:extLst>
          </p:cNvPr>
          <p:cNvSpPr>
            <a:spLocks noGrp="1"/>
          </p:cNvSpPr>
          <p:nvPr>
            <p:ph type="sldNum" sz="quarter" idx="4"/>
          </p:nvPr>
        </p:nvSpPr>
        <p:spPr/>
        <p:txBody>
          <a:bodyPr/>
          <a:lstStyle/>
          <a:p>
            <a:fld id="{345D60D9-5372-5F40-9443-0F9AE5BDC3C8}" type="slidenum">
              <a:rPr lang="en-US" smtClean="0"/>
              <a:pPr/>
              <a:t>7</a:t>
            </a:fld>
            <a:endParaRPr lang="en-US" dirty="0"/>
          </a:p>
        </p:txBody>
      </p:sp>
      <p:cxnSp>
        <p:nvCxnSpPr>
          <p:cNvPr id="32" name="Straight Connector 31">
            <a:extLst>
              <a:ext uri="{FF2B5EF4-FFF2-40B4-BE49-F238E27FC236}">
                <a16:creationId xmlns:a16="http://schemas.microsoft.com/office/drawing/2014/main" id="{8B15FC86-D8A4-FB69-1DBC-F07019FE654D}"/>
              </a:ext>
            </a:extLst>
          </p:cNvPr>
          <p:cNvCxnSpPr>
            <a:cxnSpLocks/>
          </p:cNvCxnSpPr>
          <p:nvPr/>
        </p:nvCxnSpPr>
        <p:spPr>
          <a:xfrm flipV="1">
            <a:off x="2554514" y="1963672"/>
            <a:ext cx="529773" cy="6665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1C961D-6C59-FDB9-D735-46C005B1326D}"/>
              </a:ext>
            </a:extLst>
          </p:cNvPr>
          <p:cNvCxnSpPr>
            <a:cxnSpLocks/>
            <a:endCxn id="26" idx="1"/>
          </p:cNvCxnSpPr>
          <p:nvPr/>
        </p:nvCxnSpPr>
        <p:spPr>
          <a:xfrm flipV="1">
            <a:off x="3084287" y="2913290"/>
            <a:ext cx="572971" cy="2811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1A9E287-C553-BF28-9298-C6B933FDD535}"/>
              </a:ext>
            </a:extLst>
          </p:cNvPr>
          <p:cNvCxnSpPr>
            <a:cxnSpLocks/>
            <a:endCxn id="27" idx="1"/>
          </p:cNvCxnSpPr>
          <p:nvPr/>
        </p:nvCxnSpPr>
        <p:spPr>
          <a:xfrm>
            <a:off x="3084287" y="3841136"/>
            <a:ext cx="77417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E065196-98C4-6C4E-2141-E7171292574B}"/>
              </a:ext>
            </a:extLst>
          </p:cNvPr>
          <p:cNvCxnSpPr>
            <a:cxnSpLocks/>
            <a:endCxn id="28" idx="1"/>
          </p:cNvCxnSpPr>
          <p:nvPr/>
        </p:nvCxnSpPr>
        <p:spPr>
          <a:xfrm>
            <a:off x="3084287" y="4507378"/>
            <a:ext cx="572971" cy="2616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42574C-80F6-A779-72DA-26DA6741E10B}"/>
              </a:ext>
            </a:extLst>
          </p:cNvPr>
          <p:cNvCxnSpPr>
            <a:cxnSpLocks/>
            <a:endCxn id="29" idx="1"/>
          </p:cNvCxnSpPr>
          <p:nvPr/>
        </p:nvCxnSpPr>
        <p:spPr>
          <a:xfrm>
            <a:off x="2634343" y="4998708"/>
            <a:ext cx="449944" cy="698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F5B176AD-1B0D-B308-129A-517FEDA935B2}"/>
              </a:ext>
            </a:extLst>
          </p:cNvPr>
          <p:cNvSpPr/>
          <p:nvPr/>
        </p:nvSpPr>
        <p:spPr>
          <a:xfrm>
            <a:off x="3084287" y="1731413"/>
            <a:ext cx="7743371" cy="522574"/>
          </a:xfrm>
          <a:prstGeom prst="roundRect">
            <a:avLst>
              <a:gd name="adj" fmla="val 50000"/>
            </a:avLst>
          </a:prstGeom>
          <a:ln w="38100"/>
        </p:spPr>
        <p:style>
          <a:lnRef idx="2">
            <a:schemeClr val="lt1">
              <a:hueOff val="0"/>
              <a:satOff val="0"/>
              <a:lumOff val="0"/>
              <a:alphaOff val="0"/>
            </a:schemeClr>
          </a:lnRef>
          <a:fillRef idx="1">
            <a:schemeClr val="accent3">
              <a:hueOff val="427733"/>
              <a:satOff val="4465"/>
              <a:lumOff val="4000"/>
              <a:alphaOff val="0"/>
            </a:schemeClr>
          </a:fillRef>
          <a:effectRef idx="0">
            <a:schemeClr val="accent3">
              <a:hueOff val="427733"/>
              <a:satOff val="4465"/>
              <a:lumOff val="4000"/>
              <a:alphaOff val="0"/>
            </a:schemeClr>
          </a:effectRef>
          <a:fontRef idx="minor">
            <a:schemeClr val="lt1"/>
          </a:fontRef>
        </p:style>
        <p:txBody>
          <a:bodyPr spcFirstLastPara="0" vert="horz" wrap="square" lIns="46903" tIns="46903" rIns="46903" bIns="46903" numCol="1" spcCol="1270" anchor="ctr" anchorCtr="0">
            <a:noAutofit/>
          </a:bodyPr>
          <a:lstStyle/>
          <a:p>
            <a:pPr marL="0" lvl="0" indent="0" algn="ctr" defTabSz="666750">
              <a:lnSpc>
                <a:spcPct val="90000"/>
              </a:lnSpc>
              <a:spcBef>
                <a:spcPct val="0"/>
              </a:spcBef>
              <a:spcAft>
                <a:spcPct val="35000"/>
              </a:spcAft>
              <a:buNone/>
            </a:pPr>
            <a:r>
              <a:rPr lang="en-US" sz="1600" b="0" i="0" kern="1200" dirty="0"/>
              <a:t>One customer outcome conversation, supported by one coordinated portfolio.</a:t>
            </a:r>
            <a:endParaRPr lang="en-US" sz="1600" kern="1200" dirty="0"/>
          </a:p>
        </p:txBody>
      </p:sp>
      <p:sp>
        <p:nvSpPr>
          <p:cNvPr id="26" name="Rounded Rectangle 25">
            <a:extLst>
              <a:ext uri="{FF2B5EF4-FFF2-40B4-BE49-F238E27FC236}">
                <a16:creationId xmlns:a16="http://schemas.microsoft.com/office/drawing/2014/main" id="{42D9D142-4BB1-110E-865E-F754F819138E}"/>
              </a:ext>
            </a:extLst>
          </p:cNvPr>
          <p:cNvSpPr/>
          <p:nvPr/>
        </p:nvSpPr>
        <p:spPr>
          <a:xfrm>
            <a:off x="3657258" y="2652003"/>
            <a:ext cx="7743371" cy="522574"/>
          </a:xfrm>
          <a:prstGeom prst="roundRect">
            <a:avLst>
              <a:gd name="adj" fmla="val 50000"/>
            </a:avLst>
          </a:prstGeom>
          <a:ln w="38100"/>
        </p:spPr>
        <p:style>
          <a:lnRef idx="2">
            <a:schemeClr val="lt1">
              <a:hueOff val="0"/>
              <a:satOff val="0"/>
              <a:lumOff val="0"/>
              <a:alphaOff val="0"/>
            </a:schemeClr>
          </a:lnRef>
          <a:fillRef idx="1">
            <a:schemeClr val="accent3">
              <a:hueOff val="855467"/>
              <a:satOff val="8930"/>
              <a:lumOff val="8000"/>
              <a:alphaOff val="0"/>
            </a:schemeClr>
          </a:fillRef>
          <a:effectRef idx="0">
            <a:schemeClr val="accent3">
              <a:hueOff val="855467"/>
              <a:satOff val="8930"/>
              <a:lumOff val="8000"/>
              <a:alphaOff val="0"/>
            </a:schemeClr>
          </a:effectRef>
          <a:fontRef idx="minor">
            <a:schemeClr val="lt1"/>
          </a:fontRef>
        </p:style>
        <p:txBody>
          <a:bodyPr spcFirstLastPara="0" vert="horz" wrap="square" lIns="46268" tIns="46268" rIns="46268" bIns="46268" numCol="1" spcCol="1270" anchor="ctr" anchorCtr="0">
            <a:noAutofit/>
          </a:bodyPr>
          <a:lstStyle/>
          <a:p>
            <a:pPr marL="0" lvl="0" indent="0" algn="ctr" defTabSz="622300">
              <a:lnSpc>
                <a:spcPct val="90000"/>
              </a:lnSpc>
              <a:spcBef>
                <a:spcPct val="0"/>
              </a:spcBef>
              <a:spcAft>
                <a:spcPct val="35000"/>
              </a:spcAft>
              <a:buNone/>
            </a:pPr>
            <a:r>
              <a:rPr lang="en-US" sz="1600" b="0" i="0" kern="1200" dirty="0"/>
              <a:t>Oracle's application core brings process and workflow context.</a:t>
            </a:r>
            <a:endParaRPr lang="en-US" sz="1600" kern="1200" dirty="0"/>
          </a:p>
        </p:txBody>
      </p:sp>
      <p:sp>
        <p:nvSpPr>
          <p:cNvPr id="27" name="Rounded Rectangle 26">
            <a:extLst>
              <a:ext uri="{FF2B5EF4-FFF2-40B4-BE49-F238E27FC236}">
                <a16:creationId xmlns:a16="http://schemas.microsoft.com/office/drawing/2014/main" id="{5D97E973-2DCC-36C2-B885-B0471DD59FDE}"/>
              </a:ext>
            </a:extLst>
          </p:cNvPr>
          <p:cNvSpPr/>
          <p:nvPr/>
        </p:nvSpPr>
        <p:spPr>
          <a:xfrm>
            <a:off x="3858458" y="3579849"/>
            <a:ext cx="7743371" cy="522574"/>
          </a:xfrm>
          <a:prstGeom prst="roundRect">
            <a:avLst>
              <a:gd name="adj" fmla="val 50000"/>
            </a:avLst>
          </a:prstGeom>
          <a:ln w="38100"/>
        </p:spPr>
        <p:style>
          <a:lnRef idx="2">
            <a:schemeClr val="lt1">
              <a:hueOff val="0"/>
              <a:satOff val="0"/>
              <a:lumOff val="0"/>
              <a:alphaOff val="0"/>
            </a:schemeClr>
          </a:lnRef>
          <a:fillRef idx="1">
            <a:schemeClr val="accent3">
              <a:hueOff val="1283200"/>
              <a:satOff val="13396"/>
              <a:lumOff val="12000"/>
              <a:alphaOff val="0"/>
            </a:schemeClr>
          </a:fillRef>
          <a:effectRef idx="0">
            <a:schemeClr val="accent3">
              <a:hueOff val="1283200"/>
              <a:satOff val="13396"/>
              <a:lumOff val="12000"/>
              <a:alphaOff val="0"/>
            </a:schemeClr>
          </a:effectRef>
          <a:fontRef idx="minor">
            <a:schemeClr val="lt1"/>
          </a:fontRef>
        </p:style>
        <p:txBody>
          <a:bodyPr spcFirstLastPara="0" vert="horz" wrap="square" lIns="45633" tIns="45633" rIns="45633" bIns="45633" numCol="1" spcCol="1270" anchor="ctr" anchorCtr="0">
            <a:noAutofit/>
          </a:bodyPr>
          <a:lstStyle/>
          <a:p>
            <a:pPr marL="0" lvl="0" indent="0" algn="ctr" defTabSz="577850">
              <a:lnSpc>
                <a:spcPct val="90000"/>
              </a:lnSpc>
              <a:spcBef>
                <a:spcPct val="0"/>
              </a:spcBef>
              <a:spcAft>
                <a:spcPct val="35000"/>
              </a:spcAft>
              <a:buNone/>
            </a:pPr>
            <a:r>
              <a:rPr lang="en-US" sz="1600" b="0" i="0" kern="1200" dirty="0"/>
              <a:t>Oracle's database and data core brings trusted enterprise information.</a:t>
            </a:r>
            <a:endParaRPr lang="en-US" sz="1600" kern="1200" dirty="0"/>
          </a:p>
        </p:txBody>
      </p:sp>
      <p:sp>
        <p:nvSpPr>
          <p:cNvPr id="28" name="Rounded Rectangle 27">
            <a:extLst>
              <a:ext uri="{FF2B5EF4-FFF2-40B4-BE49-F238E27FC236}">
                <a16:creationId xmlns:a16="http://schemas.microsoft.com/office/drawing/2014/main" id="{BD446701-B1FF-E6BD-3567-64218958420E}"/>
              </a:ext>
            </a:extLst>
          </p:cNvPr>
          <p:cNvSpPr/>
          <p:nvPr/>
        </p:nvSpPr>
        <p:spPr>
          <a:xfrm>
            <a:off x="3657258" y="4507695"/>
            <a:ext cx="7743371" cy="522574"/>
          </a:xfrm>
          <a:prstGeom prst="roundRect">
            <a:avLst>
              <a:gd name="adj" fmla="val 50000"/>
            </a:avLst>
          </a:prstGeom>
          <a:solidFill>
            <a:srgbClr val="DBA35A"/>
          </a:solidFill>
          <a:ln w="38100"/>
        </p:spPr>
        <p:style>
          <a:lnRef idx="2">
            <a:schemeClr val="lt1">
              <a:hueOff val="0"/>
              <a:satOff val="0"/>
              <a:lumOff val="0"/>
              <a:alphaOff val="0"/>
            </a:schemeClr>
          </a:lnRef>
          <a:fillRef idx="1">
            <a:schemeClr val="accent3">
              <a:hueOff val="1710934"/>
              <a:satOff val="17861"/>
              <a:lumOff val="16000"/>
              <a:alphaOff val="0"/>
            </a:schemeClr>
          </a:fillRef>
          <a:effectRef idx="0">
            <a:schemeClr val="accent3">
              <a:hueOff val="1710934"/>
              <a:satOff val="17861"/>
              <a:lumOff val="16000"/>
              <a:alphaOff val="0"/>
            </a:schemeClr>
          </a:effectRef>
          <a:fontRef idx="minor">
            <a:schemeClr val="lt1"/>
          </a:fontRef>
        </p:style>
        <p:txBody>
          <a:bodyPr spcFirstLastPara="0" vert="horz" wrap="square" lIns="44363" tIns="44363" rIns="44363" bIns="44363" numCol="1" spcCol="1270" anchor="ctr" anchorCtr="0">
            <a:noAutofit/>
          </a:bodyPr>
          <a:lstStyle/>
          <a:p>
            <a:pPr marL="0" lvl="0" indent="0" algn="ctr" defTabSz="488950">
              <a:lnSpc>
                <a:spcPct val="90000"/>
              </a:lnSpc>
              <a:spcBef>
                <a:spcPct val="0"/>
              </a:spcBef>
              <a:spcAft>
                <a:spcPct val="35000"/>
              </a:spcAft>
              <a:buNone/>
            </a:pPr>
            <a:r>
              <a:rPr lang="en-US" sz="1600" b="0" i="0" kern="1200" dirty="0"/>
              <a:t>Oracle Cloud and AI help turn context into execution.</a:t>
            </a:r>
            <a:endParaRPr lang="en-US" sz="1600" kern="1200" dirty="0"/>
          </a:p>
        </p:txBody>
      </p:sp>
      <p:sp>
        <p:nvSpPr>
          <p:cNvPr id="29" name="Rounded Rectangle 28">
            <a:extLst>
              <a:ext uri="{FF2B5EF4-FFF2-40B4-BE49-F238E27FC236}">
                <a16:creationId xmlns:a16="http://schemas.microsoft.com/office/drawing/2014/main" id="{DCF42E66-C60C-C2E0-C62F-1F875D125EFB}"/>
              </a:ext>
            </a:extLst>
          </p:cNvPr>
          <p:cNvSpPr/>
          <p:nvPr/>
        </p:nvSpPr>
        <p:spPr>
          <a:xfrm>
            <a:off x="3084287" y="5435542"/>
            <a:ext cx="7743371" cy="522574"/>
          </a:xfrm>
          <a:prstGeom prst="roundRect">
            <a:avLst>
              <a:gd name="adj" fmla="val 50000"/>
            </a:avLst>
          </a:prstGeom>
          <a:solidFill>
            <a:srgbClr val="CFB060"/>
          </a:solidFill>
          <a:ln w="38100"/>
        </p:spPr>
        <p:style>
          <a:lnRef idx="2">
            <a:schemeClr val="lt1">
              <a:hueOff val="0"/>
              <a:satOff val="0"/>
              <a:lumOff val="0"/>
              <a:alphaOff val="0"/>
            </a:schemeClr>
          </a:lnRef>
          <a:fillRef idx="1">
            <a:schemeClr val="accent3">
              <a:hueOff val="2138667"/>
              <a:satOff val="22326"/>
              <a:lumOff val="20000"/>
              <a:alphaOff val="0"/>
            </a:schemeClr>
          </a:fillRef>
          <a:effectRef idx="0">
            <a:schemeClr val="accent3">
              <a:hueOff val="2138667"/>
              <a:satOff val="22326"/>
              <a:lumOff val="20000"/>
              <a:alphaOff val="0"/>
            </a:schemeClr>
          </a:effectRef>
          <a:fontRef idx="minor">
            <a:schemeClr val="lt1"/>
          </a:fontRef>
        </p:style>
        <p:txBody>
          <a:bodyPr spcFirstLastPara="0" vert="horz" wrap="square" lIns="43728" tIns="43728" rIns="43728" bIns="43728" numCol="1" spcCol="1270" anchor="ctr" anchorCtr="0">
            <a:noAutofit/>
          </a:bodyPr>
          <a:lstStyle/>
          <a:p>
            <a:pPr marL="0" lvl="0" indent="0" algn="ctr" defTabSz="444500">
              <a:lnSpc>
                <a:spcPct val="90000"/>
              </a:lnSpc>
              <a:spcBef>
                <a:spcPct val="0"/>
              </a:spcBef>
              <a:spcAft>
                <a:spcPct val="35000"/>
              </a:spcAft>
              <a:buNone/>
            </a:pPr>
            <a:r>
              <a:rPr lang="en-US" sz="1600" b="0" i="0" kern="1200" dirty="0"/>
              <a:t>Open integration connects Oracle value to the rest of your environment.</a:t>
            </a:r>
            <a:endParaRPr lang="en-US" sz="1600" kern="1200" dirty="0"/>
          </a:p>
        </p:txBody>
      </p:sp>
      <p:sp>
        <p:nvSpPr>
          <p:cNvPr id="24" name="Oval 23">
            <a:extLst>
              <a:ext uri="{FF2B5EF4-FFF2-40B4-BE49-F238E27FC236}">
                <a16:creationId xmlns:a16="http://schemas.microsoft.com/office/drawing/2014/main" id="{24B37A51-DBB3-76A2-BE2D-D18A94ADC822}"/>
              </a:ext>
            </a:extLst>
          </p:cNvPr>
          <p:cNvSpPr/>
          <p:nvPr/>
        </p:nvSpPr>
        <p:spPr>
          <a:xfrm rot="21412153">
            <a:off x="766763" y="2546572"/>
            <a:ext cx="2600299" cy="2600299"/>
          </a:xfrm>
          <a:prstGeom prst="ellipse">
            <a:avLst/>
          </a:prstGeom>
          <a:blipFill>
            <a:blip r:embed="rId3" cstate="screen">
              <a:extLst>
                <a:ext uri="{28A0092B-C50C-407E-A947-70E740481C1C}">
                  <a14:useLocalDpi xmlns:a14="http://schemas.microsoft.com/office/drawing/2010/main"/>
                </a:ext>
              </a:extLst>
            </a:blip>
            <a:stretch>
              <a:fillRect l="1325" t="587"/>
            </a:stretch>
          </a:blipFill>
          <a:ln w="38100"/>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600"/>
                                        <p:tgtEl>
                                          <p:spTgt spid="24"/>
                                        </p:tgtEl>
                                      </p:cBhvr>
                                    </p:animEffect>
                                  </p:childTnLst>
                                </p:cTn>
                              </p:par>
                              <p:par>
                                <p:cTn id="8" presetID="42" presetClass="path" presetSubtype="0" accel="50000" decel="50000" fill="hold" nodeType="withEffect">
                                  <p:stCondLst>
                                    <p:cond delay="0"/>
                                  </p:stCondLst>
                                  <p:childTnLst>
                                    <p:animMotion origin="layout" path="M 0.00287 -0.07639 L -1.875E-6 -2.59259E-6 " pathEditMode="relative" rAng="0" ptsTypes="AA">
                                      <p:cBhvr>
                                        <p:cTn id="9" dur="500" fill="hold"/>
                                        <p:tgtEl>
                                          <p:spTgt spid="24"/>
                                        </p:tgtEl>
                                        <p:attrNameLst>
                                          <p:attrName>ppt_x</p:attrName>
                                          <p:attrName>ppt_y</p:attrName>
                                        </p:attrNameLst>
                                      </p:cBhvr>
                                      <p:rCtr x="-117" y="3912"/>
                                    </p:animMotion>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wipe(left)">
                                      <p:cBhvr>
                                        <p:cTn id="14" dur="500"/>
                                        <p:tgtEl>
                                          <p:spTgt spid="32"/>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left)">
                                      <p:cBhvr>
                                        <p:cTn id="23" dur="500"/>
                                        <p:tgtEl>
                                          <p:spTgt spid="34"/>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left)">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wipe(left)">
                                      <p:cBhvr>
                                        <p:cTn id="41" dur="500"/>
                                        <p:tgtEl>
                                          <p:spTgt spid="38"/>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left)">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ED608B-911A-E2D5-D067-FAF5F36BA1C9}"/>
              </a:ext>
            </a:extLst>
          </p:cNvPr>
          <p:cNvSpPr>
            <a:spLocks noGrp="1"/>
          </p:cNvSpPr>
          <p:nvPr>
            <p:ph type="title"/>
          </p:nvPr>
        </p:nvSpPr>
        <p:spPr>
          <a:xfrm>
            <a:off x="768875" y="182403"/>
            <a:ext cx="10671048" cy="822960"/>
          </a:xfrm>
        </p:spPr>
        <p:txBody>
          <a:bodyPr/>
          <a:lstStyle/>
          <a:p>
            <a:r>
              <a:rPr lang="en-US" dirty="0"/>
              <a:t>Applications: Where Business Work Happens</a:t>
            </a:r>
            <a:br>
              <a:rPr lang="en-US" dirty="0"/>
            </a:br>
            <a:endParaRPr lang="en-US" dirty="0"/>
          </a:p>
        </p:txBody>
      </p:sp>
      <p:graphicFrame>
        <p:nvGraphicFramePr>
          <p:cNvPr id="9" name="Content Placeholder 8">
            <a:extLst>
              <a:ext uri="{FF2B5EF4-FFF2-40B4-BE49-F238E27FC236}">
                <a16:creationId xmlns:a16="http://schemas.microsoft.com/office/drawing/2014/main" id="{A0C60002-CBD7-8F5B-3364-5C7E829D27C2}"/>
              </a:ext>
            </a:extLst>
          </p:cNvPr>
          <p:cNvGraphicFramePr>
            <a:graphicFrameLocks noGrp="1"/>
          </p:cNvGraphicFramePr>
          <p:nvPr>
            <p:ph sz="quarter" idx="14"/>
            <p:extLst>
              <p:ext uri="{D42A27DB-BD31-4B8C-83A1-F6EECF244321}">
                <p14:modId xmlns:p14="http://schemas.microsoft.com/office/powerpoint/2010/main" val="3954199289"/>
              </p:ext>
            </p:extLst>
          </p:nvPr>
        </p:nvGraphicFramePr>
        <p:xfrm>
          <a:off x="-1306286" y="1460103"/>
          <a:ext cx="14949715"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DAC2864C-5F83-C4DC-4164-4462E0073E5C}"/>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F26E8CF6-B564-9D2E-00FA-35EE17CE1BDE}"/>
              </a:ext>
            </a:extLst>
          </p:cNvPr>
          <p:cNvSpPr>
            <a:spLocks noGrp="1"/>
          </p:cNvSpPr>
          <p:nvPr>
            <p:ph type="sldNum" sz="quarter" idx="4"/>
          </p:nvPr>
        </p:nvSpPr>
        <p:spPr/>
        <p:txBody>
          <a:bodyPr/>
          <a:lstStyle/>
          <a:p>
            <a:fld id="{345D60D9-5372-5F40-9443-0F9AE5BDC3C8}" type="slidenum">
              <a:rPr lang="en-US" smtClean="0"/>
              <a:pPr/>
              <a:t>8</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graphicEl>
                                              <a:dgm id="{64A604DC-9E6F-9A47-89E8-A195EC03B009}"/>
                                            </p:graphicEl>
                                          </p:spTgt>
                                        </p:tgtEl>
                                        <p:attrNameLst>
                                          <p:attrName>style.visibility</p:attrName>
                                        </p:attrNameLst>
                                      </p:cBhvr>
                                      <p:to>
                                        <p:strVal val="visible"/>
                                      </p:to>
                                    </p:set>
                                    <p:animEffect transition="in" filter="fade">
                                      <p:cBhvr>
                                        <p:cTn id="7" dur="500"/>
                                        <p:tgtEl>
                                          <p:spTgt spid="9">
                                            <p:graphicEl>
                                              <a:dgm id="{64A604DC-9E6F-9A47-89E8-A195EC03B009}"/>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graphicEl>
                                              <a:dgm id="{25F6494F-8DBF-374D-9558-C80BA3404EC8}"/>
                                            </p:graphicEl>
                                          </p:spTgt>
                                        </p:tgtEl>
                                        <p:attrNameLst>
                                          <p:attrName>style.visibility</p:attrName>
                                        </p:attrNameLst>
                                      </p:cBhvr>
                                      <p:to>
                                        <p:strVal val="visible"/>
                                      </p:to>
                                    </p:set>
                                    <p:animEffect transition="in" filter="fade">
                                      <p:cBhvr>
                                        <p:cTn id="10" dur="500"/>
                                        <p:tgtEl>
                                          <p:spTgt spid="9">
                                            <p:graphicEl>
                                              <a:dgm id="{25F6494F-8DBF-374D-9558-C80BA3404EC8}"/>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graphicEl>
                                              <a:dgm id="{9D9750C2-DAE0-8845-9D4A-0AD0C97D8A2E}"/>
                                            </p:graphicEl>
                                          </p:spTgt>
                                        </p:tgtEl>
                                        <p:attrNameLst>
                                          <p:attrName>style.visibility</p:attrName>
                                        </p:attrNameLst>
                                      </p:cBhvr>
                                      <p:to>
                                        <p:strVal val="visible"/>
                                      </p:to>
                                    </p:set>
                                    <p:animEffect transition="in" filter="fade">
                                      <p:cBhvr>
                                        <p:cTn id="15" dur="500"/>
                                        <p:tgtEl>
                                          <p:spTgt spid="9">
                                            <p:graphicEl>
                                              <a:dgm id="{9D9750C2-DAE0-8845-9D4A-0AD0C97D8A2E}"/>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graphicEl>
                                              <a:dgm id="{F03F42D1-F92D-2C41-96C9-CF924E1253B3}"/>
                                            </p:graphicEl>
                                          </p:spTgt>
                                        </p:tgtEl>
                                        <p:attrNameLst>
                                          <p:attrName>style.visibility</p:attrName>
                                        </p:attrNameLst>
                                      </p:cBhvr>
                                      <p:to>
                                        <p:strVal val="visible"/>
                                      </p:to>
                                    </p:set>
                                    <p:animEffect transition="in" filter="fade">
                                      <p:cBhvr>
                                        <p:cTn id="18" dur="500"/>
                                        <p:tgtEl>
                                          <p:spTgt spid="9">
                                            <p:graphicEl>
                                              <a:dgm id="{F03F42D1-F92D-2C41-96C9-CF924E1253B3}"/>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graphicEl>
                                              <a:dgm id="{EC63BB3D-3D5F-AC48-A1B1-ECF13CAEF51B}"/>
                                            </p:graphicEl>
                                          </p:spTgt>
                                        </p:tgtEl>
                                        <p:attrNameLst>
                                          <p:attrName>style.visibility</p:attrName>
                                        </p:attrNameLst>
                                      </p:cBhvr>
                                      <p:to>
                                        <p:strVal val="visible"/>
                                      </p:to>
                                    </p:set>
                                    <p:animEffect transition="in" filter="fade">
                                      <p:cBhvr>
                                        <p:cTn id="23" dur="500"/>
                                        <p:tgtEl>
                                          <p:spTgt spid="9">
                                            <p:graphicEl>
                                              <a:dgm id="{EC63BB3D-3D5F-AC48-A1B1-ECF13CAEF51B}"/>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graphicEl>
                                              <a:dgm id="{57991346-3EFB-3E4E-B154-2B0B56F10258}"/>
                                            </p:graphicEl>
                                          </p:spTgt>
                                        </p:tgtEl>
                                        <p:attrNameLst>
                                          <p:attrName>style.visibility</p:attrName>
                                        </p:attrNameLst>
                                      </p:cBhvr>
                                      <p:to>
                                        <p:strVal val="visible"/>
                                      </p:to>
                                    </p:set>
                                    <p:animEffect transition="in" filter="fade">
                                      <p:cBhvr>
                                        <p:cTn id="26" dur="500"/>
                                        <p:tgtEl>
                                          <p:spTgt spid="9">
                                            <p:graphicEl>
                                              <a:dgm id="{57991346-3EFB-3E4E-B154-2B0B56F10258}"/>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graphicEl>
                                              <a:dgm id="{48723828-20AF-5A4A-B815-DD953825C3CE}"/>
                                            </p:graphicEl>
                                          </p:spTgt>
                                        </p:tgtEl>
                                        <p:attrNameLst>
                                          <p:attrName>style.visibility</p:attrName>
                                        </p:attrNameLst>
                                      </p:cBhvr>
                                      <p:to>
                                        <p:strVal val="visible"/>
                                      </p:to>
                                    </p:set>
                                    <p:animEffect transition="in" filter="fade">
                                      <p:cBhvr>
                                        <p:cTn id="31" dur="500"/>
                                        <p:tgtEl>
                                          <p:spTgt spid="9">
                                            <p:graphicEl>
                                              <a:dgm id="{48723828-20AF-5A4A-B815-DD953825C3CE}"/>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graphicEl>
                                              <a:dgm id="{9D873F11-D575-7746-90CB-074CD2E6B6D8}"/>
                                            </p:graphicEl>
                                          </p:spTgt>
                                        </p:tgtEl>
                                        <p:attrNameLst>
                                          <p:attrName>style.visibility</p:attrName>
                                        </p:attrNameLst>
                                      </p:cBhvr>
                                      <p:to>
                                        <p:strVal val="visible"/>
                                      </p:to>
                                    </p:set>
                                    <p:animEffect transition="in" filter="fade">
                                      <p:cBhvr>
                                        <p:cTn id="34" dur="500"/>
                                        <p:tgtEl>
                                          <p:spTgt spid="9">
                                            <p:graphicEl>
                                              <a:dgm id="{9D873F11-D575-7746-90CB-074CD2E6B6D8}"/>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
                                            <p:graphicEl>
                                              <a:dgm id="{66A44305-199E-634A-AE9B-90589EA4937B}"/>
                                            </p:graphicEl>
                                          </p:spTgt>
                                        </p:tgtEl>
                                        <p:attrNameLst>
                                          <p:attrName>style.visibility</p:attrName>
                                        </p:attrNameLst>
                                      </p:cBhvr>
                                      <p:to>
                                        <p:strVal val="visible"/>
                                      </p:to>
                                    </p:set>
                                    <p:animEffect transition="in" filter="fade">
                                      <p:cBhvr>
                                        <p:cTn id="39" dur="500"/>
                                        <p:tgtEl>
                                          <p:spTgt spid="9">
                                            <p:graphicEl>
                                              <a:dgm id="{66A44305-199E-634A-AE9B-90589EA4937B}"/>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graphicEl>
                                              <a:dgm id="{7EF105FC-58DA-4641-89F9-DFBFDCC19A47}"/>
                                            </p:graphicEl>
                                          </p:spTgt>
                                        </p:tgtEl>
                                        <p:attrNameLst>
                                          <p:attrName>style.visibility</p:attrName>
                                        </p:attrNameLst>
                                      </p:cBhvr>
                                      <p:to>
                                        <p:strVal val="visible"/>
                                      </p:to>
                                    </p:set>
                                    <p:animEffect transition="in" filter="fade">
                                      <p:cBhvr>
                                        <p:cTn id="42" dur="500"/>
                                        <p:tgtEl>
                                          <p:spTgt spid="9">
                                            <p:graphicEl>
                                              <a:dgm id="{7EF105FC-58DA-4641-89F9-DFBFDCC19A4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5967E3-256B-71D3-0E1B-1C75987BDBF1}"/>
              </a:ext>
            </a:extLst>
          </p:cNvPr>
          <p:cNvSpPr>
            <a:spLocks noGrp="1"/>
          </p:cNvSpPr>
          <p:nvPr>
            <p:ph type="title"/>
          </p:nvPr>
        </p:nvSpPr>
        <p:spPr>
          <a:xfrm>
            <a:off x="768875" y="182403"/>
            <a:ext cx="10671048" cy="822960"/>
          </a:xfrm>
        </p:spPr>
        <p:txBody>
          <a:bodyPr/>
          <a:lstStyle/>
          <a:p>
            <a:r>
              <a:rPr lang="en-US" dirty="0"/>
              <a:t>Data and Database: The Trust Foundation</a:t>
            </a:r>
            <a:br>
              <a:rPr lang="en-US" dirty="0"/>
            </a:br>
            <a:endParaRPr lang="en-US" dirty="0"/>
          </a:p>
        </p:txBody>
      </p:sp>
      <p:graphicFrame>
        <p:nvGraphicFramePr>
          <p:cNvPr id="8" name="Content Placeholder 7">
            <a:extLst>
              <a:ext uri="{FF2B5EF4-FFF2-40B4-BE49-F238E27FC236}">
                <a16:creationId xmlns:a16="http://schemas.microsoft.com/office/drawing/2014/main" id="{0A54AA8C-7FB1-5848-27B0-899EF30E97EA}"/>
              </a:ext>
            </a:extLst>
          </p:cNvPr>
          <p:cNvGraphicFramePr>
            <a:graphicFrameLocks noGrp="1"/>
          </p:cNvGraphicFramePr>
          <p:nvPr>
            <p:ph sz="quarter" idx="14"/>
            <p:extLst>
              <p:ext uri="{D42A27DB-BD31-4B8C-83A1-F6EECF244321}">
                <p14:modId xmlns:p14="http://schemas.microsoft.com/office/powerpoint/2010/main" val="844019185"/>
              </p:ext>
            </p:extLst>
          </p:nvPr>
        </p:nvGraphicFramePr>
        <p:xfrm>
          <a:off x="-1208315" y="1460103"/>
          <a:ext cx="14608629"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9D927E6D-ECDC-7372-F9CE-CB34C4318D34}"/>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CAFAFEBD-9160-2FA7-C2B9-75953E6250AB}"/>
              </a:ext>
            </a:extLst>
          </p:cNvPr>
          <p:cNvSpPr>
            <a:spLocks noGrp="1"/>
          </p:cNvSpPr>
          <p:nvPr>
            <p:ph type="sldNum" sz="quarter" idx="4"/>
          </p:nvPr>
        </p:nvSpPr>
        <p:spPr/>
        <p:txBody>
          <a:bodyPr/>
          <a:lstStyle/>
          <a:p>
            <a:fld id="{345D60D9-5372-5F40-9443-0F9AE5BDC3C8}" type="slidenum">
              <a:rPr lang="en-US" smtClean="0"/>
              <a:pPr/>
              <a:t>9</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DD36B553-7B9D-A349-A862-8D285F3FE80F}"/>
                                            </p:graphicEl>
                                          </p:spTgt>
                                        </p:tgtEl>
                                        <p:attrNameLst>
                                          <p:attrName>style.visibility</p:attrName>
                                        </p:attrNameLst>
                                      </p:cBhvr>
                                      <p:to>
                                        <p:strVal val="visible"/>
                                      </p:to>
                                    </p:set>
                                    <p:animEffect transition="in" filter="fade">
                                      <p:cBhvr>
                                        <p:cTn id="7" dur="500"/>
                                        <p:tgtEl>
                                          <p:spTgt spid="8">
                                            <p:graphicEl>
                                              <a:dgm id="{DD36B553-7B9D-A349-A862-8D285F3FE80F}"/>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graphicEl>
                                              <a:dgm id="{E374BB5F-E30A-1940-B812-867920A22506}"/>
                                            </p:graphicEl>
                                          </p:spTgt>
                                        </p:tgtEl>
                                        <p:attrNameLst>
                                          <p:attrName>style.visibility</p:attrName>
                                        </p:attrNameLst>
                                      </p:cBhvr>
                                      <p:to>
                                        <p:strVal val="visible"/>
                                      </p:to>
                                    </p:set>
                                    <p:animEffect transition="in" filter="fade">
                                      <p:cBhvr>
                                        <p:cTn id="10" dur="500"/>
                                        <p:tgtEl>
                                          <p:spTgt spid="8">
                                            <p:graphicEl>
                                              <a:dgm id="{E374BB5F-E30A-1940-B812-867920A22506}"/>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graphicEl>
                                              <a:dgm id="{FF2920AC-4AF6-9E44-B3D0-C87B11463126}"/>
                                            </p:graphicEl>
                                          </p:spTgt>
                                        </p:tgtEl>
                                        <p:attrNameLst>
                                          <p:attrName>style.visibility</p:attrName>
                                        </p:attrNameLst>
                                      </p:cBhvr>
                                      <p:to>
                                        <p:strVal val="visible"/>
                                      </p:to>
                                    </p:set>
                                    <p:animEffect transition="in" filter="fade">
                                      <p:cBhvr>
                                        <p:cTn id="15" dur="500"/>
                                        <p:tgtEl>
                                          <p:spTgt spid="8">
                                            <p:graphicEl>
                                              <a:dgm id="{FF2920AC-4AF6-9E44-B3D0-C87B11463126}"/>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graphicEl>
                                              <a:dgm id="{00302D8A-A7F6-BD48-A640-2F23C6AE0F13}"/>
                                            </p:graphicEl>
                                          </p:spTgt>
                                        </p:tgtEl>
                                        <p:attrNameLst>
                                          <p:attrName>style.visibility</p:attrName>
                                        </p:attrNameLst>
                                      </p:cBhvr>
                                      <p:to>
                                        <p:strVal val="visible"/>
                                      </p:to>
                                    </p:set>
                                    <p:animEffect transition="in" filter="fade">
                                      <p:cBhvr>
                                        <p:cTn id="18" dur="500"/>
                                        <p:tgtEl>
                                          <p:spTgt spid="8">
                                            <p:graphicEl>
                                              <a:dgm id="{00302D8A-A7F6-BD48-A640-2F23C6AE0F13}"/>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graphicEl>
                                              <a:dgm id="{BBD9D660-A2D7-7047-8724-EDC3067B25B7}"/>
                                            </p:graphicEl>
                                          </p:spTgt>
                                        </p:tgtEl>
                                        <p:attrNameLst>
                                          <p:attrName>style.visibility</p:attrName>
                                        </p:attrNameLst>
                                      </p:cBhvr>
                                      <p:to>
                                        <p:strVal val="visible"/>
                                      </p:to>
                                    </p:set>
                                    <p:animEffect transition="in" filter="fade">
                                      <p:cBhvr>
                                        <p:cTn id="23" dur="500"/>
                                        <p:tgtEl>
                                          <p:spTgt spid="8">
                                            <p:graphicEl>
                                              <a:dgm id="{BBD9D660-A2D7-7047-8724-EDC3067B25B7}"/>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graphicEl>
                                              <a:dgm id="{59536076-A598-6E4E-824D-7AE0D2462484}"/>
                                            </p:graphicEl>
                                          </p:spTgt>
                                        </p:tgtEl>
                                        <p:attrNameLst>
                                          <p:attrName>style.visibility</p:attrName>
                                        </p:attrNameLst>
                                      </p:cBhvr>
                                      <p:to>
                                        <p:strVal val="visible"/>
                                      </p:to>
                                    </p:set>
                                    <p:animEffect transition="in" filter="fade">
                                      <p:cBhvr>
                                        <p:cTn id="26" dur="500"/>
                                        <p:tgtEl>
                                          <p:spTgt spid="8">
                                            <p:graphicEl>
                                              <a:dgm id="{59536076-A598-6E4E-824D-7AE0D2462484}"/>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graphicEl>
                                              <a:dgm id="{7D905D18-3911-1A46-8BFA-2D32DBE9768E}"/>
                                            </p:graphicEl>
                                          </p:spTgt>
                                        </p:tgtEl>
                                        <p:attrNameLst>
                                          <p:attrName>style.visibility</p:attrName>
                                        </p:attrNameLst>
                                      </p:cBhvr>
                                      <p:to>
                                        <p:strVal val="visible"/>
                                      </p:to>
                                    </p:set>
                                    <p:animEffect transition="in" filter="fade">
                                      <p:cBhvr>
                                        <p:cTn id="31" dur="500"/>
                                        <p:tgtEl>
                                          <p:spTgt spid="8">
                                            <p:graphicEl>
                                              <a:dgm id="{7D905D18-3911-1A46-8BFA-2D32DBE9768E}"/>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graphicEl>
                                              <a:dgm id="{C32C52F3-72F1-6F4C-A7B1-82D460AC460B}"/>
                                            </p:graphicEl>
                                          </p:spTgt>
                                        </p:tgtEl>
                                        <p:attrNameLst>
                                          <p:attrName>style.visibility</p:attrName>
                                        </p:attrNameLst>
                                      </p:cBhvr>
                                      <p:to>
                                        <p:strVal val="visible"/>
                                      </p:to>
                                    </p:set>
                                    <p:animEffect transition="in" filter="fade">
                                      <p:cBhvr>
                                        <p:cTn id="34" dur="500"/>
                                        <p:tgtEl>
                                          <p:spTgt spid="8">
                                            <p:graphicEl>
                                              <a:dgm id="{C32C52F3-72F1-6F4C-A7B1-82D460AC460B}"/>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graphicEl>
                                              <a:dgm id="{87441F7E-D4C3-464B-9A5C-387B6BE8BD09}"/>
                                            </p:graphicEl>
                                          </p:spTgt>
                                        </p:tgtEl>
                                        <p:attrNameLst>
                                          <p:attrName>style.visibility</p:attrName>
                                        </p:attrNameLst>
                                      </p:cBhvr>
                                      <p:to>
                                        <p:strVal val="visible"/>
                                      </p:to>
                                    </p:set>
                                    <p:animEffect transition="in" filter="fade">
                                      <p:cBhvr>
                                        <p:cTn id="39" dur="500"/>
                                        <p:tgtEl>
                                          <p:spTgt spid="8">
                                            <p:graphicEl>
                                              <a:dgm id="{87441F7E-D4C3-464B-9A5C-387B6BE8BD09}"/>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
                                            <p:graphicEl>
                                              <a:dgm id="{0A575F73-3D9C-D042-8EBE-F555C7588D55}"/>
                                            </p:graphicEl>
                                          </p:spTgt>
                                        </p:tgtEl>
                                        <p:attrNameLst>
                                          <p:attrName>style.visibility</p:attrName>
                                        </p:attrNameLst>
                                      </p:cBhvr>
                                      <p:to>
                                        <p:strVal val="visible"/>
                                      </p:to>
                                    </p:set>
                                    <p:animEffect transition="in" filter="fade">
                                      <p:cBhvr>
                                        <p:cTn id="42" dur="500"/>
                                        <p:tgtEl>
                                          <p:spTgt spid="8">
                                            <p:graphicEl>
                                              <a:dgm id="{0A575F73-3D9C-D042-8EBE-F555C7588D5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D3826F-DBE6-109F-FD47-F15C7863455F}"/>
              </a:ext>
            </a:extLst>
          </p:cNvPr>
          <p:cNvSpPr>
            <a:spLocks noGrp="1"/>
          </p:cNvSpPr>
          <p:nvPr>
            <p:ph type="title"/>
          </p:nvPr>
        </p:nvSpPr>
        <p:spPr>
          <a:xfrm>
            <a:off x="768875" y="182403"/>
            <a:ext cx="10671048" cy="822960"/>
          </a:xfrm>
        </p:spPr>
        <p:txBody>
          <a:bodyPr/>
          <a:lstStyle/>
          <a:p>
            <a:r>
              <a:rPr lang="en-US" dirty="0"/>
              <a:t>Cloud and AI: Practical Execution at Enterprise Scale</a:t>
            </a:r>
            <a:br>
              <a:rPr lang="en-US" dirty="0"/>
            </a:br>
            <a:endParaRPr lang="en-US" dirty="0"/>
          </a:p>
        </p:txBody>
      </p:sp>
      <p:graphicFrame>
        <p:nvGraphicFramePr>
          <p:cNvPr id="10" name="Content Placeholder 9">
            <a:extLst>
              <a:ext uri="{FF2B5EF4-FFF2-40B4-BE49-F238E27FC236}">
                <a16:creationId xmlns:a16="http://schemas.microsoft.com/office/drawing/2014/main" id="{6E135FD9-1267-C343-766A-0D4D5CD1D868}"/>
              </a:ext>
            </a:extLst>
          </p:cNvPr>
          <p:cNvGraphicFramePr>
            <a:graphicFrameLocks noGrp="1"/>
          </p:cNvGraphicFramePr>
          <p:nvPr>
            <p:ph sz="quarter" idx="14"/>
            <p:extLst>
              <p:ext uri="{D42A27DB-BD31-4B8C-83A1-F6EECF244321}">
                <p14:modId xmlns:p14="http://schemas.microsoft.com/office/powerpoint/2010/main" val="40950171"/>
              </p:ext>
            </p:extLst>
          </p:nvPr>
        </p:nvGraphicFramePr>
        <p:xfrm>
          <a:off x="-1270000" y="1600200"/>
          <a:ext cx="15167429"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82F9A744-52E7-CC7A-A3FC-8118150B41CC}"/>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FE4CB096-BD0E-BA0C-EDB6-6AE5A4FCC14A}"/>
              </a:ext>
            </a:extLst>
          </p:cNvPr>
          <p:cNvSpPr>
            <a:spLocks noGrp="1"/>
          </p:cNvSpPr>
          <p:nvPr>
            <p:ph type="sldNum" sz="quarter" idx="4"/>
          </p:nvPr>
        </p:nvSpPr>
        <p:spPr/>
        <p:txBody>
          <a:bodyPr/>
          <a:lstStyle/>
          <a:p>
            <a:fld id="{345D60D9-5372-5F40-9443-0F9AE5BDC3C8}" type="slidenum">
              <a:rPr lang="en-US" smtClean="0"/>
              <a:pPr/>
              <a:t>10</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graphicEl>
                                              <a:dgm id="{EA8C5E5A-F94D-984B-BF42-0D3D5CA8CC86}"/>
                                            </p:graphicEl>
                                          </p:spTgt>
                                        </p:tgtEl>
                                        <p:attrNameLst>
                                          <p:attrName>style.visibility</p:attrName>
                                        </p:attrNameLst>
                                      </p:cBhvr>
                                      <p:to>
                                        <p:strVal val="visible"/>
                                      </p:to>
                                    </p:set>
                                    <p:animEffect transition="in" filter="fade">
                                      <p:cBhvr>
                                        <p:cTn id="7" dur="500"/>
                                        <p:tgtEl>
                                          <p:spTgt spid="10">
                                            <p:graphicEl>
                                              <a:dgm id="{EA8C5E5A-F94D-984B-BF42-0D3D5CA8CC86}"/>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graphicEl>
                                              <a:dgm id="{B27C7DF9-3F4C-614B-9037-B5E09EB5E7B4}"/>
                                            </p:graphicEl>
                                          </p:spTgt>
                                        </p:tgtEl>
                                        <p:attrNameLst>
                                          <p:attrName>style.visibility</p:attrName>
                                        </p:attrNameLst>
                                      </p:cBhvr>
                                      <p:to>
                                        <p:strVal val="visible"/>
                                      </p:to>
                                    </p:set>
                                    <p:animEffect transition="in" filter="fade">
                                      <p:cBhvr>
                                        <p:cTn id="10" dur="500"/>
                                        <p:tgtEl>
                                          <p:spTgt spid="10">
                                            <p:graphicEl>
                                              <a:dgm id="{B27C7DF9-3F4C-614B-9037-B5E09EB5E7B4}"/>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graphicEl>
                                              <a:dgm id="{19AA5F25-4EB7-AE44-941F-D2090D19745B}"/>
                                            </p:graphicEl>
                                          </p:spTgt>
                                        </p:tgtEl>
                                        <p:attrNameLst>
                                          <p:attrName>style.visibility</p:attrName>
                                        </p:attrNameLst>
                                      </p:cBhvr>
                                      <p:to>
                                        <p:strVal val="visible"/>
                                      </p:to>
                                    </p:set>
                                    <p:animEffect transition="in" filter="fade">
                                      <p:cBhvr>
                                        <p:cTn id="15" dur="500"/>
                                        <p:tgtEl>
                                          <p:spTgt spid="10">
                                            <p:graphicEl>
                                              <a:dgm id="{19AA5F25-4EB7-AE44-941F-D2090D19745B}"/>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graphicEl>
                                              <a:dgm id="{B3D7B32E-0222-6E43-817B-267D59E34223}"/>
                                            </p:graphicEl>
                                          </p:spTgt>
                                        </p:tgtEl>
                                        <p:attrNameLst>
                                          <p:attrName>style.visibility</p:attrName>
                                        </p:attrNameLst>
                                      </p:cBhvr>
                                      <p:to>
                                        <p:strVal val="visible"/>
                                      </p:to>
                                    </p:set>
                                    <p:animEffect transition="in" filter="fade">
                                      <p:cBhvr>
                                        <p:cTn id="18" dur="500"/>
                                        <p:tgtEl>
                                          <p:spTgt spid="10">
                                            <p:graphicEl>
                                              <a:dgm id="{B3D7B32E-0222-6E43-817B-267D59E34223}"/>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graphicEl>
                                              <a:dgm id="{F21876F5-F74B-8A41-8A19-5C89A3D5F4BB}"/>
                                            </p:graphicEl>
                                          </p:spTgt>
                                        </p:tgtEl>
                                        <p:attrNameLst>
                                          <p:attrName>style.visibility</p:attrName>
                                        </p:attrNameLst>
                                      </p:cBhvr>
                                      <p:to>
                                        <p:strVal val="visible"/>
                                      </p:to>
                                    </p:set>
                                    <p:animEffect transition="in" filter="fade">
                                      <p:cBhvr>
                                        <p:cTn id="23" dur="500"/>
                                        <p:tgtEl>
                                          <p:spTgt spid="10">
                                            <p:graphicEl>
                                              <a:dgm id="{F21876F5-F74B-8A41-8A19-5C89A3D5F4BB}"/>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graphicEl>
                                              <a:dgm id="{D30AFCCF-321C-5544-8FCE-D533B6DE55A6}"/>
                                            </p:graphicEl>
                                          </p:spTgt>
                                        </p:tgtEl>
                                        <p:attrNameLst>
                                          <p:attrName>style.visibility</p:attrName>
                                        </p:attrNameLst>
                                      </p:cBhvr>
                                      <p:to>
                                        <p:strVal val="visible"/>
                                      </p:to>
                                    </p:set>
                                    <p:animEffect transition="in" filter="fade">
                                      <p:cBhvr>
                                        <p:cTn id="26" dur="500"/>
                                        <p:tgtEl>
                                          <p:spTgt spid="10">
                                            <p:graphicEl>
                                              <a:dgm id="{D30AFCCF-321C-5544-8FCE-D533B6DE55A6}"/>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graphicEl>
                                              <a:dgm id="{C137C5B9-C5F9-7548-9D4E-C2A3B4B64BC2}"/>
                                            </p:graphicEl>
                                          </p:spTgt>
                                        </p:tgtEl>
                                        <p:attrNameLst>
                                          <p:attrName>style.visibility</p:attrName>
                                        </p:attrNameLst>
                                      </p:cBhvr>
                                      <p:to>
                                        <p:strVal val="visible"/>
                                      </p:to>
                                    </p:set>
                                    <p:animEffect transition="in" filter="fade">
                                      <p:cBhvr>
                                        <p:cTn id="31" dur="500"/>
                                        <p:tgtEl>
                                          <p:spTgt spid="10">
                                            <p:graphicEl>
                                              <a:dgm id="{C137C5B9-C5F9-7548-9D4E-C2A3B4B64BC2}"/>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graphicEl>
                                              <a:dgm id="{19D8913B-C710-3C48-8EFF-3503121725DB}"/>
                                            </p:graphicEl>
                                          </p:spTgt>
                                        </p:tgtEl>
                                        <p:attrNameLst>
                                          <p:attrName>style.visibility</p:attrName>
                                        </p:attrNameLst>
                                      </p:cBhvr>
                                      <p:to>
                                        <p:strVal val="visible"/>
                                      </p:to>
                                    </p:set>
                                    <p:animEffect transition="in" filter="fade">
                                      <p:cBhvr>
                                        <p:cTn id="34" dur="500"/>
                                        <p:tgtEl>
                                          <p:spTgt spid="10">
                                            <p:graphicEl>
                                              <a:dgm id="{19D8913B-C710-3C48-8EFF-3503121725DB}"/>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
                                            <p:graphicEl>
                                              <a:dgm id="{DB0EC927-328D-EC49-983A-F38423C5203A}"/>
                                            </p:graphicEl>
                                          </p:spTgt>
                                        </p:tgtEl>
                                        <p:attrNameLst>
                                          <p:attrName>style.visibility</p:attrName>
                                        </p:attrNameLst>
                                      </p:cBhvr>
                                      <p:to>
                                        <p:strVal val="visible"/>
                                      </p:to>
                                    </p:set>
                                    <p:animEffect transition="in" filter="fade">
                                      <p:cBhvr>
                                        <p:cTn id="39" dur="500"/>
                                        <p:tgtEl>
                                          <p:spTgt spid="10">
                                            <p:graphicEl>
                                              <a:dgm id="{DB0EC927-328D-EC49-983A-F38423C5203A}"/>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graphicEl>
                                              <a:dgm id="{FEAF8FBB-9A0C-1E4A-BA95-55192F316B40}"/>
                                            </p:graphicEl>
                                          </p:spTgt>
                                        </p:tgtEl>
                                        <p:attrNameLst>
                                          <p:attrName>style.visibility</p:attrName>
                                        </p:attrNameLst>
                                      </p:cBhvr>
                                      <p:to>
                                        <p:strVal val="visible"/>
                                      </p:to>
                                    </p:set>
                                    <p:animEffect transition="in" filter="fade">
                                      <p:cBhvr>
                                        <p:cTn id="42" dur="500"/>
                                        <p:tgtEl>
                                          <p:spTgt spid="10">
                                            <p:graphicEl>
                                              <a:dgm id="{FEAF8FBB-9A0C-1E4A-BA95-55192F316B4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A8A1CB-FFD7-9107-8B1E-3605A2B6CF2A}"/>
              </a:ext>
            </a:extLst>
          </p:cNvPr>
          <p:cNvSpPr>
            <a:spLocks noGrp="1"/>
          </p:cNvSpPr>
          <p:nvPr>
            <p:ph type="title"/>
          </p:nvPr>
        </p:nvSpPr>
        <p:spPr>
          <a:xfrm>
            <a:off x="768875" y="182403"/>
            <a:ext cx="10671048" cy="822960"/>
          </a:xfrm>
        </p:spPr>
        <p:txBody>
          <a:bodyPr/>
          <a:lstStyle/>
          <a:p>
            <a:r>
              <a:rPr lang="en-US" dirty="0"/>
              <a:t>Open Integration: Value Across Your Environment</a:t>
            </a:r>
            <a:br>
              <a:rPr lang="en-US" dirty="0"/>
            </a:br>
            <a:endParaRPr lang="en-US" dirty="0"/>
          </a:p>
        </p:txBody>
      </p:sp>
      <p:graphicFrame>
        <p:nvGraphicFramePr>
          <p:cNvPr id="8" name="Content Placeholder 7">
            <a:extLst>
              <a:ext uri="{FF2B5EF4-FFF2-40B4-BE49-F238E27FC236}">
                <a16:creationId xmlns:a16="http://schemas.microsoft.com/office/drawing/2014/main" id="{990298BB-C20D-4649-677B-C33F90740923}"/>
              </a:ext>
            </a:extLst>
          </p:cNvPr>
          <p:cNvGraphicFramePr>
            <a:graphicFrameLocks noGrp="1"/>
          </p:cNvGraphicFramePr>
          <p:nvPr>
            <p:ph sz="quarter" idx="14"/>
            <p:extLst>
              <p:ext uri="{D42A27DB-BD31-4B8C-83A1-F6EECF244321}">
                <p14:modId xmlns:p14="http://schemas.microsoft.com/office/powerpoint/2010/main" val="3058551299"/>
              </p:ext>
            </p:extLst>
          </p:nvPr>
        </p:nvGraphicFramePr>
        <p:xfrm>
          <a:off x="766763" y="1600200"/>
          <a:ext cx="10671175"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D70F9B83-9B7E-1130-3712-9EA6B195FB31}"/>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782DD4FA-2EA8-49FD-B120-13725D2F5BE4}"/>
              </a:ext>
            </a:extLst>
          </p:cNvPr>
          <p:cNvSpPr>
            <a:spLocks noGrp="1"/>
          </p:cNvSpPr>
          <p:nvPr>
            <p:ph type="sldNum" sz="quarter" idx="4"/>
          </p:nvPr>
        </p:nvSpPr>
        <p:spPr/>
        <p:txBody>
          <a:bodyPr/>
          <a:lstStyle/>
          <a:p>
            <a:fld id="{345D60D9-5372-5F40-9443-0F9AE5BDC3C8}" type="slidenum">
              <a:rPr lang="en-US" smtClean="0"/>
              <a:pPr/>
              <a:t>11</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graphicEl>
                                              <a:dgm id="{CA5E3E3B-C94C-8842-AFCF-34D7C6E713EC}"/>
                                            </p:graphicEl>
                                          </p:spTgt>
                                        </p:tgtEl>
                                        <p:attrNameLst>
                                          <p:attrName>style.visibility</p:attrName>
                                        </p:attrNameLst>
                                      </p:cBhvr>
                                      <p:to>
                                        <p:strVal val="visible"/>
                                      </p:to>
                                    </p:set>
                                    <p:animEffect transition="in" filter="wipe(left)">
                                      <p:cBhvr>
                                        <p:cTn id="7" dur="500"/>
                                        <p:tgtEl>
                                          <p:spTgt spid="8">
                                            <p:graphicEl>
                                              <a:dgm id="{CA5E3E3B-C94C-8842-AFCF-34D7C6E713EC}"/>
                                            </p:graphic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graphicEl>
                                              <a:dgm id="{12EC2E9D-BB03-B048-A5A6-A37907548D60}"/>
                                            </p:graphicEl>
                                          </p:spTgt>
                                        </p:tgtEl>
                                        <p:attrNameLst>
                                          <p:attrName>style.visibility</p:attrName>
                                        </p:attrNameLst>
                                      </p:cBhvr>
                                      <p:to>
                                        <p:strVal val="visible"/>
                                      </p:to>
                                    </p:set>
                                    <p:animEffect transition="in" filter="wipe(up)">
                                      <p:cBhvr>
                                        <p:cTn id="11" dur="500"/>
                                        <p:tgtEl>
                                          <p:spTgt spid="8">
                                            <p:graphicEl>
                                              <a:dgm id="{12EC2E9D-BB03-B048-A5A6-A37907548D60}"/>
                                            </p:graphicEl>
                                          </p:spTgt>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8">
                                            <p:graphicEl>
                                              <a:dgm id="{7DD9D10E-FAB7-AE4A-B111-6CB7BAA5A757}"/>
                                            </p:graphicEl>
                                          </p:spTgt>
                                        </p:tgtEl>
                                        <p:attrNameLst>
                                          <p:attrName>style.visibility</p:attrName>
                                        </p:attrNameLst>
                                      </p:cBhvr>
                                      <p:to>
                                        <p:strVal val="visible"/>
                                      </p:to>
                                    </p:set>
                                    <p:animEffect transition="in" filter="wipe(up)">
                                      <p:cBhvr>
                                        <p:cTn id="14" dur="500"/>
                                        <p:tgtEl>
                                          <p:spTgt spid="8">
                                            <p:graphicEl>
                                              <a:dgm id="{7DD9D10E-FAB7-AE4A-B111-6CB7BAA5A757}"/>
                                            </p:graphic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8">
                                            <p:graphicEl>
                                              <a:dgm id="{484E2017-EFC3-394D-A8F3-2EC5EC405C33}"/>
                                            </p:graphicEl>
                                          </p:spTgt>
                                        </p:tgtEl>
                                        <p:attrNameLst>
                                          <p:attrName>style.visibility</p:attrName>
                                        </p:attrNameLst>
                                      </p:cBhvr>
                                      <p:to>
                                        <p:strVal val="visible"/>
                                      </p:to>
                                    </p:set>
                                    <p:animEffect transition="in" filter="wipe(up)">
                                      <p:cBhvr>
                                        <p:cTn id="19" dur="500"/>
                                        <p:tgtEl>
                                          <p:spTgt spid="8">
                                            <p:graphicEl>
                                              <a:dgm id="{484E2017-EFC3-394D-A8F3-2EC5EC405C33}"/>
                                            </p:graphic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8">
                                            <p:graphicEl>
                                              <a:dgm id="{F3E9F15A-6252-1F41-A41A-357CF9B26716}"/>
                                            </p:graphicEl>
                                          </p:spTgt>
                                        </p:tgtEl>
                                        <p:attrNameLst>
                                          <p:attrName>style.visibility</p:attrName>
                                        </p:attrNameLst>
                                      </p:cBhvr>
                                      <p:to>
                                        <p:strVal val="visible"/>
                                      </p:to>
                                    </p:set>
                                    <p:animEffect transition="in" filter="wipe(up)">
                                      <p:cBhvr>
                                        <p:cTn id="22" dur="500"/>
                                        <p:tgtEl>
                                          <p:spTgt spid="8">
                                            <p:graphicEl>
                                              <a:dgm id="{F3E9F15A-6252-1F41-A41A-357CF9B26716}"/>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graphicEl>
                                              <a:dgm id="{DC2ACAEF-B489-C746-BBE3-DAFA55347558}"/>
                                            </p:graphicEl>
                                          </p:spTgt>
                                        </p:tgtEl>
                                        <p:attrNameLst>
                                          <p:attrName>style.visibility</p:attrName>
                                        </p:attrNameLst>
                                      </p:cBhvr>
                                      <p:to>
                                        <p:strVal val="visible"/>
                                      </p:to>
                                    </p:set>
                                    <p:animEffect transition="in" filter="wipe(up)">
                                      <p:cBhvr>
                                        <p:cTn id="27" dur="500"/>
                                        <p:tgtEl>
                                          <p:spTgt spid="8">
                                            <p:graphicEl>
                                              <a:dgm id="{DC2ACAEF-B489-C746-BBE3-DAFA55347558}"/>
                                            </p:graphic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8">
                                            <p:graphicEl>
                                              <a:dgm id="{84962732-4AC2-1B41-AC78-F4A6CA642E15}"/>
                                            </p:graphicEl>
                                          </p:spTgt>
                                        </p:tgtEl>
                                        <p:attrNameLst>
                                          <p:attrName>style.visibility</p:attrName>
                                        </p:attrNameLst>
                                      </p:cBhvr>
                                      <p:to>
                                        <p:strVal val="visible"/>
                                      </p:to>
                                    </p:set>
                                    <p:animEffect transition="in" filter="wipe(up)">
                                      <p:cBhvr>
                                        <p:cTn id="30" dur="500"/>
                                        <p:tgtEl>
                                          <p:spTgt spid="8">
                                            <p:graphicEl>
                                              <a:dgm id="{84962732-4AC2-1B41-AC78-F4A6CA642E15}"/>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8">
                                            <p:graphicEl>
                                              <a:dgm id="{4396DE8C-9FB9-CD40-9A96-A3420A6F29F4}"/>
                                            </p:graphicEl>
                                          </p:spTgt>
                                        </p:tgtEl>
                                        <p:attrNameLst>
                                          <p:attrName>style.visibility</p:attrName>
                                        </p:attrNameLst>
                                      </p:cBhvr>
                                      <p:to>
                                        <p:strVal val="visible"/>
                                      </p:to>
                                    </p:set>
                                    <p:animEffect transition="in" filter="wipe(up)">
                                      <p:cBhvr>
                                        <p:cTn id="35" dur="500"/>
                                        <p:tgtEl>
                                          <p:spTgt spid="8">
                                            <p:graphicEl>
                                              <a:dgm id="{4396DE8C-9FB9-CD40-9A96-A3420A6F29F4}"/>
                                            </p:graphic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8">
                                            <p:graphicEl>
                                              <a:dgm id="{B28AA158-42A6-3A43-BFDF-25141584B320}"/>
                                            </p:graphicEl>
                                          </p:spTgt>
                                        </p:tgtEl>
                                        <p:attrNameLst>
                                          <p:attrName>style.visibility</p:attrName>
                                        </p:attrNameLst>
                                      </p:cBhvr>
                                      <p:to>
                                        <p:strVal val="visible"/>
                                      </p:to>
                                    </p:set>
                                    <p:animEffect transition="in" filter="wipe(up)">
                                      <p:cBhvr>
                                        <p:cTn id="38" dur="500"/>
                                        <p:tgtEl>
                                          <p:spTgt spid="8">
                                            <p:graphicEl>
                                              <a:dgm id="{B28AA158-42A6-3A43-BFDF-25141584B320}"/>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8">
                                            <p:graphicEl>
                                              <a:dgm id="{C072900A-586D-4A4F-A593-724828517EBB}"/>
                                            </p:graphicEl>
                                          </p:spTgt>
                                        </p:tgtEl>
                                        <p:attrNameLst>
                                          <p:attrName>style.visibility</p:attrName>
                                        </p:attrNameLst>
                                      </p:cBhvr>
                                      <p:to>
                                        <p:strVal val="visible"/>
                                      </p:to>
                                    </p:set>
                                    <p:animEffect transition="in" filter="wipe(up)">
                                      <p:cBhvr>
                                        <p:cTn id="43" dur="500"/>
                                        <p:tgtEl>
                                          <p:spTgt spid="8">
                                            <p:graphicEl>
                                              <a:dgm id="{C072900A-586D-4A4F-A593-724828517EBB}"/>
                                            </p:graphicEl>
                                          </p:spTgt>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8">
                                            <p:graphicEl>
                                              <a:dgm id="{E630CC54-4450-BB40-846F-9F73B75D6E1E}"/>
                                            </p:graphicEl>
                                          </p:spTgt>
                                        </p:tgtEl>
                                        <p:attrNameLst>
                                          <p:attrName>style.visibility</p:attrName>
                                        </p:attrNameLst>
                                      </p:cBhvr>
                                      <p:to>
                                        <p:strVal val="visible"/>
                                      </p:to>
                                    </p:set>
                                    <p:animEffect transition="in" filter="wipe(up)">
                                      <p:cBhvr>
                                        <p:cTn id="46" dur="500"/>
                                        <p:tgtEl>
                                          <p:spTgt spid="8">
                                            <p:graphicEl>
                                              <a:dgm id="{E630CC54-4450-BB40-846F-9F73B75D6E1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EF6212-7844-0C7A-C55B-42FCE63390DD}"/>
              </a:ext>
            </a:extLst>
          </p:cNvPr>
          <p:cNvSpPr>
            <a:spLocks noGrp="1"/>
          </p:cNvSpPr>
          <p:nvPr>
            <p:ph type="title"/>
          </p:nvPr>
        </p:nvSpPr>
        <p:spPr>
          <a:xfrm>
            <a:off x="586921" y="3026053"/>
            <a:ext cx="4595813" cy="369332"/>
          </a:xfrm>
        </p:spPr>
        <p:txBody>
          <a:bodyPr>
            <a:spAutoFit/>
          </a:bodyPr>
          <a:lstStyle/>
          <a:p>
            <a:r>
              <a:rPr lang="en-US" dirty="0"/>
              <a:t>Where We Go From Here?</a:t>
            </a:r>
          </a:p>
        </p:txBody>
      </p:sp>
      <p:pic>
        <p:nvPicPr>
          <p:cNvPr id="2" name="Picture Placeholder 1" descr="HR_Career_Paths_1x1">
            <a:extLst>
              <a:ext uri="{FF2B5EF4-FFF2-40B4-BE49-F238E27FC236}">
                <a16:creationId xmlns:a16="http://schemas.microsoft.com/office/drawing/2014/main" id="{E5018426-50B0-42C2-87B8-7EDE4D93BC5D}"/>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l="5556" r="5556"/>
          <a:stretch/>
        </p:blipFill>
        <p:spPr>
          <a:xfrm>
            <a:off x="6096000" y="0"/>
            <a:ext cx="6096000" cy="6858000"/>
          </a:xfrm>
          <a:solidFill>
            <a:srgbClr val="AEA8A2"/>
          </a:solidFill>
        </p:spPr>
      </p:pic>
      <p:sp>
        <p:nvSpPr>
          <p:cNvPr id="3" name="Footer Placeholder 2">
            <a:extLst>
              <a:ext uri="{FF2B5EF4-FFF2-40B4-BE49-F238E27FC236}">
                <a16:creationId xmlns:a16="http://schemas.microsoft.com/office/drawing/2014/main" id="{9B493401-403A-D361-0715-A2C5660039F7}"/>
              </a:ext>
            </a:extLst>
          </p:cNvPr>
          <p:cNvSpPr>
            <a:spLocks noGrp="1"/>
          </p:cNvSpPr>
          <p:nvPr>
            <p:ph type="ftr" sz="quarter" idx="13"/>
          </p:nvPr>
        </p:nvSpPr>
        <p:spPr>
          <a:xfrm>
            <a:off x="1127759" y="6423978"/>
            <a:ext cx="5745379" cy="365125"/>
          </a:xfrm>
        </p:spPr>
        <p:txBody>
          <a:bodyPr/>
          <a:lstStyle/>
          <a:p>
            <a:r>
              <a:rPr lang="en-US"/>
              <a:t>Copyright © 2026,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775AFF71-B42A-C792-3359-2555616B2427}"/>
              </a:ext>
            </a:extLst>
          </p:cNvPr>
          <p:cNvSpPr>
            <a:spLocks noGrp="1"/>
          </p:cNvSpPr>
          <p:nvPr>
            <p:ph type="sldNum" sz="quarter" idx="14"/>
          </p:nvPr>
        </p:nvSpPr>
        <p:spPr>
          <a:xfrm>
            <a:off x="762000" y="6423660"/>
            <a:ext cx="365760" cy="365760"/>
          </a:xfrm>
        </p:spPr>
        <p:txBody>
          <a:bodyPr/>
          <a:lstStyle/>
          <a:p>
            <a:fld id="{345D60D9-5372-5F40-9443-0F9AE5BDC3C8}" type="slidenum">
              <a:rPr lang="en-US" smtClean="0"/>
              <a:pPr/>
              <a:t>12</a:t>
            </a:fld>
            <a:endParaRPr lang="en-US" dirty="0"/>
          </a:p>
        </p:txBody>
      </p:sp>
      <p:sp>
        <p:nvSpPr>
          <p:cNvPr id="15" name="TextBox 14">
            <a:extLst>
              <a:ext uri="{FF2B5EF4-FFF2-40B4-BE49-F238E27FC236}">
                <a16:creationId xmlns:a16="http://schemas.microsoft.com/office/drawing/2014/main" id="{41FF635D-FA21-5FFC-6E30-7C19B33AE1E3}"/>
              </a:ext>
            </a:extLst>
          </p:cNvPr>
          <p:cNvSpPr txBox="1"/>
          <p:nvPr/>
        </p:nvSpPr>
        <p:spPr>
          <a:xfrm>
            <a:off x="586921" y="3631139"/>
            <a:ext cx="5173777" cy="2554545"/>
          </a:xfrm>
          <a:prstGeom prst="rect">
            <a:avLst/>
          </a:prstGeom>
          <a:noFill/>
        </p:spPr>
        <p:txBody>
          <a:bodyPr wrap="square" rtlCol="0">
            <a:spAutoFit/>
          </a:bodyPr>
          <a:lstStyle/>
          <a:p>
            <a:pPr marL="285750" indent="-285750">
              <a:spcAft>
                <a:spcPts val="2400"/>
              </a:spcAft>
              <a:buClr>
                <a:schemeClr val="accent4"/>
              </a:buClr>
              <a:buFont typeface="Wingdings" pitchFamily="2" charset="2"/>
              <a:buChar char="v"/>
            </a:pPr>
            <a:r>
              <a:rPr lang="en-US" sz="1600" dirty="0"/>
              <a:t>What outcomes matter to your organization?</a:t>
            </a:r>
          </a:p>
          <a:p>
            <a:pPr marL="285750" indent="-285750">
              <a:spcAft>
                <a:spcPts val="2400"/>
              </a:spcAft>
              <a:buClr>
                <a:schemeClr val="accent4"/>
              </a:buClr>
              <a:buFont typeface="Wingdings" pitchFamily="2" charset="2"/>
              <a:buChar char="v"/>
            </a:pPr>
            <a:r>
              <a:rPr lang="en-US" sz="1600" dirty="0"/>
              <a:t>What teams and data do you use for decisions?</a:t>
            </a:r>
          </a:p>
          <a:p>
            <a:pPr marL="285750" indent="-285750">
              <a:spcAft>
                <a:spcPts val="2400"/>
              </a:spcAft>
              <a:buClr>
                <a:schemeClr val="accent4"/>
              </a:buClr>
              <a:buFont typeface="Wingdings" pitchFamily="2" charset="2"/>
              <a:buChar char="v"/>
            </a:pPr>
            <a:r>
              <a:rPr lang="en-US" sz="1600" dirty="0"/>
              <a:t>How can Oracle help absorb complexity?</a:t>
            </a:r>
          </a:p>
          <a:p>
            <a:pPr marL="285750" indent="-285750">
              <a:spcAft>
                <a:spcPts val="2400"/>
              </a:spcAft>
              <a:buClr>
                <a:schemeClr val="accent4"/>
              </a:buClr>
              <a:buFont typeface="Wingdings" pitchFamily="2" charset="2"/>
              <a:buChar char="v"/>
            </a:pPr>
            <a:r>
              <a:rPr lang="en-US" sz="1600" dirty="0"/>
              <a:t>Identify where applying AI is practical.</a:t>
            </a:r>
          </a:p>
          <a:p>
            <a:pPr marL="285750" indent="-285750">
              <a:spcAft>
                <a:spcPts val="2400"/>
              </a:spcAft>
              <a:buClr>
                <a:schemeClr val="accent4"/>
              </a:buClr>
              <a:buFont typeface="Wingdings" pitchFamily="2" charset="2"/>
              <a:buChar char="v"/>
            </a:pPr>
            <a:r>
              <a:rPr lang="en-US" sz="1600" dirty="0"/>
              <a:t>Move forward only where trust and value are clear.</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5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fade">
                                      <p:cBhvr>
                                        <p:cTn id="27"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B11623-D39B-DECF-3418-A9034078F42D}"/>
              </a:ext>
            </a:extLst>
          </p:cNvPr>
          <p:cNvSpPr>
            <a:spLocks noGrp="1"/>
          </p:cNvSpPr>
          <p:nvPr>
            <p:ph type="title"/>
          </p:nvPr>
        </p:nvSpPr>
        <p:spPr>
          <a:xfrm>
            <a:off x="311675" y="3017520"/>
            <a:ext cx="10671048" cy="822960"/>
          </a:xfrm>
        </p:spPr>
        <p:txBody>
          <a:bodyPr/>
          <a:lstStyle/>
          <a:p>
            <a:r>
              <a:rPr lang="en-US" dirty="0"/>
              <a:t>As an Oracle customer, </a:t>
            </a:r>
            <a:br>
              <a:rPr lang="en-US" dirty="0"/>
            </a:br>
            <a:r>
              <a:rPr lang="en-US" i="1" dirty="0"/>
              <a:t>you</a:t>
            </a:r>
            <a:r>
              <a:rPr lang="en-US" dirty="0"/>
              <a:t> have the One Oracle Advantage</a:t>
            </a:r>
          </a:p>
        </p:txBody>
      </p:sp>
      <p:sp>
        <p:nvSpPr>
          <p:cNvPr id="2" name="Footer Placeholder 1">
            <a:extLst>
              <a:ext uri="{FF2B5EF4-FFF2-40B4-BE49-F238E27FC236}">
                <a16:creationId xmlns:a16="http://schemas.microsoft.com/office/drawing/2014/main" id="{1EBED87D-082E-B52E-75E2-03DCD3391977}"/>
              </a:ext>
            </a:extLst>
          </p:cNvPr>
          <p:cNvSpPr>
            <a:spLocks noGrp="1"/>
          </p:cNvSpPr>
          <p:nvPr>
            <p:ph type="ftr" sz="quarter" idx="39"/>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6AAC13D4-4079-1D9D-FF52-E7716075683D}"/>
              </a:ext>
            </a:extLst>
          </p:cNvPr>
          <p:cNvSpPr>
            <a:spLocks noGrp="1"/>
          </p:cNvSpPr>
          <p:nvPr>
            <p:ph type="sldNum" sz="quarter" idx="40"/>
          </p:nvPr>
        </p:nvSpPr>
        <p:spPr/>
        <p:txBody>
          <a:bodyPr/>
          <a:lstStyle/>
          <a:p>
            <a:fld id="{345D60D9-5372-5F40-9443-0F9AE5BDC3C8}" type="slidenum">
              <a:rPr lang="en-US" smtClean="0"/>
              <a:pPr/>
              <a:t>13</a:t>
            </a:fld>
            <a:endParaRPr lang="en-US" dirty="0"/>
          </a:p>
        </p:txBody>
      </p:sp>
    </p:spTree>
    <p:extLst>
      <p:ext uri="{BB962C8B-B14F-4D97-AF65-F5344CB8AC3E}">
        <p14:creationId xmlns:p14="http://schemas.microsoft.com/office/powerpoint/2010/main" val="23461582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30F14C-23C8-5EFA-1A31-302B2B25DF28}"/>
              </a:ext>
            </a:extLst>
          </p:cNvPr>
          <p:cNvSpPr>
            <a:spLocks noGrp="1"/>
          </p:cNvSpPr>
          <p:nvPr>
            <p:ph type="title"/>
          </p:nvPr>
        </p:nvSpPr>
        <p:spPr/>
        <p:txBody>
          <a:bodyPr/>
          <a:lstStyle/>
          <a:p>
            <a:r>
              <a:rPr lang="en-US" dirty="0"/>
              <a:t>Thank you</a:t>
            </a:r>
          </a:p>
        </p:txBody>
      </p:sp>
      <p:sp>
        <p:nvSpPr>
          <p:cNvPr id="5" name="Text Placeholder 4">
            <a:extLst>
              <a:ext uri="{FF2B5EF4-FFF2-40B4-BE49-F238E27FC236}">
                <a16:creationId xmlns:a16="http://schemas.microsoft.com/office/drawing/2014/main" id="{0D2565B3-D64D-56CA-5E97-FCB04D5AAD42}"/>
              </a:ext>
            </a:extLst>
          </p:cNvPr>
          <p:cNvSpPr>
            <a:spLocks noGrp="1"/>
          </p:cNvSpPr>
          <p:nvPr>
            <p:ph type="body" sz="quarter" idx="37"/>
          </p:nvPr>
        </p:nvSpPr>
        <p:spPr/>
        <p:txBody>
          <a:bodyPr/>
          <a:lstStyle/>
          <a:p>
            <a:endParaRPr lang="en-US"/>
          </a:p>
        </p:txBody>
      </p:sp>
      <p:sp>
        <p:nvSpPr>
          <p:cNvPr id="4" name="Text Placeholder 3">
            <a:extLst>
              <a:ext uri="{FF2B5EF4-FFF2-40B4-BE49-F238E27FC236}">
                <a16:creationId xmlns:a16="http://schemas.microsoft.com/office/drawing/2014/main" id="{55E03389-2D3C-9BA5-D5F4-2FFCA9446E13}"/>
              </a:ext>
            </a:extLst>
          </p:cNvPr>
          <p:cNvSpPr>
            <a:spLocks noGrp="1"/>
          </p:cNvSpPr>
          <p:nvPr>
            <p:ph type="body" sz="quarter" idx="36"/>
          </p:nvPr>
        </p:nvSpPr>
        <p:spPr/>
        <p:txBody>
          <a:bodyPr/>
          <a:lstStyle/>
          <a:p>
            <a:endParaRPr lang="en-US"/>
          </a:p>
        </p:txBody>
      </p:sp>
      <p:sp>
        <p:nvSpPr>
          <p:cNvPr id="2" name="Footer Placeholder 1">
            <a:extLst>
              <a:ext uri="{FF2B5EF4-FFF2-40B4-BE49-F238E27FC236}">
                <a16:creationId xmlns:a16="http://schemas.microsoft.com/office/drawing/2014/main" id="{722008A9-0FE1-04A6-65E8-E5AE87FF48AB}"/>
              </a:ext>
            </a:extLst>
          </p:cNvPr>
          <p:cNvSpPr>
            <a:spLocks noGrp="1"/>
          </p:cNvSpPr>
          <p:nvPr>
            <p:ph type="ftr" sz="quarter" idx="39"/>
          </p:nvPr>
        </p:nvSpPr>
        <p:spPr/>
        <p:txBody>
          <a:bodyPr/>
          <a:lstStyle/>
          <a:p>
            <a:r>
              <a:rPr lang="en-US"/>
              <a:t>Copyright © 2026,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6BD68E31-8507-D9B0-5449-F6DFE3BEA0EB}"/>
              </a:ext>
            </a:extLst>
          </p:cNvPr>
          <p:cNvSpPr>
            <a:spLocks noGrp="1"/>
          </p:cNvSpPr>
          <p:nvPr>
            <p:ph type="sldNum" sz="quarter" idx="40"/>
          </p:nvPr>
        </p:nvSpPr>
        <p:spPr/>
        <p:txBody>
          <a:bodyPr/>
          <a:lstStyle/>
          <a:p>
            <a:fld id="{345D60D9-5372-5F40-9443-0F9AE5BDC3C8}" type="slidenum">
              <a:rPr lang="en-US" smtClean="0"/>
              <a:pPr/>
              <a:t>14</a:t>
            </a:fld>
            <a:endParaRPr lang="en-US" dirty="0"/>
          </a:p>
        </p:txBody>
      </p:sp>
    </p:spTree>
    <p:extLst>
      <p:ext uri="{BB962C8B-B14F-4D97-AF65-F5344CB8AC3E}">
        <p14:creationId xmlns:p14="http://schemas.microsoft.com/office/powerpoint/2010/main" val="9681005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8548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racle 202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racle Red">
      <a:srgbClr val="C74634"/>
    </a:custClr>
    <a:custClr name="Brand Dark 170/Hyperlink Dark">
      <a:srgbClr val="F0CC72"/>
    </a:custClr>
    <a:custClr name="Pine 80">
      <a:srgbClr val="74A683"/>
    </a:custClr>
    <a:custClr name="Pine 90">
      <a:srgbClr val="5C926D"/>
    </a:custClr>
    <a:custClr name="Teal 90">
      <a:srgbClr val="628F8D"/>
    </a:custClr>
    <a:custClr name="Plum 90">
      <a:srgbClr val="957CA4"/>
    </a:custClr>
    <a:custClr name="Sky 80">
      <a:srgbClr val="5FA2BA"/>
    </a:custClr>
    <a:custClr name="Higlight Light">
      <a:srgbClr val="AE562C"/>
    </a:custClr>
    <a:custClr name="Rose 90">
      <a:srgbClr val="B47282"/>
    </a:custClr>
    <a:custClr name="Brand Yellow ">
      <a:srgbClr val="F1B13F"/>
    </a:custClr>
    <a:custClr name="Brand: Neutral 30">
      <a:srgbClr val="F1EFED"/>
    </a:custClr>
    <a:custClr name="Developer: Pebble 30">
      <a:srgbClr val="E7F0FD"/>
    </a:custClr>
    <a:custClr name="Database: Slate 50">
      <a:srgbClr val="C2D4D4"/>
    </a:custClr>
    <a:custClr name="Pine 100">
      <a:srgbClr val="4C825C"/>
    </a:custClr>
    <a:custClr name="Teal 110">
      <a:srgbClr val="467173"/>
    </a:custClr>
    <a:custClr name="Plum 110">
      <a:srgbClr val="796087"/>
    </a:custClr>
    <a:custClr name="Sky 100">
      <a:srgbClr val="227E9E"/>
    </a:custClr>
    <a:custClr name="Ocean 90">
      <a:srgbClr val="558EA4"/>
    </a:custClr>
    <a:custClr name="Rose 100">
      <a:srgbClr val="925865"/>
    </a:custClr>
    <a:custClr name="Sienna 50">
      <a:srgbClr val="ECCB98"/>
    </a:custClr>
    <a:custClr name="Neutral 70">
      <a:srgbClr val="AEA8A2"/>
    </a:custClr>
    <a:custClr name="Pebble 90">
      <a:srgbClr val="808792"/>
    </a:custClr>
    <a:custClr name="Database: Slate 100">
      <a:srgbClr val="697778"/>
    </a:custClr>
    <a:custClr name="Pine 120">
      <a:srgbClr val="3F6B4B"/>
    </a:custClr>
    <a:custClr name="Teal 130">
      <a:srgbClr val="375D61"/>
    </a:custClr>
    <a:custClr name="Plum 130">
      <a:srgbClr val="634E71"/>
    </a:custClr>
    <a:custClr name="Sky 120">
      <a:srgbClr val="00688C"/>
    </a:custClr>
    <a:custClr name="Ocean 110">
      <a:srgbClr val="3B7087"/>
    </a:custClr>
    <a:custClr name="Rose 130">
      <a:srgbClr val="7A4753"/>
    </a:custClr>
    <a:custClr name="Sienna 60">
      <a:srgbClr val="DEB068"/>
    </a:custClr>
    <a:custClr name="Brand: Neutral 140">
      <a:srgbClr val="514C47"/>
    </a:custClr>
    <a:custClr name="Pebble 130">
      <a:srgbClr val="53575F"/>
    </a:custClr>
    <a:custClr name="Slate 150">
      <a:srgbClr val="3C4545"/>
    </a:custClr>
    <a:custClr name="Pine 140">
      <a:srgbClr val="33553C"/>
    </a:custClr>
    <a:custClr name="Teal 150">
      <a:srgbClr val="2B484B"/>
    </a:custClr>
    <a:custClr name="Plum 150">
      <a:srgbClr val="4D3C57"/>
    </a:custClr>
    <a:custClr name="Sky 140">
      <a:srgbClr val="04536F"/>
    </a:custClr>
    <a:custClr name="Ocean 120">
      <a:srgbClr val="36677D"/>
    </a:custClr>
    <a:custClr name="Rose 150">
      <a:srgbClr val="5F363F"/>
    </a:custClr>
    <a:custClr name="Sienna 80">
      <a:srgbClr val="C58C52"/>
    </a:custClr>
    <a:custClr name="Brand: Neutral 180">
      <a:srgbClr val="201E1C"/>
    </a:custClr>
    <a:custClr name="Pebble 170">
      <a:srgbClr val="2B2E32"/>
    </a:custClr>
    <a:custClr name="Slate 170">
      <a:srgbClr val="2A2F2F"/>
    </a:custClr>
    <a:custClr name="Pine 160">
      <a:srgbClr val="253D2C"/>
    </a:custClr>
    <a:custClr name="Teal 170">
      <a:srgbClr val="1E3133"/>
    </a:custClr>
    <a:custClr name="Plum 170">
      <a:srgbClr val="36293C"/>
    </a:custClr>
    <a:custClr name="Sky 160">
      <a:srgbClr val="063C4E"/>
    </a:custClr>
    <a:custClr name="Ocean 180">
      <a:srgbClr val="13212C"/>
    </a:custClr>
    <a:custClr name="Rose 180">
      <a:srgbClr val="2D191D"/>
    </a:custClr>
    <a:custClr name="SCM: Sienna 90">
      <a:srgbClr val="B67745"/>
    </a:custClr>
  </a:custClrLst>
  <a:extLst>
    <a:ext uri="{05A4C25C-085E-4340-85A3-A5531E510DB2}">
      <thm15:themeFamily xmlns:thm15="http://schemas.microsoft.com/office/thememl/2012/main" name="Oracle 2026" id="{FA91160A-9966-F04C-A671-036659789CEB}" vid="{DA408C5E-199E-944A-85A5-2E11F3DD27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emplate>Oracle 2026</Template>
  <TotalTime>110</TotalTime>
  <Words>1817</Words>
  <Application>Microsoft Office PowerPoint</Application>
  <PresentationFormat>Widescreen</PresentationFormat>
  <Paragraphs>125</Paragraphs>
  <Slides>15</Slides>
  <Notes>11</Notes>
  <HiddenSlides>1</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Oracle 2026</vt:lpstr>
      <vt:lpstr>THIS DECK IS ONLY FOR INTERNAL USE</vt:lpstr>
      <vt:lpstr>The One Oracle Advantage</vt:lpstr>
      <vt:lpstr>What We Will Cover </vt:lpstr>
      <vt:lpstr>What We Hear From Customers </vt:lpstr>
      <vt:lpstr>Why Enterprise Outcomes Are Hard to Deliver </vt:lpstr>
      <vt:lpstr>How Oracle Helps </vt:lpstr>
      <vt:lpstr>The One Oracle Advantage </vt:lpstr>
      <vt:lpstr>Applications: Where Business Work Happens </vt:lpstr>
      <vt:lpstr>Data and Database: The Trust Foundation </vt:lpstr>
      <vt:lpstr>Cloud and AI: Practical Execution at Enterprise Scale </vt:lpstr>
      <vt:lpstr>Open Integration: Value Across Your Environment </vt:lpstr>
      <vt:lpstr>Where We Go From Here?</vt:lpstr>
      <vt:lpstr>As an Oracle customer,  you have the One Oracle Advantage</vt:lpstr>
      <vt:lpstr>Thank you</vt:lpstr>
      <vt:lpstr>PowerPoint Presentation</vt:lpstr>
    </vt:vector>
  </TitlesOfParts>
  <Company>Oracle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One Oracle Advantage</dc:title>
  <dc:subject>Current One Oracle Advantage Speakers Bureau candidate presentation</dc:subject>
  <dc:creator>Oracle</dc:creator>
  <cp:lastModifiedBy>Jon Steele</cp:lastModifiedBy>
  <cp:revision>29</cp:revision>
  <dcterms:created xsi:type="dcterms:W3CDTF">2026-06-18T18:10:50Z</dcterms:created>
  <dcterms:modified xsi:type="dcterms:W3CDTF">2026-08-12T22:36:56Z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Oracle 2026:8</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Oracle 2026:7</vt:lpwstr>
  </property>
  <property fmtid="{D5CDD505-2E9C-101B-9397-08002B2CF9AE}" pid="5" name="ClassificationContentMarkingHeaderText">
    <vt:lpwstr>Confidential - Oracle Restricted \Employees Only</vt:lpwstr>
  </property>
</Properties>
</file>