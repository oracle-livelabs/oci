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0" r:id="rId1"/>
  </p:sldMasterIdLst>
  <p:notesMasterIdLst>
    <p:notesMasterId r:id="rId17"/>
  </p:notesMasterIdLst>
  <p:sldIdLst>
    <p:sldId id="271" r:id="rId2"/>
    <p:sldId id="267" r:id="rId3"/>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B060"/>
    <a:srgbClr val="DBA35A"/>
    <a:srgbClr val="E8AD5F"/>
    <a:srgbClr val="D5683F"/>
    <a:srgbClr val="F0CC71"/>
    <a:srgbClr val="E08B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5"/>
    <p:restoredTop sz="76962"/>
  </p:normalViewPr>
  <p:slideViewPr>
    <p:cSldViewPr snapToGrid="0" snapToObjects="1">
      <p:cViewPr varScale="1">
        <p:scale>
          <a:sx n="145" d="100"/>
          <a:sy n="145" d="100"/>
        </p:scale>
        <p:origin x="184" y="43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image" Target="../media/image44.jpeg"/><Relationship Id="rId5" Type="http://schemas.openxmlformats.org/officeDocument/2006/relationships/image" Target="../media/image48.jpeg"/><Relationship Id="rId4" Type="http://schemas.openxmlformats.org/officeDocument/2006/relationships/image" Target="../media/image47.jpeg"/></Relationships>
</file>

<file path=ppt/diagrams/_rels/data3.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svg"/><Relationship Id="rId1" Type="http://schemas.openxmlformats.org/officeDocument/2006/relationships/image" Target="../media/image50.svg"/><Relationship Id="rId5" Type="http://schemas.openxmlformats.org/officeDocument/2006/relationships/image" Target="../media/image54.svg"/><Relationship Id="rId4" Type="http://schemas.openxmlformats.org/officeDocument/2006/relationships/image" Target="../media/image53.svg"/></Relationships>
</file>

<file path=ppt/diagrams/_rels/data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6.svg"/><Relationship Id="rId1" Type="http://schemas.openxmlformats.org/officeDocument/2006/relationships/image" Target="../media/image55.svg"/><Relationship Id="rId5" Type="http://schemas.openxmlformats.org/officeDocument/2006/relationships/image" Target="../media/image58.svg"/><Relationship Id="rId4" Type="http://schemas.openxmlformats.org/officeDocument/2006/relationships/image" Target="../media/image57.svg"/></Relationships>
</file>

<file path=ppt/diagrams/_rels/data5.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1.svg"/><Relationship Id="rId1" Type="http://schemas.openxmlformats.org/officeDocument/2006/relationships/image" Target="../media/image59.svg"/><Relationship Id="rId5" Type="http://schemas.openxmlformats.org/officeDocument/2006/relationships/image" Target="../media/image62.svg"/><Relationship Id="rId4" Type="http://schemas.openxmlformats.org/officeDocument/2006/relationships/image" Target="../media/image61.svg"/></Relationships>
</file>

<file path=ppt/diagrams/_rels/data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image" Target="../media/image63.jpeg"/><Relationship Id="rId5" Type="http://schemas.openxmlformats.org/officeDocument/2006/relationships/image" Target="../media/image67.jpeg"/><Relationship Id="rId4" Type="http://schemas.openxmlformats.org/officeDocument/2006/relationships/image" Target="../media/image66.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image" Target="../media/image44.jpeg"/><Relationship Id="rId5" Type="http://schemas.openxmlformats.org/officeDocument/2006/relationships/image" Target="../media/image48.jpeg"/><Relationship Id="rId4" Type="http://schemas.openxmlformats.org/officeDocument/2006/relationships/image" Target="../media/image47.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svg"/><Relationship Id="rId1" Type="http://schemas.openxmlformats.org/officeDocument/2006/relationships/image" Target="../media/image50.svg"/><Relationship Id="rId5" Type="http://schemas.openxmlformats.org/officeDocument/2006/relationships/image" Target="../media/image54.svg"/><Relationship Id="rId4" Type="http://schemas.openxmlformats.org/officeDocument/2006/relationships/image" Target="../media/image5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6.svg"/><Relationship Id="rId1" Type="http://schemas.openxmlformats.org/officeDocument/2006/relationships/image" Target="../media/image55.svg"/><Relationship Id="rId5" Type="http://schemas.openxmlformats.org/officeDocument/2006/relationships/image" Target="../media/image58.svg"/><Relationship Id="rId4" Type="http://schemas.openxmlformats.org/officeDocument/2006/relationships/image" Target="../media/image5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1.svg"/><Relationship Id="rId1" Type="http://schemas.openxmlformats.org/officeDocument/2006/relationships/image" Target="../media/image59.svg"/><Relationship Id="rId5" Type="http://schemas.openxmlformats.org/officeDocument/2006/relationships/image" Target="../media/image62.svg"/><Relationship Id="rId4" Type="http://schemas.openxmlformats.org/officeDocument/2006/relationships/image" Target="../media/image61.svg"/></Relationships>
</file>

<file path=ppt/diagrams/_rels/drawing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image" Target="../media/image63.jpeg"/><Relationship Id="rId5" Type="http://schemas.openxmlformats.org/officeDocument/2006/relationships/image" Target="../media/image67.jpeg"/><Relationship Id="rId4" Type="http://schemas.openxmlformats.org/officeDocument/2006/relationships/image" Target="../media/image66.jpeg"/></Relationships>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2">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1">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3#1">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3#1">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510BA1-4DEC-A14F-95F5-E1A9E0B630B9}" type="doc">
      <dgm:prSet loTypeId="urn:microsoft.com/office/officeart/2005/8/layout/chevron2" loCatId="process" qsTypeId="urn:microsoft.com/office/officeart/2005/8/quickstyle/simple1#1" qsCatId="simple" csTypeId="urn:microsoft.com/office/officeart/2005/8/colors/colorful3#1" csCatId="colorful" phldr="1"/>
      <dgm:spPr/>
      <dgm:t>
        <a:bodyPr/>
        <a:lstStyle/>
        <a:p>
          <a:endParaRPr lang="en-US"/>
        </a:p>
      </dgm:t>
    </dgm:pt>
    <dgm:pt modelId="{B84DFDF4-9364-E04A-8F96-5B02EED2127F}">
      <dgm:prSet/>
      <dgm:spPr/>
      <dgm:t>
        <a:bodyPr/>
        <a:lstStyle/>
        <a:p>
          <a:pPr>
            <a:buNone/>
          </a:pPr>
          <a:r>
            <a:rPr lang="en-US" b="0" i="0" dirty="0"/>
            <a:t>What customers are asking for now.</a:t>
          </a:r>
          <a:endParaRPr lang="en-US" dirty="0"/>
        </a:p>
      </dgm:t>
    </dgm:pt>
    <dgm:pt modelId="{4CA8D79E-6ED8-0F42-8C04-35F3FE31F289}" type="parTrans" cxnId="{DF0A3AFD-7BD6-3945-B185-4EA901BF05E5}">
      <dgm:prSet/>
      <dgm:spPr/>
      <dgm:t>
        <a:bodyPr/>
        <a:lstStyle/>
        <a:p>
          <a:endParaRPr lang="en-US"/>
        </a:p>
      </dgm:t>
    </dgm:pt>
    <dgm:pt modelId="{27724C8C-F5F2-1F4B-824A-C4AF42EBF4ED}" type="sibTrans" cxnId="{DF0A3AFD-7BD6-3945-B185-4EA901BF05E5}">
      <dgm:prSet/>
      <dgm:spPr/>
      <dgm:t>
        <a:bodyPr/>
        <a:lstStyle/>
        <a:p>
          <a:endParaRPr lang="en-US"/>
        </a:p>
      </dgm:t>
    </dgm:pt>
    <dgm:pt modelId="{56A2B022-202F-C24C-838F-9675DF041AED}">
      <dgm:prSet/>
      <dgm:spPr/>
      <dgm:t>
        <a:bodyPr/>
        <a:lstStyle/>
        <a:p>
          <a:pPr>
            <a:buNone/>
          </a:pPr>
          <a:r>
            <a:rPr lang="en-US" b="0" i="0" dirty="0"/>
            <a:t>Why enterprise outcomes are hard to deliver.</a:t>
          </a:r>
          <a:endParaRPr lang="en-US" dirty="0"/>
        </a:p>
      </dgm:t>
    </dgm:pt>
    <dgm:pt modelId="{C58FDC80-3A84-B94F-A37D-440F008553AF}" type="parTrans" cxnId="{D50274A5-FEDA-A748-B425-545ECD61E5B8}">
      <dgm:prSet/>
      <dgm:spPr/>
      <dgm:t>
        <a:bodyPr/>
        <a:lstStyle/>
        <a:p>
          <a:endParaRPr lang="en-US"/>
        </a:p>
      </dgm:t>
    </dgm:pt>
    <dgm:pt modelId="{741AA3B7-4DE7-EC48-9768-E7773A1BDA21}" type="sibTrans" cxnId="{D50274A5-FEDA-A748-B425-545ECD61E5B8}">
      <dgm:prSet/>
      <dgm:spPr/>
      <dgm:t>
        <a:bodyPr/>
        <a:lstStyle/>
        <a:p>
          <a:endParaRPr lang="en-US"/>
        </a:p>
      </dgm:t>
    </dgm:pt>
    <dgm:pt modelId="{AC0FFC2F-12A5-9743-AA10-B940BE24617E}">
      <dgm:prSet/>
      <dgm:spPr/>
      <dgm:t>
        <a:bodyPr/>
        <a:lstStyle/>
        <a:p>
          <a:pPr>
            <a:buNone/>
          </a:pPr>
          <a:r>
            <a:rPr lang="en-US" b="0" i="0" dirty="0"/>
            <a:t>How Oracle brings the portfolio together.</a:t>
          </a:r>
          <a:endParaRPr lang="en-US" dirty="0"/>
        </a:p>
      </dgm:t>
    </dgm:pt>
    <dgm:pt modelId="{75ACD390-CB9A-1B44-B9FE-070D33D10CE8}" type="parTrans" cxnId="{1C327B11-A75D-8544-8BB8-EE3B15D9B93C}">
      <dgm:prSet/>
      <dgm:spPr/>
      <dgm:t>
        <a:bodyPr/>
        <a:lstStyle/>
        <a:p>
          <a:endParaRPr lang="en-US"/>
        </a:p>
      </dgm:t>
    </dgm:pt>
    <dgm:pt modelId="{9D0E8D4C-3F0E-D04B-90E6-AF35676A76CF}" type="sibTrans" cxnId="{1C327B11-A75D-8544-8BB8-EE3B15D9B93C}">
      <dgm:prSet/>
      <dgm:spPr/>
      <dgm:t>
        <a:bodyPr/>
        <a:lstStyle/>
        <a:p>
          <a:endParaRPr lang="en-US"/>
        </a:p>
      </dgm:t>
    </dgm:pt>
    <dgm:pt modelId="{3C7893D2-E3A9-FA41-B74D-715EAD92EF74}">
      <dgm:prSet/>
      <dgm:spPr/>
      <dgm:t>
        <a:bodyPr/>
        <a:lstStyle/>
        <a:p>
          <a:pPr>
            <a:buNone/>
          </a:pPr>
          <a:r>
            <a:rPr lang="en-US" b="0" i="0" dirty="0"/>
            <a:t>Where practical AI fits.</a:t>
          </a:r>
          <a:endParaRPr lang="en-US" dirty="0"/>
        </a:p>
      </dgm:t>
    </dgm:pt>
    <dgm:pt modelId="{F3684585-4E46-0545-B3E7-74FC510357BD}" type="parTrans" cxnId="{9D9C7326-5D1B-534F-8411-E0A862A67928}">
      <dgm:prSet/>
      <dgm:spPr/>
      <dgm:t>
        <a:bodyPr/>
        <a:lstStyle/>
        <a:p>
          <a:endParaRPr lang="en-US"/>
        </a:p>
      </dgm:t>
    </dgm:pt>
    <dgm:pt modelId="{BBB8B156-FD55-1D45-B221-71CB107542A0}" type="sibTrans" cxnId="{9D9C7326-5D1B-534F-8411-E0A862A67928}">
      <dgm:prSet/>
      <dgm:spPr/>
      <dgm:t>
        <a:bodyPr/>
        <a:lstStyle/>
        <a:p>
          <a:endParaRPr lang="en-US"/>
        </a:p>
      </dgm:t>
    </dgm:pt>
    <dgm:pt modelId="{DADFD9D9-856F-4140-9398-FDCE3850568F}">
      <dgm:prSet/>
      <dgm:spPr/>
      <dgm:t>
        <a:bodyPr/>
        <a:lstStyle/>
        <a:p>
          <a:pPr>
            <a:buNone/>
          </a:pPr>
          <a:r>
            <a:rPr lang="en-US" b="0" i="0" dirty="0"/>
            <a:t>How to start the next outcome conversation.</a:t>
          </a:r>
          <a:endParaRPr lang="en-US" dirty="0"/>
        </a:p>
      </dgm:t>
    </dgm:pt>
    <dgm:pt modelId="{FFCDBAD6-4C60-C342-86A1-EA394A51E30E}" type="parTrans" cxnId="{F3AB2CAB-3B49-CD41-B49C-91BCC9EBA2C5}">
      <dgm:prSet/>
      <dgm:spPr/>
      <dgm:t>
        <a:bodyPr/>
        <a:lstStyle/>
        <a:p>
          <a:endParaRPr lang="en-US"/>
        </a:p>
      </dgm:t>
    </dgm:pt>
    <dgm:pt modelId="{9D922E1D-5BA1-A243-8EDE-DF0CDBF86EFB}" type="sibTrans" cxnId="{F3AB2CAB-3B49-CD41-B49C-91BCC9EBA2C5}">
      <dgm:prSet/>
      <dgm:spPr/>
      <dgm:t>
        <a:bodyPr/>
        <a:lstStyle/>
        <a:p>
          <a:endParaRPr lang="en-US"/>
        </a:p>
      </dgm:t>
    </dgm:pt>
    <dgm:pt modelId="{F1C027AB-4181-8246-8BBE-A632CBC882C4}">
      <dgm:prSet custT="1"/>
      <dgm:spPr/>
      <dgm:t>
        <a:bodyPr tIns="182880"/>
        <a:lstStyle/>
        <a:p>
          <a:r>
            <a:rPr lang="en-US" sz="2000" b="1" dirty="0"/>
            <a:t>1</a:t>
          </a:r>
        </a:p>
      </dgm:t>
    </dgm:pt>
    <dgm:pt modelId="{BC15788A-FE11-5341-B6F3-644D74F14B84}" type="parTrans" cxnId="{34B871CA-4857-C34D-8386-1A2ACC66C697}">
      <dgm:prSet/>
      <dgm:spPr/>
      <dgm:t>
        <a:bodyPr/>
        <a:lstStyle/>
        <a:p>
          <a:endParaRPr lang="en-US"/>
        </a:p>
      </dgm:t>
    </dgm:pt>
    <dgm:pt modelId="{3A8BCC73-4C9C-214E-B7C7-C33915340418}" type="sibTrans" cxnId="{34B871CA-4857-C34D-8386-1A2ACC66C697}">
      <dgm:prSet/>
      <dgm:spPr/>
      <dgm:t>
        <a:bodyPr/>
        <a:lstStyle/>
        <a:p>
          <a:endParaRPr lang="en-US"/>
        </a:p>
      </dgm:t>
    </dgm:pt>
    <dgm:pt modelId="{5FE7C878-33D7-1E4C-A3C6-B211FD924350}">
      <dgm:prSet custT="1"/>
      <dgm:spPr/>
      <dgm:t>
        <a:bodyPr tIns="182880"/>
        <a:lstStyle/>
        <a:p>
          <a:r>
            <a:rPr lang="en-US" sz="2000" b="1" dirty="0"/>
            <a:t>2</a:t>
          </a:r>
        </a:p>
      </dgm:t>
    </dgm:pt>
    <dgm:pt modelId="{06C92155-D034-A244-95E1-B69D2E89CBDD}" type="parTrans" cxnId="{8D29F77A-CC68-3249-92E7-EE2ADA4C4CE9}">
      <dgm:prSet/>
      <dgm:spPr/>
      <dgm:t>
        <a:bodyPr/>
        <a:lstStyle/>
        <a:p>
          <a:endParaRPr lang="en-US"/>
        </a:p>
      </dgm:t>
    </dgm:pt>
    <dgm:pt modelId="{968F665E-D329-5E4B-88C2-8D8F12442427}" type="sibTrans" cxnId="{8D29F77A-CC68-3249-92E7-EE2ADA4C4CE9}">
      <dgm:prSet/>
      <dgm:spPr/>
      <dgm:t>
        <a:bodyPr/>
        <a:lstStyle/>
        <a:p>
          <a:endParaRPr lang="en-US"/>
        </a:p>
      </dgm:t>
    </dgm:pt>
    <dgm:pt modelId="{5C4784DE-77DC-6644-B901-97E74FAE6B93}">
      <dgm:prSet custT="1"/>
      <dgm:spPr/>
      <dgm:t>
        <a:bodyPr tIns="182880"/>
        <a:lstStyle/>
        <a:p>
          <a:r>
            <a:rPr lang="en-US" sz="2000" b="1" dirty="0"/>
            <a:t>3</a:t>
          </a:r>
        </a:p>
      </dgm:t>
    </dgm:pt>
    <dgm:pt modelId="{8D1113CF-4A0F-684A-91D3-C50012C65D13}" type="parTrans" cxnId="{7A090FE1-79F4-A14E-8C80-24F790029E41}">
      <dgm:prSet/>
      <dgm:spPr/>
      <dgm:t>
        <a:bodyPr/>
        <a:lstStyle/>
        <a:p>
          <a:endParaRPr lang="en-US"/>
        </a:p>
      </dgm:t>
    </dgm:pt>
    <dgm:pt modelId="{CCFBA4A1-8AB8-2C4A-AA55-699632B46764}" type="sibTrans" cxnId="{7A090FE1-79F4-A14E-8C80-24F790029E41}">
      <dgm:prSet/>
      <dgm:spPr/>
      <dgm:t>
        <a:bodyPr/>
        <a:lstStyle/>
        <a:p>
          <a:endParaRPr lang="en-US"/>
        </a:p>
      </dgm:t>
    </dgm:pt>
    <dgm:pt modelId="{5EB7EC32-B6C2-B14E-B086-14AFA69264C1}">
      <dgm:prSet custT="1"/>
      <dgm:spPr/>
      <dgm:t>
        <a:bodyPr tIns="182880"/>
        <a:lstStyle/>
        <a:p>
          <a:r>
            <a:rPr lang="en-US" sz="2000" b="1" dirty="0"/>
            <a:t>4</a:t>
          </a:r>
        </a:p>
      </dgm:t>
    </dgm:pt>
    <dgm:pt modelId="{40436163-8493-8643-80E4-8978C3D5C85B}" type="parTrans" cxnId="{FB245AE9-B8DF-0C4C-84E9-18D49B2605C0}">
      <dgm:prSet/>
      <dgm:spPr/>
      <dgm:t>
        <a:bodyPr/>
        <a:lstStyle/>
        <a:p>
          <a:endParaRPr lang="en-US"/>
        </a:p>
      </dgm:t>
    </dgm:pt>
    <dgm:pt modelId="{E2343DF6-212F-104A-BE32-84183FDDEBC0}" type="sibTrans" cxnId="{FB245AE9-B8DF-0C4C-84E9-18D49B2605C0}">
      <dgm:prSet/>
      <dgm:spPr/>
      <dgm:t>
        <a:bodyPr/>
        <a:lstStyle/>
        <a:p>
          <a:endParaRPr lang="en-US"/>
        </a:p>
      </dgm:t>
    </dgm:pt>
    <dgm:pt modelId="{2D434BAE-AADE-8C44-9068-90640CA6D0E5}">
      <dgm:prSet custT="1"/>
      <dgm:spPr/>
      <dgm:t>
        <a:bodyPr tIns="182880"/>
        <a:lstStyle/>
        <a:p>
          <a:r>
            <a:rPr lang="en-US" sz="2000" b="1" dirty="0"/>
            <a:t>5</a:t>
          </a:r>
        </a:p>
      </dgm:t>
    </dgm:pt>
    <dgm:pt modelId="{D200430E-C5BD-8944-AD71-6F6AFB395794}" type="parTrans" cxnId="{DA7B27CF-2D92-F740-A1F7-A48610B50514}">
      <dgm:prSet/>
      <dgm:spPr/>
      <dgm:t>
        <a:bodyPr/>
        <a:lstStyle/>
        <a:p>
          <a:endParaRPr lang="en-US"/>
        </a:p>
      </dgm:t>
    </dgm:pt>
    <dgm:pt modelId="{E3ED24A3-5E9C-2B44-B4F3-D2F3A7C31B80}" type="sibTrans" cxnId="{DA7B27CF-2D92-F740-A1F7-A48610B50514}">
      <dgm:prSet/>
      <dgm:spPr/>
      <dgm:t>
        <a:bodyPr/>
        <a:lstStyle/>
        <a:p>
          <a:endParaRPr lang="en-US"/>
        </a:p>
      </dgm:t>
    </dgm:pt>
    <dgm:pt modelId="{099360AE-90B1-E041-991B-935AA3B9E3B0}" type="pres">
      <dgm:prSet presAssocID="{DC510BA1-4DEC-A14F-95F5-E1A9E0B630B9}" presName="linearFlow" presStyleCnt="0">
        <dgm:presLayoutVars>
          <dgm:dir/>
          <dgm:animLvl val="lvl"/>
          <dgm:resizeHandles val="exact"/>
        </dgm:presLayoutVars>
      </dgm:prSet>
      <dgm:spPr/>
    </dgm:pt>
    <dgm:pt modelId="{76333709-CCF5-CC42-9404-2DD381ABDAC6}" type="pres">
      <dgm:prSet presAssocID="{F1C027AB-4181-8246-8BBE-A632CBC882C4}" presName="composite" presStyleCnt="0"/>
      <dgm:spPr/>
    </dgm:pt>
    <dgm:pt modelId="{8D91ACF6-1C0B-EC4A-93D8-6A405B68FD80}" type="pres">
      <dgm:prSet presAssocID="{F1C027AB-4181-8246-8BBE-A632CBC882C4}" presName="parentText" presStyleLbl="alignNode1" presStyleIdx="0" presStyleCnt="5">
        <dgm:presLayoutVars>
          <dgm:chMax val="1"/>
          <dgm:bulletEnabled val="1"/>
        </dgm:presLayoutVars>
      </dgm:prSet>
      <dgm:spPr/>
    </dgm:pt>
    <dgm:pt modelId="{2C1E8E96-C7E4-D54D-8A4E-7D68FA35A3DB}" type="pres">
      <dgm:prSet presAssocID="{F1C027AB-4181-8246-8BBE-A632CBC882C4}" presName="descendantText" presStyleLbl="alignAcc1" presStyleIdx="0" presStyleCnt="5">
        <dgm:presLayoutVars>
          <dgm:bulletEnabled val="1"/>
        </dgm:presLayoutVars>
      </dgm:prSet>
      <dgm:spPr/>
    </dgm:pt>
    <dgm:pt modelId="{4D2AA934-50CF-D141-B698-E411D2A28DCA}" type="pres">
      <dgm:prSet presAssocID="{3A8BCC73-4C9C-214E-B7C7-C33915340418}" presName="sp" presStyleCnt="0"/>
      <dgm:spPr/>
    </dgm:pt>
    <dgm:pt modelId="{409D5C69-C6C8-BF43-AA38-5C0C9B48AEF3}" type="pres">
      <dgm:prSet presAssocID="{5FE7C878-33D7-1E4C-A3C6-B211FD924350}" presName="composite" presStyleCnt="0"/>
      <dgm:spPr/>
    </dgm:pt>
    <dgm:pt modelId="{243F339F-355E-6E48-9FEC-1426426CB070}" type="pres">
      <dgm:prSet presAssocID="{5FE7C878-33D7-1E4C-A3C6-B211FD924350}" presName="parentText" presStyleLbl="alignNode1" presStyleIdx="1" presStyleCnt="5">
        <dgm:presLayoutVars>
          <dgm:chMax val="1"/>
          <dgm:bulletEnabled val="1"/>
        </dgm:presLayoutVars>
      </dgm:prSet>
      <dgm:spPr/>
    </dgm:pt>
    <dgm:pt modelId="{AE1A8688-BC29-C742-9012-FFC1EBF31B7C}" type="pres">
      <dgm:prSet presAssocID="{5FE7C878-33D7-1E4C-A3C6-B211FD924350}" presName="descendantText" presStyleLbl="alignAcc1" presStyleIdx="1" presStyleCnt="5">
        <dgm:presLayoutVars>
          <dgm:bulletEnabled val="1"/>
        </dgm:presLayoutVars>
      </dgm:prSet>
      <dgm:spPr/>
    </dgm:pt>
    <dgm:pt modelId="{1724BBD8-9C3E-F948-9051-7F9926BE9546}" type="pres">
      <dgm:prSet presAssocID="{968F665E-D329-5E4B-88C2-8D8F12442427}" presName="sp" presStyleCnt="0"/>
      <dgm:spPr/>
    </dgm:pt>
    <dgm:pt modelId="{C1EA761A-8E59-B84A-819F-60881DCD6F4E}" type="pres">
      <dgm:prSet presAssocID="{5C4784DE-77DC-6644-B901-97E74FAE6B93}" presName="composite" presStyleCnt="0"/>
      <dgm:spPr/>
    </dgm:pt>
    <dgm:pt modelId="{435F307D-F0BD-E248-8AF7-0614B7072F2E}" type="pres">
      <dgm:prSet presAssocID="{5C4784DE-77DC-6644-B901-97E74FAE6B93}" presName="parentText" presStyleLbl="alignNode1" presStyleIdx="2" presStyleCnt="5">
        <dgm:presLayoutVars>
          <dgm:chMax val="1"/>
          <dgm:bulletEnabled val="1"/>
        </dgm:presLayoutVars>
      </dgm:prSet>
      <dgm:spPr/>
    </dgm:pt>
    <dgm:pt modelId="{67210931-9241-BB47-82D5-C8004DC8253E}" type="pres">
      <dgm:prSet presAssocID="{5C4784DE-77DC-6644-B901-97E74FAE6B93}" presName="descendantText" presStyleLbl="alignAcc1" presStyleIdx="2" presStyleCnt="5">
        <dgm:presLayoutVars>
          <dgm:bulletEnabled val="1"/>
        </dgm:presLayoutVars>
      </dgm:prSet>
      <dgm:spPr/>
    </dgm:pt>
    <dgm:pt modelId="{BDF0616D-E720-9A44-966F-13F2F45FA8A1}" type="pres">
      <dgm:prSet presAssocID="{CCFBA4A1-8AB8-2C4A-AA55-699632B46764}" presName="sp" presStyleCnt="0"/>
      <dgm:spPr/>
    </dgm:pt>
    <dgm:pt modelId="{B255B053-5AC1-844A-B387-E02869B74D68}" type="pres">
      <dgm:prSet presAssocID="{5EB7EC32-B6C2-B14E-B086-14AFA69264C1}" presName="composite" presStyleCnt="0"/>
      <dgm:spPr/>
    </dgm:pt>
    <dgm:pt modelId="{26F5C89B-B5D3-B348-B67B-540145C617F7}" type="pres">
      <dgm:prSet presAssocID="{5EB7EC32-B6C2-B14E-B086-14AFA69264C1}" presName="parentText" presStyleLbl="alignNode1" presStyleIdx="3" presStyleCnt="5">
        <dgm:presLayoutVars>
          <dgm:chMax val="1"/>
          <dgm:bulletEnabled val="1"/>
        </dgm:presLayoutVars>
      </dgm:prSet>
      <dgm:spPr/>
    </dgm:pt>
    <dgm:pt modelId="{5C846370-8D46-5549-9889-F9AE73425EE7}" type="pres">
      <dgm:prSet presAssocID="{5EB7EC32-B6C2-B14E-B086-14AFA69264C1}" presName="descendantText" presStyleLbl="alignAcc1" presStyleIdx="3" presStyleCnt="5">
        <dgm:presLayoutVars>
          <dgm:bulletEnabled val="1"/>
        </dgm:presLayoutVars>
      </dgm:prSet>
      <dgm:spPr/>
    </dgm:pt>
    <dgm:pt modelId="{FEAB7B2E-A36B-E747-B2BF-B2695D38E373}" type="pres">
      <dgm:prSet presAssocID="{E2343DF6-212F-104A-BE32-84183FDDEBC0}" presName="sp" presStyleCnt="0"/>
      <dgm:spPr/>
    </dgm:pt>
    <dgm:pt modelId="{F0F03177-5D28-7349-9F00-712049CC2465}" type="pres">
      <dgm:prSet presAssocID="{2D434BAE-AADE-8C44-9068-90640CA6D0E5}" presName="composite" presStyleCnt="0"/>
      <dgm:spPr/>
    </dgm:pt>
    <dgm:pt modelId="{27BC20E8-8DEE-CC49-8325-DBF43554E126}" type="pres">
      <dgm:prSet presAssocID="{2D434BAE-AADE-8C44-9068-90640CA6D0E5}" presName="parentText" presStyleLbl="alignNode1" presStyleIdx="4" presStyleCnt="5">
        <dgm:presLayoutVars>
          <dgm:chMax val="1"/>
          <dgm:bulletEnabled val="1"/>
        </dgm:presLayoutVars>
      </dgm:prSet>
      <dgm:spPr/>
    </dgm:pt>
    <dgm:pt modelId="{1B6C768B-3AB9-994D-B6C3-DF22863EC554}" type="pres">
      <dgm:prSet presAssocID="{2D434BAE-AADE-8C44-9068-90640CA6D0E5}" presName="descendantText" presStyleLbl="alignAcc1" presStyleIdx="4" presStyleCnt="5">
        <dgm:presLayoutVars>
          <dgm:bulletEnabled val="1"/>
        </dgm:presLayoutVars>
      </dgm:prSet>
      <dgm:spPr/>
    </dgm:pt>
  </dgm:ptLst>
  <dgm:cxnLst>
    <dgm:cxn modelId="{35B84B02-9C6B-3B47-A744-6BA59E6D6FF4}" type="presOf" srcId="{AC0FFC2F-12A5-9743-AA10-B940BE24617E}" destId="{67210931-9241-BB47-82D5-C8004DC8253E}" srcOrd="0" destOrd="0" presId="urn:microsoft.com/office/officeart/2005/8/layout/chevron2"/>
    <dgm:cxn modelId="{1C327B11-A75D-8544-8BB8-EE3B15D9B93C}" srcId="{5C4784DE-77DC-6644-B901-97E74FAE6B93}" destId="{AC0FFC2F-12A5-9743-AA10-B940BE24617E}" srcOrd="0" destOrd="0" parTransId="{75ACD390-CB9A-1B44-B9FE-070D33D10CE8}" sibTransId="{9D0E8D4C-3F0E-D04B-90E6-AF35676A76CF}"/>
    <dgm:cxn modelId="{9D9C7326-5D1B-534F-8411-E0A862A67928}" srcId="{5EB7EC32-B6C2-B14E-B086-14AFA69264C1}" destId="{3C7893D2-E3A9-FA41-B74D-715EAD92EF74}" srcOrd="0" destOrd="0" parTransId="{F3684585-4E46-0545-B3E7-74FC510357BD}" sibTransId="{BBB8B156-FD55-1D45-B221-71CB107542A0}"/>
    <dgm:cxn modelId="{B97D0D2A-DC7A-A04E-89D2-535160FABF79}" type="presOf" srcId="{2D434BAE-AADE-8C44-9068-90640CA6D0E5}" destId="{27BC20E8-8DEE-CC49-8325-DBF43554E126}" srcOrd="0" destOrd="0" presId="urn:microsoft.com/office/officeart/2005/8/layout/chevron2"/>
    <dgm:cxn modelId="{73AFD168-CA09-2646-8E67-083E0FFF40F8}" type="presOf" srcId="{3C7893D2-E3A9-FA41-B74D-715EAD92EF74}" destId="{5C846370-8D46-5549-9889-F9AE73425EE7}" srcOrd="0" destOrd="0" presId="urn:microsoft.com/office/officeart/2005/8/layout/chevron2"/>
    <dgm:cxn modelId="{FA57D279-9129-2E47-A42D-613E5E7E7BEC}" type="presOf" srcId="{56A2B022-202F-C24C-838F-9675DF041AED}" destId="{AE1A8688-BC29-C742-9012-FFC1EBF31B7C}" srcOrd="0" destOrd="0" presId="urn:microsoft.com/office/officeart/2005/8/layout/chevron2"/>
    <dgm:cxn modelId="{8D29F77A-CC68-3249-92E7-EE2ADA4C4CE9}" srcId="{DC510BA1-4DEC-A14F-95F5-E1A9E0B630B9}" destId="{5FE7C878-33D7-1E4C-A3C6-B211FD924350}" srcOrd="1" destOrd="0" parTransId="{06C92155-D034-A244-95E1-B69D2E89CBDD}" sibTransId="{968F665E-D329-5E4B-88C2-8D8F12442427}"/>
    <dgm:cxn modelId="{B0847F8F-727C-684E-85CC-482852187CBE}" type="presOf" srcId="{5FE7C878-33D7-1E4C-A3C6-B211FD924350}" destId="{243F339F-355E-6E48-9FEC-1426426CB070}" srcOrd="0" destOrd="0" presId="urn:microsoft.com/office/officeart/2005/8/layout/chevron2"/>
    <dgm:cxn modelId="{D50274A5-FEDA-A748-B425-545ECD61E5B8}" srcId="{5FE7C878-33D7-1E4C-A3C6-B211FD924350}" destId="{56A2B022-202F-C24C-838F-9675DF041AED}" srcOrd="0" destOrd="0" parTransId="{C58FDC80-3A84-B94F-A37D-440F008553AF}" sibTransId="{741AA3B7-4DE7-EC48-9768-E7773A1BDA21}"/>
    <dgm:cxn modelId="{F3AB2CAB-3B49-CD41-B49C-91BCC9EBA2C5}" srcId="{2D434BAE-AADE-8C44-9068-90640CA6D0E5}" destId="{DADFD9D9-856F-4140-9398-FDCE3850568F}" srcOrd="0" destOrd="0" parTransId="{FFCDBAD6-4C60-C342-86A1-EA394A51E30E}" sibTransId="{9D922E1D-5BA1-A243-8EDE-DF0CDBF86EFB}"/>
    <dgm:cxn modelId="{34B871CA-4857-C34D-8386-1A2ACC66C697}" srcId="{DC510BA1-4DEC-A14F-95F5-E1A9E0B630B9}" destId="{F1C027AB-4181-8246-8BBE-A632CBC882C4}" srcOrd="0" destOrd="0" parTransId="{BC15788A-FE11-5341-B6F3-644D74F14B84}" sibTransId="{3A8BCC73-4C9C-214E-B7C7-C33915340418}"/>
    <dgm:cxn modelId="{DA7B27CF-2D92-F740-A1F7-A48610B50514}" srcId="{DC510BA1-4DEC-A14F-95F5-E1A9E0B630B9}" destId="{2D434BAE-AADE-8C44-9068-90640CA6D0E5}" srcOrd="4" destOrd="0" parTransId="{D200430E-C5BD-8944-AD71-6F6AFB395794}" sibTransId="{E3ED24A3-5E9C-2B44-B4F3-D2F3A7C31B80}"/>
    <dgm:cxn modelId="{AF5D28CF-C8E1-654E-9CAB-5B6F71D1349B}" type="presOf" srcId="{DADFD9D9-856F-4140-9398-FDCE3850568F}" destId="{1B6C768B-3AB9-994D-B6C3-DF22863EC554}" srcOrd="0" destOrd="0" presId="urn:microsoft.com/office/officeart/2005/8/layout/chevron2"/>
    <dgm:cxn modelId="{EB52E5D6-532D-6447-A93D-EF150BE3DEFA}" type="presOf" srcId="{5EB7EC32-B6C2-B14E-B086-14AFA69264C1}" destId="{26F5C89B-B5D3-B348-B67B-540145C617F7}" srcOrd="0" destOrd="0" presId="urn:microsoft.com/office/officeart/2005/8/layout/chevron2"/>
    <dgm:cxn modelId="{8B6B39DA-072C-4146-A5B8-31E1DC3E49B5}" type="presOf" srcId="{5C4784DE-77DC-6644-B901-97E74FAE6B93}" destId="{435F307D-F0BD-E248-8AF7-0614B7072F2E}" srcOrd="0" destOrd="0" presId="urn:microsoft.com/office/officeart/2005/8/layout/chevron2"/>
    <dgm:cxn modelId="{641FDDE0-AAA3-1A45-9EF4-A282C17809FE}" type="presOf" srcId="{F1C027AB-4181-8246-8BBE-A632CBC882C4}" destId="{8D91ACF6-1C0B-EC4A-93D8-6A405B68FD80}" srcOrd="0" destOrd="0" presId="urn:microsoft.com/office/officeart/2005/8/layout/chevron2"/>
    <dgm:cxn modelId="{7A090FE1-79F4-A14E-8C80-24F790029E41}" srcId="{DC510BA1-4DEC-A14F-95F5-E1A9E0B630B9}" destId="{5C4784DE-77DC-6644-B901-97E74FAE6B93}" srcOrd="2" destOrd="0" parTransId="{8D1113CF-4A0F-684A-91D3-C50012C65D13}" sibTransId="{CCFBA4A1-8AB8-2C4A-AA55-699632B46764}"/>
    <dgm:cxn modelId="{1FA896E1-A50D-FE4F-A82D-1498606C265A}" type="presOf" srcId="{B84DFDF4-9364-E04A-8F96-5B02EED2127F}" destId="{2C1E8E96-C7E4-D54D-8A4E-7D68FA35A3DB}" srcOrd="0" destOrd="0" presId="urn:microsoft.com/office/officeart/2005/8/layout/chevron2"/>
    <dgm:cxn modelId="{FB245AE9-B8DF-0C4C-84E9-18D49B2605C0}" srcId="{DC510BA1-4DEC-A14F-95F5-E1A9E0B630B9}" destId="{5EB7EC32-B6C2-B14E-B086-14AFA69264C1}" srcOrd="3" destOrd="0" parTransId="{40436163-8493-8643-80E4-8978C3D5C85B}" sibTransId="{E2343DF6-212F-104A-BE32-84183FDDEBC0}"/>
    <dgm:cxn modelId="{D06B58F6-2DC0-FA42-8A25-D6412C290097}" type="presOf" srcId="{DC510BA1-4DEC-A14F-95F5-E1A9E0B630B9}" destId="{099360AE-90B1-E041-991B-935AA3B9E3B0}" srcOrd="0" destOrd="0" presId="urn:microsoft.com/office/officeart/2005/8/layout/chevron2"/>
    <dgm:cxn modelId="{DF0A3AFD-7BD6-3945-B185-4EA901BF05E5}" srcId="{F1C027AB-4181-8246-8BBE-A632CBC882C4}" destId="{B84DFDF4-9364-E04A-8F96-5B02EED2127F}" srcOrd="0" destOrd="0" parTransId="{4CA8D79E-6ED8-0F42-8C04-35F3FE31F289}" sibTransId="{27724C8C-F5F2-1F4B-824A-C4AF42EBF4ED}"/>
    <dgm:cxn modelId="{4E676CE3-A1C8-DE43-90D1-00D3FAFD9EB1}" type="presParOf" srcId="{099360AE-90B1-E041-991B-935AA3B9E3B0}" destId="{76333709-CCF5-CC42-9404-2DD381ABDAC6}" srcOrd="0" destOrd="0" presId="urn:microsoft.com/office/officeart/2005/8/layout/chevron2"/>
    <dgm:cxn modelId="{B345C3CD-DF79-DF4A-9BF5-2E15F2B6D922}" type="presParOf" srcId="{76333709-CCF5-CC42-9404-2DD381ABDAC6}" destId="{8D91ACF6-1C0B-EC4A-93D8-6A405B68FD80}" srcOrd="0" destOrd="0" presId="urn:microsoft.com/office/officeart/2005/8/layout/chevron2"/>
    <dgm:cxn modelId="{4D4E7083-9953-3042-BA4F-62A258A3B4B3}" type="presParOf" srcId="{76333709-CCF5-CC42-9404-2DD381ABDAC6}" destId="{2C1E8E96-C7E4-D54D-8A4E-7D68FA35A3DB}" srcOrd="1" destOrd="0" presId="urn:microsoft.com/office/officeart/2005/8/layout/chevron2"/>
    <dgm:cxn modelId="{C701AFD3-73C8-734E-B83C-1CF1F783EAC7}" type="presParOf" srcId="{099360AE-90B1-E041-991B-935AA3B9E3B0}" destId="{4D2AA934-50CF-D141-B698-E411D2A28DCA}" srcOrd="1" destOrd="0" presId="urn:microsoft.com/office/officeart/2005/8/layout/chevron2"/>
    <dgm:cxn modelId="{3D8BE632-6A2E-9846-8F8B-8FC284DE82A2}" type="presParOf" srcId="{099360AE-90B1-E041-991B-935AA3B9E3B0}" destId="{409D5C69-C6C8-BF43-AA38-5C0C9B48AEF3}" srcOrd="2" destOrd="0" presId="urn:microsoft.com/office/officeart/2005/8/layout/chevron2"/>
    <dgm:cxn modelId="{DE3A3794-4753-6740-90E6-7FE93F9A2F55}" type="presParOf" srcId="{409D5C69-C6C8-BF43-AA38-5C0C9B48AEF3}" destId="{243F339F-355E-6E48-9FEC-1426426CB070}" srcOrd="0" destOrd="0" presId="urn:microsoft.com/office/officeart/2005/8/layout/chevron2"/>
    <dgm:cxn modelId="{67B447BB-E2EC-AC44-8BB2-BC8BA5BEEF3D}" type="presParOf" srcId="{409D5C69-C6C8-BF43-AA38-5C0C9B48AEF3}" destId="{AE1A8688-BC29-C742-9012-FFC1EBF31B7C}" srcOrd="1" destOrd="0" presId="urn:microsoft.com/office/officeart/2005/8/layout/chevron2"/>
    <dgm:cxn modelId="{F218D5B7-5D5D-F64A-A66D-C46433C75838}" type="presParOf" srcId="{099360AE-90B1-E041-991B-935AA3B9E3B0}" destId="{1724BBD8-9C3E-F948-9051-7F9926BE9546}" srcOrd="3" destOrd="0" presId="urn:microsoft.com/office/officeart/2005/8/layout/chevron2"/>
    <dgm:cxn modelId="{F4F5D055-7973-8846-A8F8-A9BDFD4460B7}" type="presParOf" srcId="{099360AE-90B1-E041-991B-935AA3B9E3B0}" destId="{C1EA761A-8E59-B84A-819F-60881DCD6F4E}" srcOrd="4" destOrd="0" presId="urn:microsoft.com/office/officeart/2005/8/layout/chevron2"/>
    <dgm:cxn modelId="{024F031F-AD5C-0140-B137-AA8111581EFA}" type="presParOf" srcId="{C1EA761A-8E59-B84A-819F-60881DCD6F4E}" destId="{435F307D-F0BD-E248-8AF7-0614B7072F2E}" srcOrd="0" destOrd="0" presId="urn:microsoft.com/office/officeart/2005/8/layout/chevron2"/>
    <dgm:cxn modelId="{65A4C549-3448-204D-A42E-F6EA82A9FA00}" type="presParOf" srcId="{C1EA761A-8E59-B84A-819F-60881DCD6F4E}" destId="{67210931-9241-BB47-82D5-C8004DC8253E}" srcOrd="1" destOrd="0" presId="urn:microsoft.com/office/officeart/2005/8/layout/chevron2"/>
    <dgm:cxn modelId="{2F404F48-77D9-3545-BC80-910499E5DA40}" type="presParOf" srcId="{099360AE-90B1-E041-991B-935AA3B9E3B0}" destId="{BDF0616D-E720-9A44-966F-13F2F45FA8A1}" srcOrd="5" destOrd="0" presId="urn:microsoft.com/office/officeart/2005/8/layout/chevron2"/>
    <dgm:cxn modelId="{B6BADB87-C152-AD44-96EB-0969A9DA5F7F}" type="presParOf" srcId="{099360AE-90B1-E041-991B-935AA3B9E3B0}" destId="{B255B053-5AC1-844A-B387-E02869B74D68}" srcOrd="6" destOrd="0" presId="urn:microsoft.com/office/officeart/2005/8/layout/chevron2"/>
    <dgm:cxn modelId="{E1013ECA-85BB-E547-8270-77CA998A5490}" type="presParOf" srcId="{B255B053-5AC1-844A-B387-E02869B74D68}" destId="{26F5C89B-B5D3-B348-B67B-540145C617F7}" srcOrd="0" destOrd="0" presId="urn:microsoft.com/office/officeart/2005/8/layout/chevron2"/>
    <dgm:cxn modelId="{71AED65C-3FF7-034B-B91B-845CD306DCD6}" type="presParOf" srcId="{B255B053-5AC1-844A-B387-E02869B74D68}" destId="{5C846370-8D46-5549-9889-F9AE73425EE7}" srcOrd="1" destOrd="0" presId="urn:microsoft.com/office/officeart/2005/8/layout/chevron2"/>
    <dgm:cxn modelId="{92BB1D88-EA69-E041-A2C0-58D56841CA5E}" type="presParOf" srcId="{099360AE-90B1-E041-991B-935AA3B9E3B0}" destId="{FEAB7B2E-A36B-E747-B2BF-B2695D38E373}" srcOrd="7" destOrd="0" presId="urn:microsoft.com/office/officeart/2005/8/layout/chevron2"/>
    <dgm:cxn modelId="{7D816FAC-B763-D146-B532-7D631825F21A}" type="presParOf" srcId="{099360AE-90B1-E041-991B-935AA3B9E3B0}" destId="{F0F03177-5D28-7349-9F00-712049CC2465}" srcOrd="8" destOrd="0" presId="urn:microsoft.com/office/officeart/2005/8/layout/chevron2"/>
    <dgm:cxn modelId="{734EC424-BA4F-F944-A6B5-F7A39A3D0B11}" type="presParOf" srcId="{F0F03177-5D28-7349-9F00-712049CC2465}" destId="{27BC20E8-8DEE-CC49-8325-DBF43554E126}" srcOrd="0" destOrd="0" presId="urn:microsoft.com/office/officeart/2005/8/layout/chevron2"/>
    <dgm:cxn modelId="{FA720FBE-CC74-074F-9BC4-0BE5B60C9C2E}" type="presParOf" srcId="{F0F03177-5D28-7349-9F00-712049CC2465}" destId="{1B6C768B-3AB9-994D-B6C3-DF22863EC55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778391-B3C4-D445-AB2C-82EB5BBC2CED}" type="doc">
      <dgm:prSet loTypeId="urn:microsoft.com/office/officeart/2008/layout/VerticalCurvedList" loCatId="process" qsTypeId="urn:microsoft.com/office/officeart/2005/8/quickstyle/simple1#2" qsCatId="simple" csTypeId="urn:microsoft.com/office/officeart/2005/8/colors/colorful3#2" csCatId="colorful" phldr="1"/>
      <dgm:spPr/>
      <dgm:t>
        <a:bodyPr/>
        <a:lstStyle/>
        <a:p>
          <a:endParaRPr lang="en-US"/>
        </a:p>
      </dgm:t>
    </dgm:pt>
    <dgm:pt modelId="{6ACBD37E-ABEB-AE45-BBA6-374E6548CAD3}">
      <dgm:prSet/>
      <dgm:spPr/>
      <dgm:t>
        <a:bodyPr/>
        <a:lstStyle/>
        <a:p>
          <a:r>
            <a:rPr lang="en-US" b="0" i="0" dirty="0">
              <a:ln>
                <a:solidFill>
                  <a:schemeClr val="lt1">
                    <a:hueOff val="0"/>
                    <a:satOff val="0"/>
                    <a:lumOff val="0"/>
                  </a:schemeClr>
                </a:solidFill>
              </a:ln>
            </a:rPr>
            <a:t>Start with the outcome your business needs to improve.</a:t>
          </a:r>
          <a:endParaRPr lang="en-US" dirty="0">
            <a:ln>
              <a:solidFill>
                <a:schemeClr val="lt1">
                  <a:hueOff val="0"/>
                  <a:satOff val="0"/>
                  <a:lumOff val="0"/>
                </a:schemeClr>
              </a:solidFill>
            </a:ln>
          </a:endParaRPr>
        </a:p>
      </dgm:t>
    </dgm:pt>
    <dgm:pt modelId="{0D766CAA-9D66-DF4E-9D3C-45250A2AE3D5}" type="parTrans" cxnId="{0BAE274E-6491-F649-BEAE-4D57F95C504F}">
      <dgm:prSet/>
      <dgm:spPr/>
      <dgm:t>
        <a:bodyPr/>
        <a:lstStyle/>
        <a:p>
          <a:endParaRPr lang="en-US"/>
        </a:p>
      </dgm:t>
    </dgm:pt>
    <dgm:pt modelId="{56EFF6E3-0D06-2048-B5E8-84122BCC39A4}" type="sibTrans" cxnId="{0BAE274E-6491-F649-BEAE-4D57F95C504F}">
      <dgm:prSet/>
      <dgm:spPr>
        <a:noFill/>
        <a:ln w="101600">
          <a:gradFill>
            <a:gsLst>
              <a:gs pos="0">
                <a:schemeClr val="accent3"/>
              </a:gs>
              <a:gs pos="50000">
                <a:srgbClr val="E08B4E"/>
              </a:gs>
              <a:gs pos="25000">
                <a:srgbClr val="D5683F"/>
              </a:gs>
              <a:gs pos="75000">
                <a:srgbClr val="E8AD5F"/>
              </a:gs>
              <a:gs pos="100000">
                <a:srgbClr val="F0CC71"/>
              </a:gs>
            </a:gsLst>
            <a:lin ang="5400000" scaled="1"/>
          </a:gradFill>
          <a:bevel/>
        </a:ln>
      </dgm:spPr>
      <dgm:t>
        <a:bodyPr/>
        <a:lstStyle/>
        <a:p>
          <a:endParaRPr lang="en-US"/>
        </a:p>
      </dgm:t>
    </dgm:pt>
    <dgm:pt modelId="{7BD7F32B-C5E3-0F45-B7EA-A845324D1ACA}">
      <dgm:prSet/>
      <dgm:spPr/>
      <dgm:t>
        <a:bodyPr/>
        <a:lstStyle/>
        <a:p>
          <a:r>
            <a:rPr lang="en-US" b="0" i="0" dirty="0">
              <a:ln>
                <a:solidFill>
                  <a:schemeClr val="lt1">
                    <a:hueOff val="0"/>
                    <a:satOff val="0"/>
                    <a:lumOff val="0"/>
                  </a:schemeClr>
                </a:solidFill>
              </a:ln>
            </a:rPr>
            <a:t>Connect that outcome to processes, data, decisions, execution, and trust.</a:t>
          </a:r>
          <a:endParaRPr lang="en-US" dirty="0">
            <a:ln>
              <a:solidFill>
                <a:schemeClr val="lt1">
                  <a:hueOff val="0"/>
                  <a:satOff val="0"/>
                  <a:lumOff val="0"/>
                </a:schemeClr>
              </a:solidFill>
            </a:ln>
          </a:endParaRPr>
        </a:p>
      </dgm:t>
    </dgm:pt>
    <dgm:pt modelId="{922C705E-2836-D643-AA40-2EE3FEF6E7F5}" type="parTrans" cxnId="{B947A654-607C-6642-BAFF-22CBE6A9A78B}">
      <dgm:prSet/>
      <dgm:spPr/>
      <dgm:t>
        <a:bodyPr/>
        <a:lstStyle/>
        <a:p>
          <a:endParaRPr lang="en-US"/>
        </a:p>
      </dgm:t>
    </dgm:pt>
    <dgm:pt modelId="{86B8594A-8EFA-DD43-ADE2-D1847432C678}" type="sibTrans" cxnId="{B947A654-607C-6642-BAFF-22CBE6A9A78B}">
      <dgm:prSet/>
      <dgm:spPr/>
      <dgm:t>
        <a:bodyPr/>
        <a:lstStyle/>
        <a:p>
          <a:endParaRPr lang="en-US"/>
        </a:p>
      </dgm:t>
    </dgm:pt>
    <dgm:pt modelId="{1FA82E60-5F4B-D843-BBD5-7C0F890BEBF7}">
      <dgm:prSet/>
      <dgm:spPr/>
      <dgm:t>
        <a:bodyPr/>
        <a:lstStyle/>
        <a:p>
          <a:r>
            <a:rPr lang="en-US" b="0" i="0" dirty="0">
              <a:ln>
                <a:solidFill>
                  <a:schemeClr val="lt1">
                    <a:hueOff val="0"/>
                    <a:satOff val="0"/>
                    <a:lumOff val="0"/>
                  </a:schemeClr>
                </a:solidFill>
              </a:ln>
            </a:rPr>
            <a:t>Identify Oracle capabilities only where they clarify the path to value.</a:t>
          </a:r>
          <a:endParaRPr lang="en-US" dirty="0">
            <a:ln>
              <a:solidFill>
                <a:schemeClr val="lt1">
                  <a:hueOff val="0"/>
                  <a:satOff val="0"/>
                  <a:lumOff val="0"/>
                </a:schemeClr>
              </a:solidFill>
            </a:ln>
          </a:endParaRPr>
        </a:p>
      </dgm:t>
    </dgm:pt>
    <dgm:pt modelId="{552F4FF2-D60C-C24E-9500-380D169F8FA7}" type="parTrans" cxnId="{67A9B3B1-50F2-BE43-AAF1-7EAA68D6D95F}">
      <dgm:prSet/>
      <dgm:spPr/>
      <dgm:t>
        <a:bodyPr/>
        <a:lstStyle/>
        <a:p>
          <a:endParaRPr lang="en-US"/>
        </a:p>
      </dgm:t>
    </dgm:pt>
    <dgm:pt modelId="{4EEF8001-CF50-7C45-8519-673CFA8E5A76}" type="sibTrans" cxnId="{67A9B3B1-50F2-BE43-AAF1-7EAA68D6D95F}">
      <dgm:prSet/>
      <dgm:spPr/>
      <dgm:t>
        <a:bodyPr/>
        <a:lstStyle/>
        <a:p>
          <a:endParaRPr lang="en-US"/>
        </a:p>
      </dgm:t>
    </dgm:pt>
    <dgm:pt modelId="{8CD1562D-FB13-404A-B426-4148A9246676}">
      <dgm:prSet/>
      <dgm:spPr>
        <a:solidFill>
          <a:srgbClr val="DBA35A"/>
        </a:solidFill>
      </dgm:spPr>
      <dgm:t>
        <a:bodyPr/>
        <a:lstStyle/>
        <a:p>
          <a:r>
            <a:rPr lang="en-US" b="0" i="0" dirty="0">
              <a:ln>
                <a:solidFill>
                  <a:schemeClr val="lt1">
                    <a:hueOff val="0"/>
                    <a:satOff val="0"/>
                    <a:lumOff val="0"/>
                  </a:schemeClr>
                </a:solidFill>
              </a:ln>
            </a:rPr>
            <a:t>Coordinate applications, data, cloud, AI, and integration behind the outcome.</a:t>
          </a:r>
          <a:endParaRPr lang="en-US" dirty="0">
            <a:ln>
              <a:solidFill>
                <a:schemeClr val="lt1">
                  <a:hueOff val="0"/>
                  <a:satOff val="0"/>
                  <a:lumOff val="0"/>
                </a:schemeClr>
              </a:solidFill>
            </a:ln>
          </a:endParaRPr>
        </a:p>
      </dgm:t>
    </dgm:pt>
    <dgm:pt modelId="{3C196B7F-0BA1-2948-9031-0F736B6B35F4}" type="parTrans" cxnId="{DA9492BC-230C-4F4D-AB52-92461503FCFF}">
      <dgm:prSet/>
      <dgm:spPr/>
      <dgm:t>
        <a:bodyPr/>
        <a:lstStyle/>
        <a:p>
          <a:endParaRPr lang="en-US"/>
        </a:p>
      </dgm:t>
    </dgm:pt>
    <dgm:pt modelId="{6BF40A95-955C-3442-9F42-7B11E832DE16}" type="sibTrans" cxnId="{DA9492BC-230C-4F4D-AB52-92461503FCFF}">
      <dgm:prSet/>
      <dgm:spPr/>
      <dgm:t>
        <a:bodyPr/>
        <a:lstStyle/>
        <a:p>
          <a:endParaRPr lang="en-US"/>
        </a:p>
      </dgm:t>
    </dgm:pt>
    <dgm:pt modelId="{CF1963FC-DC92-B441-A67C-716868C6BD53}">
      <dgm:prSet/>
      <dgm:spPr>
        <a:solidFill>
          <a:srgbClr val="CFB060"/>
        </a:solidFill>
      </dgm:spPr>
      <dgm:t>
        <a:bodyPr/>
        <a:lstStyle/>
        <a:p>
          <a:r>
            <a:rPr lang="en-US" b="0" i="0" dirty="0">
              <a:ln>
                <a:solidFill>
                  <a:schemeClr val="lt1">
                    <a:hueOff val="0"/>
                    <a:satOff val="0"/>
                    <a:lumOff val="0"/>
                  </a:schemeClr>
                </a:solidFill>
              </a:ln>
            </a:rPr>
            <a:t>Help teams execute with less customer-managed complexity.</a:t>
          </a:r>
          <a:endParaRPr lang="en-US" dirty="0">
            <a:ln>
              <a:solidFill>
                <a:schemeClr val="lt1">
                  <a:hueOff val="0"/>
                  <a:satOff val="0"/>
                  <a:lumOff val="0"/>
                </a:schemeClr>
              </a:solidFill>
            </a:ln>
          </a:endParaRPr>
        </a:p>
      </dgm:t>
    </dgm:pt>
    <dgm:pt modelId="{8CB306D5-15D4-AE49-8DC2-40F49B02F60B}" type="parTrans" cxnId="{6FBD28DD-CDEE-D345-BBFE-C1709B7539AE}">
      <dgm:prSet/>
      <dgm:spPr/>
      <dgm:t>
        <a:bodyPr/>
        <a:lstStyle/>
        <a:p>
          <a:endParaRPr lang="en-US"/>
        </a:p>
      </dgm:t>
    </dgm:pt>
    <dgm:pt modelId="{68F0D655-B5B4-254B-82BF-C7C060E0B64A}" type="sibTrans" cxnId="{6FBD28DD-CDEE-D345-BBFE-C1709B7539AE}">
      <dgm:prSet/>
      <dgm:spPr/>
      <dgm:t>
        <a:bodyPr/>
        <a:lstStyle/>
        <a:p>
          <a:endParaRPr lang="en-US"/>
        </a:p>
      </dgm:t>
    </dgm:pt>
    <dgm:pt modelId="{CCC515E0-6D1D-8B4A-BDD7-EFC1110E7AAF}" type="pres">
      <dgm:prSet presAssocID="{98778391-B3C4-D445-AB2C-82EB5BBC2CED}" presName="Name0" presStyleCnt="0">
        <dgm:presLayoutVars>
          <dgm:chMax val="7"/>
          <dgm:chPref val="7"/>
          <dgm:dir/>
        </dgm:presLayoutVars>
      </dgm:prSet>
      <dgm:spPr/>
    </dgm:pt>
    <dgm:pt modelId="{84677076-128D-2147-A2BA-8C18CF274319}" type="pres">
      <dgm:prSet presAssocID="{98778391-B3C4-D445-AB2C-82EB5BBC2CED}" presName="Name1" presStyleCnt="0"/>
      <dgm:spPr/>
    </dgm:pt>
    <dgm:pt modelId="{5F7D0644-9140-D74B-B18E-4A2D1120BB74}" type="pres">
      <dgm:prSet presAssocID="{98778391-B3C4-D445-AB2C-82EB5BBC2CED}" presName="cycle" presStyleCnt="0"/>
      <dgm:spPr/>
    </dgm:pt>
    <dgm:pt modelId="{BAA10FDE-E1E1-EA47-A883-0A86F27CE145}" type="pres">
      <dgm:prSet presAssocID="{98778391-B3C4-D445-AB2C-82EB5BBC2CED}" presName="srcNode" presStyleLbl="node1" presStyleIdx="0" presStyleCnt="5"/>
      <dgm:spPr/>
    </dgm:pt>
    <dgm:pt modelId="{A188EE67-5035-B441-A8AD-CFA3FC3E3A74}" type="pres">
      <dgm:prSet presAssocID="{98778391-B3C4-D445-AB2C-82EB5BBC2CED}" presName="conn" presStyleLbl="parChTrans1D2" presStyleIdx="0" presStyleCnt="1"/>
      <dgm:spPr/>
    </dgm:pt>
    <dgm:pt modelId="{02E86F70-B83B-264D-B75B-925C7E7CE1DD}" type="pres">
      <dgm:prSet presAssocID="{98778391-B3C4-D445-AB2C-82EB5BBC2CED}" presName="extraNode" presStyleLbl="node1" presStyleIdx="0" presStyleCnt="5"/>
      <dgm:spPr/>
    </dgm:pt>
    <dgm:pt modelId="{F5ACB4CC-6B77-E449-8551-5A548F4EBB1D}" type="pres">
      <dgm:prSet presAssocID="{98778391-B3C4-D445-AB2C-82EB5BBC2CED}" presName="dstNode" presStyleLbl="node1" presStyleIdx="0" presStyleCnt="5"/>
      <dgm:spPr/>
    </dgm:pt>
    <dgm:pt modelId="{75E05890-9CCD-AF4C-8E1D-ED1B1C2D1AD6}" type="pres">
      <dgm:prSet presAssocID="{6ACBD37E-ABEB-AE45-BBA6-374E6548CAD3}" presName="text_1" presStyleLbl="node1" presStyleIdx="0" presStyleCnt="5">
        <dgm:presLayoutVars>
          <dgm:bulletEnabled val="1"/>
        </dgm:presLayoutVars>
      </dgm:prSet>
      <dgm:spPr/>
    </dgm:pt>
    <dgm:pt modelId="{D281C097-040E-4643-9FB3-6D76B968EB42}" type="pres">
      <dgm:prSet presAssocID="{6ACBD37E-ABEB-AE45-BBA6-374E6548CAD3}" presName="accent_1" presStyleCnt="0"/>
      <dgm:spPr/>
    </dgm:pt>
    <dgm:pt modelId="{BE4AAAEE-3969-6048-B454-4DA549B245D2}" type="pres">
      <dgm:prSet presAssocID="{6ACBD37E-ABEB-AE45-BBA6-374E6548CAD3}" presName="accentRepeatNode" presStyleLbl="solidFgAcc1" presStyleIdx="0" presStyleCnt="5"/>
      <dgm:spPr>
        <a:blipFill rotWithShape="0">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183C6122-50C3-244E-9A37-015534A6BC4F}" type="pres">
      <dgm:prSet presAssocID="{7BD7F32B-C5E3-0F45-B7EA-A845324D1ACA}" presName="text_2" presStyleLbl="node1" presStyleIdx="1" presStyleCnt="5">
        <dgm:presLayoutVars>
          <dgm:bulletEnabled val="1"/>
        </dgm:presLayoutVars>
      </dgm:prSet>
      <dgm:spPr/>
    </dgm:pt>
    <dgm:pt modelId="{63B00667-87E4-CB40-8F67-1D5DA02CCB4F}" type="pres">
      <dgm:prSet presAssocID="{7BD7F32B-C5E3-0F45-B7EA-A845324D1ACA}" presName="accent_2" presStyleCnt="0"/>
      <dgm:spPr/>
    </dgm:pt>
    <dgm:pt modelId="{AD2C4740-5453-7A4E-833E-5737BFA47C92}" type="pres">
      <dgm:prSet presAssocID="{7BD7F32B-C5E3-0F45-B7EA-A845324D1ACA}" presName="accentRepeatNode" presStyleLbl="solidFgAcc1" presStyleIdx="1" presStyleCnt="5"/>
      <dgm:spPr>
        <a:blipFill rotWithShape="0">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84E3C4F9-62F9-2046-B8F7-BC5ACD6472F6}" type="pres">
      <dgm:prSet presAssocID="{1FA82E60-5F4B-D843-BBD5-7C0F890BEBF7}" presName="text_3" presStyleLbl="node1" presStyleIdx="2" presStyleCnt="5">
        <dgm:presLayoutVars>
          <dgm:bulletEnabled val="1"/>
        </dgm:presLayoutVars>
      </dgm:prSet>
      <dgm:spPr/>
    </dgm:pt>
    <dgm:pt modelId="{6354AC82-D880-864D-98E3-C5F8A66A4CC3}" type="pres">
      <dgm:prSet presAssocID="{1FA82E60-5F4B-D843-BBD5-7C0F890BEBF7}" presName="accent_3" presStyleCnt="0"/>
      <dgm:spPr/>
    </dgm:pt>
    <dgm:pt modelId="{74A2A63E-D627-B04B-81AE-0A2B2541553E}" type="pres">
      <dgm:prSet presAssocID="{1FA82E60-5F4B-D843-BBD5-7C0F890BEBF7}" presName="accentRepeatNode" presStyleLbl="solidFgAcc1" presStyleIdx="2" presStyleCnt="5"/>
      <dgm:spPr>
        <a:blipFill rotWithShape="0">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 modelId="{86628370-6F5B-4A43-BF2E-0A01AB1D6214}" type="pres">
      <dgm:prSet presAssocID="{8CD1562D-FB13-404A-B426-4148A9246676}" presName="text_4" presStyleLbl="node1" presStyleIdx="3" presStyleCnt="5">
        <dgm:presLayoutVars>
          <dgm:bulletEnabled val="1"/>
        </dgm:presLayoutVars>
      </dgm:prSet>
      <dgm:spPr/>
    </dgm:pt>
    <dgm:pt modelId="{9F9127F0-9CC2-AD4F-B077-05A41A00F56F}" type="pres">
      <dgm:prSet presAssocID="{8CD1562D-FB13-404A-B426-4148A9246676}" presName="accent_4" presStyleCnt="0"/>
      <dgm:spPr/>
    </dgm:pt>
    <dgm:pt modelId="{4DC2872F-B29E-C34C-A780-D3D3653CA647}" type="pres">
      <dgm:prSet presAssocID="{8CD1562D-FB13-404A-B426-4148A9246676}" presName="accentRepeatNode" presStyleLbl="solidFgAcc1" presStyleIdx="3" presStyleCnt="5"/>
      <dgm:spPr>
        <a:blipFill dpi="0" rotWithShape="0">
          <a:blip xmlns:r="http://schemas.openxmlformats.org/officeDocument/2006/relationships" r:embed="rId4" cstate="screen">
            <a:extLst>
              <a:ext uri="{28A0092B-C50C-407E-A947-70E740481C1C}">
                <a14:useLocalDpi xmlns:a14="http://schemas.microsoft.com/office/drawing/2010/main"/>
              </a:ext>
            </a:extLst>
          </a:blip>
          <a:srcRect/>
          <a:stretch>
            <a:fillRect r="1" b="1"/>
          </a:stretch>
        </a:blipFill>
      </dgm:spPr>
    </dgm:pt>
    <dgm:pt modelId="{C1266DE5-FD74-F447-A71C-47CDF47EE393}" type="pres">
      <dgm:prSet presAssocID="{CF1963FC-DC92-B441-A67C-716868C6BD53}" presName="text_5" presStyleLbl="node1" presStyleIdx="4" presStyleCnt="5">
        <dgm:presLayoutVars>
          <dgm:bulletEnabled val="1"/>
        </dgm:presLayoutVars>
      </dgm:prSet>
      <dgm:spPr/>
    </dgm:pt>
    <dgm:pt modelId="{A428139B-D9C8-344D-BA0E-D9A900D5B506}" type="pres">
      <dgm:prSet presAssocID="{CF1963FC-DC92-B441-A67C-716868C6BD53}" presName="accent_5" presStyleCnt="0"/>
      <dgm:spPr/>
    </dgm:pt>
    <dgm:pt modelId="{CB482CDC-CC6E-5343-B0B6-006183AF22C7}" type="pres">
      <dgm:prSet presAssocID="{CF1963FC-DC92-B441-A67C-716868C6BD53}" presName="accentRepeatNode" presStyleLbl="solidFgAcc1" presStyleIdx="4" presStyleCnt="5"/>
      <dgm:spPr>
        <a:blipFill rotWithShape="0">
          <a:blip xmlns:r="http://schemas.openxmlformats.org/officeDocument/2006/relationships" r:embed="rId5" cstate="screen">
            <a:extLst>
              <a:ext uri="{28A0092B-C50C-407E-A947-70E740481C1C}">
                <a14:useLocalDpi xmlns:a14="http://schemas.microsoft.com/office/drawing/2010/main"/>
              </a:ext>
            </a:extLst>
          </a:blip>
          <a:stretch>
            <a:fillRect/>
          </a:stretch>
        </a:blipFill>
      </dgm:spPr>
    </dgm:pt>
  </dgm:ptLst>
  <dgm:cxnLst>
    <dgm:cxn modelId="{B185BA08-9211-8B4B-9DB7-AC5A31CCB14E}" type="presOf" srcId="{CF1963FC-DC92-B441-A67C-716868C6BD53}" destId="{C1266DE5-FD74-F447-A71C-47CDF47EE393}" srcOrd="0" destOrd="0" presId="urn:microsoft.com/office/officeart/2008/layout/VerticalCurvedList"/>
    <dgm:cxn modelId="{777D520D-4F0A-9345-8C12-D05822CFF24D}" type="presOf" srcId="{8CD1562D-FB13-404A-B426-4148A9246676}" destId="{86628370-6F5B-4A43-BF2E-0A01AB1D6214}" srcOrd="0" destOrd="0" presId="urn:microsoft.com/office/officeart/2008/layout/VerticalCurvedList"/>
    <dgm:cxn modelId="{1300DF0E-626D-FF42-91BC-C4360BE81F6B}" type="presOf" srcId="{7BD7F32B-C5E3-0F45-B7EA-A845324D1ACA}" destId="{183C6122-50C3-244E-9A37-015534A6BC4F}" srcOrd="0" destOrd="0" presId="urn:microsoft.com/office/officeart/2008/layout/VerticalCurvedList"/>
    <dgm:cxn modelId="{426BF61C-985C-4249-8FA2-3272E8B83B6D}" type="presOf" srcId="{6ACBD37E-ABEB-AE45-BBA6-374E6548CAD3}" destId="{75E05890-9CCD-AF4C-8E1D-ED1B1C2D1AD6}" srcOrd="0" destOrd="0" presId="urn:microsoft.com/office/officeart/2008/layout/VerticalCurvedList"/>
    <dgm:cxn modelId="{5CB6FF5E-A8D2-0543-B06C-63BE926B62A5}" type="presOf" srcId="{98778391-B3C4-D445-AB2C-82EB5BBC2CED}" destId="{CCC515E0-6D1D-8B4A-BDD7-EFC1110E7AAF}" srcOrd="0" destOrd="0" presId="urn:microsoft.com/office/officeart/2008/layout/VerticalCurvedList"/>
    <dgm:cxn modelId="{0BAE274E-6491-F649-BEAE-4D57F95C504F}" srcId="{98778391-B3C4-D445-AB2C-82EB5BBC2CED}" destId="{6ACBD37E-ABEB-AE45-BBA6-374E6548CAD3}" srcOrd="0" destOrd="0" parTransId="{0D766CAA-9D66-DF4E-9D3C-45250A2AE3D5}" sibTransId="{56EFF6E3-0D06-2048-B5E8-84122BCC39A4}"/>
    <dgm:cxn modelId="{B947A654-607C-6642-BAFF-22CBE6A9A78B}" srcId="{98778391-B3C4-D445-AB2C-82EB5BBC2CED}" destId="{7BD7F32B-C5E3-0F45-B7EA-A845324D1ACA}" srcOrd="1" destOrd="0" parTransId="{922C705E-2836-D643-AA40-2EE3FEF6E7F5}" sibTransId="{86B8594A-8EFA-DD43-ADE2-D1847432C678}"/>
    <dgm:cxn modelId="{01D33F96-5E24-EA44-AA11-9421DB601C5A}" type="presOf" srcId="{56EFF6E3-0D06-2048-B5E8-84122BCC39A4}" destId="{A188EE67-5035-B441-A8AD-CFA3FC3E3A74}" srcOrd="0" destOrd="0" presId="urn:microsoft.com/office/officeart/2008/layout/VerticalCurvedList"/>
    <dgm:cxn modelId="{67A9B3B1-50F2-BE43-AAF1-7EAA68D6D95F}" srcId="{98778391-B3C4-D445-AB2C-82EB5BBC2CED}" destId="{1FA82E60-5F4B-D843-BBD5-7C0F890BEBF7}" srcOrd="2" destOrd="0" parTransId="{552F4FF2-D60C-C24E-9500-380D169F8FA7}" sibTransId="{4EEF8001-CF50-7C45-8519-673CFA8E5A76}"/>
    <dgm:cxn modelId="{DA9492BC-230C-4F4D-AB52-92461503FCFF}" srcId="{98778391-B3C4-D445-AB2C-82EB5BBC2CED}" destId="{8CD1562D-FB13-404A-B426-4148A9246676}" srcOrd="3" destOrd="0" parTransId="{3C196B7F-0BA1-2948-9031-0F736B6B35F4}" sibTransId="{6BF40A95-955C-3442-9F42-7B11E832DE16}"/>
    <dgm:cxn modelId="{6FBD28DD-CDEE-D345-BBFE-C1709B7539AE}" srcId="{98778391-B3C4-D445-AB2C-82EB5BBC2CED}" destId="{CF1963FC-DC92-B441-A67C-716868C6BD53}" srcOrd="4" destOrd="0" parTransId="{8CB306D5-15D4-AE49-8DC2-40F49B02F60B}" sibTransId="{68F0D655-B5B4-254B-82BF-C7C060E0B64A}"/>
    <dgm:cxn modelId="{23B2DBEA-8F1C-194B-803A-130F310F49F1}" type="presOf" srcId="{1FA82E60-5F4B-D843-BBD5-7C0F890BEBF7}" destId="{84E3C4F9-62F9-2046-B8F7-BC5ACD6472F6}" srcOrd="0" destOrd="0" presId="urn:microsoft.com/office/officeart/2008/layout/VerticalCurvedList"/>
    <dgm:cxn modelId="{0B3593C1-A022-CE43-A972-FA5C36D7F589}" type="presParOf" srcId="{CCC515E0-6D1D-8B4A-BDD7-EFC1110E7AAF}" destId="{84677076-128D-2147-A2BA-8C18CF274319}" srcOrd="0" destOrd="0" presId="urn:microsoft.com/office/officeart/2008/layout/VerticalCurvedList"/>
    <dgm:cxn modelId="{364EFF4D-83B3-9944-9CDB-DBBD4134A631}" type="presParOf" srcId="{84677076-128D-2147-A2BA-8C18CF274319}" destId="{5F7D0644-9140-D74B-B18E-4A2D1120BB74}" srcOrd="0" destOrd="0" presId="urn:microsoft.com/office/officeart/2008/layout/VerticalCurvedList"/>
    <dgm:cxn modelId="{346379EC-CB1F-3D45-9697-68BCF253C940}" type="presParOf" srcId="{5F7D0644-9140-D74B-B18E-4A2D1120BB74}" destId="{BAA10FDE-E1E1-EA47-A883-0A86F27CE145}" srcOrd="0" destOrd="0" presId="urn:microsoft.com/office/officeart/2008/layout/VerticalCurvedList"/>
    <dgm:cxn modelId="{C32AE7AD-90A6-0741-9AE8-6A76138977AC}" type="presParOf" srcId="{5F7D0644-9140-D74B-B18E-4A2D1120BB74}" destId="{A188EE67-5035-B441-A8AD-CFA3FC3E3A74}" srcOrd="1" destOrd="0" presId="urn:microsoft.com/office/officeart/2008/layout/VerticalCurvedList"/>
    <dgm:cxn modelId="{73E555BE-8C28-7040-A66A-FAE8024C42B9}" type="presParOf" srcId="{5F7D0644-9140-D74B-B18E-4A2D1120BB74}" destId="{02E86F70-B83B-264D-B75B-925C7E7CE1DD}" srcOrd="2" destOrd="0" presId="urn:microsoft.com/office/officeart/2008/layout/VerticalCurvedList"/>
    <dgm:cxn modelId="{F3372838-4C31-4248-83EA-6E281691CF7E}" type="presParOf" srcId="{5F7D0644-9140-D74B-B18E-4A2D1120BB74}" destId="{F5ACB4CC-6B77-E449-8551-5A548F4EBB1D}" srcOrd="3" destOrd="0" presId="urn:microsoft.com/office/officeart/2008/layout/VerticalCurvedList"/>
    <dgm:cxn modelId="{ACC504FF-3D33-0E4D-853A-65AAED4835E2}" type="presParOf" srcId="{84677076-128D-2147-A2BA-8C18CF274319}" destId="{75E05890-9CCD-AF4C-8E1D-ED1B1C2D1AD6}" srcOrd="1" destOrd="0" presId="urn:microsoft.com/office/officeart/2008/layout/VerticalCurvedList"/>
    <dgm:cxn modelId="{557D1E08-83C0-0E4D-9851-C7D5D976F800}" type="presParOf" srcId="{84677076-128D-2147-A2BA-8C18CF274319}" destId="{D281C097-040E-4643-9FB3-6D76B968EB42}" srcOrd="2" destOrd="0" presId="urn:microsoft.com/office/officeart/2008/layout/VerticalCurvedList"/>
    <dgm:cxn modelId="{454C3313-CB98-8F47-B8D1-50DD9140796F}" type="presParOf" srcId="{D281C097-040E-4643-9FB3-6D76B968EB42}" destId="{BE4AAAEE-3969-6048-B454-4DA549B245D2}" srcOrd="0" destOrd="0" presId="urn:microsoft.com/office/officeart/2008/layout/VerticalCurvedList"/>
    <dgm:cxn modelId="{98306A28-2A45-4B47-A500-6E9D0D4427F4}" type="presParOf" srcId="{84677076-128D-2147-A2BA-8C18CF274319}" destId="{183C6122-50C3-244E-9A37-015534A6BC4F}" srcOrd="3" destOrd="0" presId="urn:microsoft.com/office/officeart/2008/layout/VerticalCurvedList"/>
    <dgm:cxn modelId="{03700950-4BAF-6544-B88C-BE595680AD0E}" type="presParOf" srcId="{84677076-128D-2147-A2BA-8C18CF274319}" destId="{63B00667-87E4-CB40-8F67-1D5DA02CCB4F}" srcOrd="4" destOrd="0" presId="urn:microsoft.com/office/officeart/2008/layout/VerticalCurvedList"/>
    <dgm:cxn modelId="{F47F04B3-19F5-8342-A62E-7E07F823B844}" type="presParOf" srcId="{63B00667-87E4-CB40-8F67-1D5DA02CCB4F}" destId="{AD2C4740-5453-7A4E-833E-5737BFA47C92}" srcOrd="0" destOrd="0" presId="urn:microsoft.com/office/officeart/2008/layout/VerticalCurvedList"/>
    <dgm:cxn modelId="{2650BC39-5B16-2D4F-A75A-4BEB4ADFE5B4}" type="presParOf" srcId="{84677076-128D-2147-A2BA-8C18CF274319}" destId="{84E3C4F9-62F9-2046-B8F7-BC5ACD6472F6}" srcOrd="5" destOrd="0" presId="urn:microsoft.com/office/officeart/2008/layout/VerticalCurvedList"/>
    <dgm:cxn modelId="{39C3EB82-7A19-5C41-80A9-3E8129864800}" type="presParOf" srcId="{84677076-128D-2147-A2BA-8C18CF274319}" destId="{6354AC82-D880-864D-98E3-C5F8A66A4CC3}" srcOrd="6" destOrd="0" presId="urn:microsoft.com/office/officeart/2008/layout/VerticalCurvedList"/>
    <dgm:cxn modelId="{248290EB-E1D1-2442-AA26-A0196D89E7DC}" type="presParOf" srcId="{6354AC82-D880-864D-98E3-C5F8A66A4CC3}" destId="{74A2A63E-D627-B04B-81AE-0A2B2541553E}" srcOrd="0" destOrd="0" presId="urn:microsoft.com/office/officeart/2008/layout/VerticalCurvedList"/>
    <dgm:cxn modelId="{1814BD0D-63A0-0844-A82C-E00D16007720}" type="presParOf" srcId="{84677076-128D-2147-A2BA-8C18CF274319}" destId="{86628370-6F5B-4A43-BF2E-0A01AB1D6214}" srcOrd="7" destOrd="0" presId="urn:microsoft.com/office/officeart/2008/layout/VerticalCurvedList"/>
    <dgm:cxn modelId="{4363674F-BF8C-E04D-B5B5-1F69DCE97DA6}" type="presParOf" srcId="{84677076-128D-2147-A2BA-8C18CF274319}" destId="{9F9127F0-9CC2-AD4F-B077-05A41A00F56F}" srcOrd="8" destOrd="0" presId="urn:microsoft.com/office/officeart/2008/layout/VerticalCurvedList"/>
    <dgm:cxn modelId="{D0A392F7-ECB1-3541-BBBD-7E0911AF3050}" type="presParOf" srcId="{9F9127F0-9CC2-AD4F-B077-05A41A00F56F}" destId="{4DC2872F-B29E-C34C-A780-D3D3653CA647}" srcOrd="0" destOrd="0" presId="urn:microsoft.com/office/officeart/2008/layout/VerticalCurvedList"/>
    <dgm:cxn modelId="{7CA33BE5-D44E-B943-B7D3-F36081135CA6}" type="presParOf" srcId="{84677076-128D-2147-A2BA-8C18CF274319}" destId="{C1266DE5-FD74-F447-A71C-47CDF47EE393}" srcOrd="9" destOrd="0" presId="urn:microsoft.com/office/officeart/2008/layout/VerticalCurvedList"/>
    <dgm:cxn modelId="{AF46ED11-B2BF-BB4A-9AAF-B1DB5FE1BFA1}" type="presParOf" srcId="{84677076-128D-2147-A2BA-8C18CF274319}" destId="{A428139B-D9C8-344D-BA0E-D9A900D5B506}" srcOrd="10" destOrd="0" presId="urn:microsoft.com/office/officeart/2008/layout/VerticalCurvedList"/>
    <dgm:cxn modelId="{7E7D7F2A-4F00-FD47-8B27-C44CDCAF0CE4}" type="presParOf" srcId="{A428139B-D9C8-344D-BA0E-D9A900D5B506}" destId="{CB482CDC-CC6E-5343-B0B6-006183AF22C7}"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4451914-E5E2-3749-A349-1E1B1D1BCC6C}" type="doc">
      <dgm:prSet loTypeId="urn:microsoft.com/office/officeart/2005/8/layout/vList3" loCatId="list" qsTypeId="urn:microsoft.com/office/officeart/2005/8/quickstyle/simple1#3" qsCatId="simple" csTypeId="urn:microsoft.com/office/officeart/2005/8/colors/accent1_3#1" csCatId="accent1" phldr="1"/>
      <dgm:spPr/>
      <dgm:t>
        <a:bodyPr/>
        <a:lstStyle/>
        <a:p>
          <a:endParaRPr lang="en-US"/>
        </a:p>
      </dgm:t>
    </dgm:pt>
    <dgm:pt modelId="{C31F8FD4-A15A-1943-89F0-4A972E556BDD}">
      <dgm:prSet custT="1"/>
      <dgm:spPr>
        <a:ln w="38100">
          <a:solidFill>
            <a:schemeClr val="tx1"/>
          </a:solidFill>
        </a:ln>
      </dgm:spPr>
      <dgm:t>
        <a:bodyPr lIns="91440" rIns="91440"/>
        <a:lstStyle/>
        <a:p>
          <a:r>
            <a:rPr lang="en-US" sz="1800" b="0" i="0" dirty="0"/>
            <a:t>Enterprise applications carry the processes, approvals, and decisions that run the business.</a:t>
          </a:r>
          <a:endParaRPr lang="en-US" sz="1800" dirty="0"/>
        </a:p>
      </dgm:t>
    </dgm:pt>
    <dgm:pt modelId="{FBDF502D-0259-674D-94CD-678EF3A46719}" type="parTrans" cxnId="{2E964E36-E13E-4646-B861-381520D969FD}">
      <dgm:prSet/>
      <dgm:spPr/>
      <dgm:t>
        <a:bodyPr/>
        <a:lstStyle/>
        <a:p>
          <a:endParaRPr lang="en-US" sz="1800"/>
        </a:p>
      </dgm:t>
    </dgm:pt>
    <dgm:pt modelId="{4C53A9B5-2FEA-1C45-B473-452C0B7E9D1B}" type="sibTrans" cxnId="{2E964E36-E13E-4646-B861-381520D969FD}">
      <dgm:prSet/>
      <dgm:spPr/>
      <dgm:t>
        <a:bodyPr/>
        <a:lstStyle/>
        <a:p>
          <a:endParaRPr lang="en-US" sz="1800"/>
        </a:p>
      </dgm:t>
    </dgm:pt>
    <dgm:pt modelId="{807D0358-3EF6-C741-B0E4-54EF68285525}">
      <dgm:prSet custT="1"/>
      <dgm:spPr>
        <a:ln w="38100">
          <a:solidFill>
            <a:schemeClr val="tx1"/>
          </a:solidFill>
        </a:ln>
      </dgm:spPr>
      <dgm:t>
        <a:bodyPr lIns="91440" rIns="91440"/>
        <a:lstStyle/>
        <a:p>
          <a:r>
            <a:rPr lang="en-US" sz="1800" b="0" i="0" dirty="0"/>
            <a:t>Fusion Apps help organize work around finance, </a:t>
          </a:r>
          <a:br>
            <a:rPr lang="en-US" sz="1800" b="0" i="0" dirty="0"/>
          </a:br>
          <a:r>
            <a:rPr lang="en-US" sz="1800" b="0" i="0" dirty="0"/>
            <a:t>HR, supply chain, customer, and operational priorities.</a:t>
          </a:r>
          <a:endParaRPr lang="en-US" sz="1800" dirty="0"/>
        </a:p>
      </dgm:t>
    </dgm:pt>
    <dgm:pt modelId="{4F8D8299-E08A-5649-A99D-3BC4CEB1AD91}" type="parTrans" cxnId="{ECB2E489-7A9F-C949-A47C-C901DD719B11}">
      <dgm:prSet/>
      <dgm:spPr/>
      <dgm:t>
        <a:bodyPr/>
        <a:lstStyle/>
        <a:p>
          <a:endParaRPr lang="en-US" sz="1800"/>
        </a:p>
      </dgm:t>
    </dgm:pt>
    <dgm:pt modelId="{8665EACC-73B1-0E41-9352-7F26076B1DC5}" type="sibTrans" cxnId="{ECB2E489-7A9F-C949-A47C-C901DD719B11}">
      <dgm:prSet/>
      <dgm:spPr/>
      <dgm:t>
        <a:bodyPr/>
        <a:lstStyle/>
        <a:p>
          <a:endParaRPr lang="en-US" sz="1800"/>
        </a:p>
      </dgm:t>
    </dgm:pt>
    <dgm:pt modelId="{D10B9734-0C4E-7548-A8C1-EEF10C32F27F}">
      <dgm:prSet custT="1"/>
      <dgm:spPr>
        <a:ln w="38100">
          <a:solidFill>
            <a:schemeClr val="tx1"/>
          </a:solidFill>
        </a:ln>
      </dgm:spPr>
      <dgm:t>
        <a:bodyPr lIns="91440" rIns="91440"/>
        <a:lstStyle/>
        <a:p>
          <a:r>
            <a:rPr lang="en-US" sz="1800" b="0" i="0" dirty="0"/>
            <a:t>Application context makes AI more useful because it is grounded in real workflows.</a:t>
          </a:r>
          <a:endParaRPr lang="en-US" sz="1800" dirty="0"/>
        </a:p>
      </dgm:t>
    </dgm:pt>
    <dgm:pt modelId="{E460E326-9401-CE4F-B267-F208E61D6CC9}" type="parTrans" cxnId="{792B4A50-E5A6-F04B-BB1E-6CFB3DD192F1}">
      <dgm:prSet/>
      <dgm:spPr/>
      <dgm:t>
        <a:bodyPr/>
        <a:lstStyle/>
        <a:p>
          <a:endParaRPr lang="en-US" sz="1800"/>
        </a:p>
      </dgm:t>
    </dgm:pt>
    <dgm:pt modelId="{B1E036E8-7D5B-3A4E-84F6-9BB01744334C}" type="sibTrans" cxnId="{792B4A50-E5A6-F04B-BB1E-6CFB3DD192F1}">
      <dgm:prSet/>
      <dgm:spPr/>
      <dgm:t>
        <a:bodyPr/>
        <a:lstStyle/>
        <a:p>
          <a:endParaRPr lang="en-US" sz="1800"/>
        </a:p>
      </dgm:t>
    </dgm:pt>
    <dgm:pt modelId="{ED6AFEA4-46BC-504B-B8E3-2F7BA42B044A}">
      <dgm:prSet custT="1"/>
      <dgm:spPr>
        <a:ln w="38100">
          <a:solidFill>
            <a:schemeClr val="tx1"/>
          </a:solidFill>
        </a:ln>
      </dgm:spPr>
      <dgm:t>
        <a:bodyPr lIns="91440" rIns="91440"/>
        <a:lstStyle/>
        <a:p>
          <a:r>
            <a:rPr lang="en-US" sz="1800" b="0" i="0" dirty="0"/>
            <a:t>This is often where the outcome conversation starts.</a:t>
          </a:r>
          <a:endParaRPr lang="en-US" sz="1800" dirty="0"/>
        </a:p>
      </dgm:t>
    </dgm:pt>
    <dgm:pt modelId="{BFC6BDC2-6D71-594A-A518-A76BEC78D4AE}" type="parTrans" cxnId="{E16298DD-D824-9343-AC55-88D22C7E0C2B}">
      <dgm:prSet/>
      <dgm:spPr/>
      <dgm:t>
        <a:bodyPr/>
        <a:lstStyle/>
        <a:p>
          <a:endParaRPr lang="en-US" sz="1800"/>
        </a:p>
      </dgm:t>
    </dgm:pt>
    <dgm:pt modelId="{04E7F67A-289F-9942-B2F7-D9E65F1BF4BF}" type="sibTrans" cxnId="{E16298DD-D824-9343-AC55-88D22C7E0C2B}">
      <dgm:prSet/>
      <dgm:spPr/>
      <dgm:t>
        <a:bodyPr/>
        <a:lstStyle/>
        <a:p>
          <a:endParaRPr lang="en-US" sz="1800"/>
        </a:p>
      </dgm:t>
    </dgm:pt>
    <dgm:pt modelId="{DDC6F700-971A-4843-9DD5-8A930AC1ED82}">
      <dgm:prSet custT="1"/>
      <dgm:spPr>
        <a:ln w="38100">
          <a:solidFill>
            <a:schemeClr val="tx1"/>
          </a:solidFill>
        </a:ln>
      </dgm:spPr>
      <dgm:t>
        <a:bodyPr lIns="91440" rIns="91440"/>
        <a:lstStyle/>
        <a:p>
          <a:r>
            <a:rPr lang="en-US" sz="1800" b="0" i="0" dirty="0"/>
            <a:t>The value expands when applications connect to data, cloud, and integration.</a:t>
          </a:r>
          <a:endParaRPr lang="en-US" sz="1800" dirty="0"/>
        </a:p>
      </dgm:t>
    </dgm:pt>
    <dgm:pt modelId="{DF57F829-1653-EF40-8292-0227670C36E8}" type="parTrans" cxnId="{6C578307-A9EE-0A45-A525-4BD0B05379BC}">
      <dgm:prSet/>
      <dgm:spPr/>
      <dgm:t>
        <a:bodyPr/>
        <a:lstStyle/>
        <a:p>
          <a:endParaRPr lang="en-US" sz="1800"/>
        </a:p>
      </dgm:t>
    </dgm:pt>
    <dgm:pt modelId="{8E1CBFE9-62D6-4E4D-816A-C17F18F2FB8A}" type="sibTrans" cxnId="{6C578307-A9EE-0A45-A525-4BD0B05379BC}">
      <dgm:prSet/>
      <dgm:spPr/>
      <dgm:t>
        <a:bodyPr/>
        <a:lstStyle/>
        <a:p>
          <a:endParaRPr lang="en-US" sz="1800"/>
        </a:p>
      </dgm:t>
    </dgm:pt>
    <dgm:pt modelId="{F90E9B90-34E9-414A-A791-0D7046361477}" type="pres">
      <dgm:prSet presAssocID="{24451914-E5E2-3749-A349-1E1B1D1BCC6C}" presName="linearFlow" presStyleCnt="0">
        <dgm:presLayoutVars>
          <dgm:dir/>
          <dgm:resizeHandles val="exact"/>
        </dgm:presLayoutVars>
      </dgm:prSet>
      <dgm:spPr/>
    </dgm:pt>
    <dgm:pt modelId="{D2F0AD28-CEA3-164C-9402-ED537708C5AE}" type="pres">
      <dgm:prSet presAssocID="{C31F8FD4-A15A-1943-89F0-4A972E556BDD}" presName="composite" presStyleCnt="0"/>
      <dgm:spPr/>
    </dgm:pt>
    <dgm:pt modelId="{64A604DC-9E6F-9A47-89E8-A195EC03B009}" type="pres">
      <dgm:prSet presAssocID="{C31F8FD4-A15A-1943-89F0-4A972E556BDD}" presName="imgShp" presStyleLbl="fgImgPlace1" presStyleIdx="0" presStyleCnt="5" custLinFactNeighborX="-48902"/>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38100">
          <a:solidFill>
            <a:schemeClr val="tx1"/>
          </a:solidFill>
        </a:ln>
      </dgm:spPr>
      <dgm:extLst>
        <a:ext uri="{E40237B7-FDA0-4F09-8148-C483321AD2D9}">
          <dgm14:cNvPr xmlns:dgm14="http://schemas.microsoft.com/office/drawing/2010/diagram" id="0" name="" descr="User network with solid fill"/>
        </a:ext>
      </dgm:extLst>
    </dgm:pt>
    <dgm:pt modelId="{25F6494F-8DBF-374D-9558-C80BA3404EC8}" type="pres">
      <dgm:prSet presAssocID="{C31F8FD4-A15A-1943-89F0-4A972E556BDD}" presName="txShp" presStyleLbl="node1" presStyleIdx="0" presStyleCnt="5">
        <dgm:presLayoutVars>
          <dgm:bulletEnabled val="1"/>
        </dgm:presLayoutVars>
      </dgm:prSet>
      <dgm:spPr/>
    </dgm:pt>
    <dgm:pt modelId="{DE4FEA4A-114F-0546-B697-E9A101D86657}" type="pres">
      <dgm:prSet presAssocID="{4C53A9B5-2FEA-1C45-B473-452C0B7E9D1B}" presName="spacing" presStyleCnt="0"/>
      <dgm:spPr/>
    </dgm:pt>
    <dgm:pt modelId="{FE42A37E-6DAE-664F-A199-DAAAC94B5AED}" type="pres">
      <dgm:prSet presAssocID="{807D0358-3EF6-C741-B0E4-54EF68285525}" presName="composite" presStyleCnt="0"/>
      <dgm:spPr/>
    </dgm:pt>
    <dgm:pt modelId="{9D9750C2-DAE0-8845-9D4A-0AD0C97D8A2E}" type="pres">
      <dgm:prSet presAssocID="{807D0358-3EF6-C741-B0E4-54EF68285525}" presName="imgShp" presStyleLbl="fgImgPlace1" presStyleIdx="1" presStyleCnt="5" custLinFactNeighborX="-48902"/>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38100">
          <a:solidFill>
            <a:schemeClr val="tx1"/>
          </a:solidFill>
        </a:ln>
      </dgm:spPr>
      <dgm:extLst>
        <a:ext uri="{E40237B7-FDA0-4F09-8148-C483321AD2D9}">
          <dgm14:cNvPr xmlns:dgm14="http://schemas.microsoft.com/office/drawing/2010/diagram" id="0" name="" descr="Atom with solid fill"/>
        </a:ext>
      </dgm:extLst>
    </dgm:pt>
    <dgm:pt modelId="{F03F42D1-F92D-2C41-96C9-CF924E1253B3}" type="pres">
      <dgm:prSet presAssocID="{807D0358-3EF6-C741-B0E4-54EF68285525}" presName="txShp" presStyleLbl="node1" presStyleIdx="1" presStyleCnt="5">
        <dgm:presLayoutVars>
          <dgm:bulletEnabled val="1"/>
        </dgm:presLayoutVars>
      </dgm:prSet>
      <dgm:spPr/>
    </dgm:pt>
    <dgm:pt modelId="{B04607CB-5004-4A4D-87C9-94488DA7BC6C}" type="pres">
      <dgm:prSet presAssocID="{8665EACC-73B1-0E41-9352-7F26076B1DC5}" presName="spacing" presStyleCnt="0"/>
      <dgm:spPr/>
    </dgm:pt>
    <dgm:pt modelId="{B393F9A7-B668-DB4D-9B80-620DC5EF79D0}" type="pres">
      <dgm:prSet presAssocID="{D10B9734-0C4E-7548-A8C1-EEF10C32F27F}" presName="composite" presStyleCnt="0"/>
      <dgm:spPr/>
    </dgm:pt>
    <dgm:pt modelId="{EC63BB3D-3D5F-AC48-A1B1-ECF13CAEF51B}" type="pres">
      <dgm:prSet presAssocID="{D10B9734-0C4E-7548-A8C1-EEF10C32F27F}" presName="imgShp" presStyleLbl="fgImgPlace1" presStyleIdx="2" presStyleCnt="5" custLinFactNeighborX="-48902"/>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38100">
          <a:solidFill>
            <a:schemeClr val="tx1"/>
          </a:solidFill>
        </a:ln>
      </dgm:spPr>
      <dgm:extLst>
        <a:ext uri="{E40237B7-FDA0-4F09-8148-C483321AD2D9}">
          <dgm14:cNvPr xmlns:dgm14="http://schemas.microsoft.com/office/drawing/2010/diagram" id="0" name="" descr="Artificial Intelligence with solid fill"/>
        </a:ext>
      </dgm:extLst>
    </dgm:pt>
    <dgm:pt modelId="{57991346-3EFB-3E4E-B154-2B0B56F10258}" type="pres">
      <dgm:prSet presAssocID="{D10B9734-0C4E-7548-A8C1-EEF10C32F27F}" presName="txShp" presStyleLbl="node1" presStyleIdx="2" presStyleCnt="5">
        <dgm:presLayoutVars>
          <dgm:bulletEnabled val="1"/>
        </dgm:presLayoutVars>
      </dgm:prSet>
      <dgm:spPr/>
    </dgm:pt>
    <dgm:pt modelId="{ADF352F8-A089-C44D-828F-AAA1FFB93E37}" type="pres">
      <dgm:prSet presAssocID="{B1E036E8-7D5B-3A4E-84F6-9BB01744334C}" presName="spacing" presStyleCnt="0"/>
      <dgm:spPr/>
    </dgm:pt>
    <dgm:pt modelId="{0A5DD7CF-4DD8-4245-A23A-BB9D685B09F1}" type="pres">
      <dgm:prSet presAssocID="{ED6AFEA4-46BC-504B-B8E3-2F7BA42B044A}" presName="composite" presStyleCnt="0"/>
      <dgm:spPr/>
    </dgm:pt>
    <dgm:pt modelId="{48723828-20AF-5A4A-B815-DD953825C3CE}" type="pres">
      <dgm:prSet presAssocID="{ED6AFEA4-46BC-504B-B8E3-2F7BA42B044A}" presName="imgShp" presStyleLbl="fgImgPlace1" presStyleIdx="3" presStyleCnt="5" custLinFactNeighborX="-48902"/>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38100">
          <a:solidFill>
            <a:schemeClr val="tx1"/>
          </a:solidFill>
        </a:ln>
      </dgm:spPr>
      <dgm:extLst>
        <a:ext uri="{E40237B7-FDA0-4F09-8148-C483321AD2D9}">
          <dgm14:cNvPr xmlns:dgm14="http://schemas.microsoft.com/office/drawing/2010/diagram" id="0" name="" descr="Podium with solid fill"/>
        </a:ext>
      </dgm:extLst>
    </dgm:pt>
    <dgm:pt modelId="{9D873F11-D575-7746-90CB-074CD2E6B6D8}" type="pres">
      <dgm:prSet presAssocID="{ED6AFEA4-46BC-504B-B8E3-2F7BA42B044A}" presName="txShp" presStyleLbl="node1" presStyleIdx="3" presStyleCnt="5">
        <dgm:presLayoutVars>
          <dgm:bulletEnabled val="1"/>
        </dgm:presLayoutVars>
      </dgm:prSet>
      <dgm:spPr/>
    </dgm:pt>
    <dgm:pt modelId="{866C9227-E914-6B4C-A359-73B1CAC32283}" type="pres">
      <dgm:prSet presAssocID="{04E7F67A-289F-9942-B2F7-D9E65F1BF4BF}" presName="spacing" presStyleCnt="0"/>
      <dgm:spPr/>
    </dgm:pt>
    <dgm:pt modelId="{E2F944BC-7812-6146-A7E0-D6431F847FA5}" type="pres">
      <dgm:prSet presAssocID="{DDC6F700-971A-4843-9DD5-8A930AC1ED82}" presName="composite" presStyleCnt="0"/>
      <dgm:spPr/>
    </dgm:pt>
    <dgm:pt modelId="{66A44305-199E-634A-AE9B-90589EA4937B}" type="pres">
      <dgm:prSet presAssocID="{DDC6F700-971A-4843-9DD5-8A930AC1ED82}" presName="imgShp" presStyleLbl="fgImgPlace1" presStyleIdx="4" presStyleCnt="5" custLinFactNeighborX="-48902"/>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38100">
          <a:solidFill>
            <a:schemeClr val="tx1"/>
          </a:solidFill>
        </a:ln>
      </dgm:spPr>
      <dgm:extLst>
        <a:ext uri="{E40237B7-FDA0-4F09-8148-C483321AD2D9}">
          <dgm14:cNvPr xmlns:dgm14="http://schemas.microsoft.com/office/drawing/2010/diagram" id="0" name="" descr="Server with solid fill"/>
        </a:ext>
      </dgm:extLst>
    </dgm:pt>
    <dgm:pt modelId="{7EF105FC-58DA-4641-89F9-DFBFDCC19A47}" type="pres">
      <dgm:prSet presAssocID="{DDC6F700-971A-4843-9DD5-8A930AC1ED82}" presName="txShp" presStyleLbl="node1" presStyleIdx="4" presStyleCnt="5">
        <dgm:presLayoutVars>
          <dgm:bulletEnabled val="1"/>
        </dgm:presLayoutVars>
      </dgm:prSet>
      <dgm:spPr/>
    </dgm:pt>
  </dgm:ptLst>
  <dgm:cxnLst>
    <dgm:cxn modelId="{6C578307-A9EE-0A45-A525-4BD0B05379BC}" srcId="{24451914-E5E2-3749-A349-1E1B1D1BCC6C}" destId="{DDC6F700-971A-4843-9DD5-8A930AC1ED82}" srcOrd="4" destOrd="0" parTransId="{DF57F829-1653-EF40-8292-0227670C36E8}" sibTransId="{8E1CBFE9-62D6-4E4D-816A-C17F18F2FB8A}"/>
    <dgm:cxn modelId="{8CFD9510-BAA9-6F49-AD39-879EFCE1D201}" type="presOf" srcId="{D10B9734-0C4E-7548-A8C1-EEF10C32F27F}" destId="{57991346-3EFB-3E4E-B154-2B0B56F10258}" srcOrd="0" destOrd="0" presId="urn:microsoft.com/office/officeart/2005/8/layout/vList3"/>
    <dgm:cxn modelId="{2E964E36-E13E-4646-B861-381520D969FD}" srcId="{24451914-E5E2-3749-A349-1E1B1D1BCC6C}" destId="{C31F8FD4-A15A-1943-89F0-4A972E556BDD}" srcOrd="0" destOrd="0" parTransId="{FBDF502D-0259-674D-94CD-678EF3A46719}" sibTransId="{4C53A9B5-2FEA-1C45-B473-452C0B7E9D1B}"/>
    <dgm:cxn modelId="{792B4A50-E5A6-F04B-BB1E-6CFB3DD192F1}" srcId="{24451914-E5E2-3749-A349-1E1B1D1BCC6C}" destId="{D10B9734-0C4E-7548-A8C1-EEF10C32F27F}" srcOrd="2" destOrd="0" parTransId="{E460E326-9401-CE4F-B267-F208E61D6CC9}" sibTransId="{B1E036E8-7D5B-3A4E-84F6-9BB01744334C}"/>
    <dgm:cxn modelId="{A1B37751-A75E-C942-9A1D-DBC2FD4EE65F}" type="presOf" srcId="{807D0358-3EF6-C741-B0E4-54EF68285525}" destId="{F03F42D1-F92D-2C41-96C9-CF924E1253B3}" srcOrd="0" destOrd="0" presId="urn:microsoft.com/office/officeart/2005/8/layout/vList3"/>
    <dgm:cxn modelId="{B80D9474-74C1-8A4D-8427-A90A7603A53F}" type="presOf" srcId="{C31F8FD4-A15A-1943-89F0-4A972E556BDD}" destId="{25F6494F-8DBF-374D-9558-C80BA3404EC8}" srcOrd="0" destOrd="0" presId="urn:microsoft.com/office/officeart/2005/8/layout/vList3"/>
    <dgm:cxn modelId="{527EC678-0ED9-DD4E-A699-B8163C7EB7E8}" type="presOf" srcId="{24451914-E5E2-3749-A349-1E1B1D1BCC6C}" destId="{F90E9B90-34E9-414A-A791-0D7046361477}" srcOrd="0" destOrd="0" presId="urn:microsoft.com/office/officeart/2005/8/layout/vList3"/>
    <dgm:cxn modelId="{10991D80-0452-5644-949B-58161C4D3AC4}" type="presOf" srcId="{DDC6F700-971A-4843-9DD5-8A930AC1ED82}" destId="{7EF105FC-58DA-4641-89F9-DFBFDCC19A47}" srcOrd="0" destOrd="0" presId="urn:microsoft.com/office/officeart/2005/8/layout/vList3"/>
    <dgm:cxn modelId="{ECB2E489-7A9F-C949-A47C-C901DD719B11}" srcId="{24451914-E5E2-3749-A349-1E1B1D1BCC6C}" destId="{807D0358-3EF6-C741-B0E4-54EF68285525}" srcOrd="1" destOrd="0" parTransId="{4F8D8299-E08A-5649-A99D-3BC4CEB1AD91}" sibTransId="{8665EACC-73B1-0E41-9352-7F26076B1DC5}"/>
    <dgm:cxn modelId="{B3773CD1-1C1B-9F42-A5A5-A4464C586098}" type="presOf" srcId="{ED6AFEA4-46BC-504B-B8E3-2F7BA42B044A}" destId="{9D873F11-D575-7746-90CB-074CD2E6B6D8}" srcOrd="0" destOrd="0" presId="urn:microsoft.com/office/officeart/2005/8/layout/vList3"/>
    <dgm:cxn modelId="{E16298DD-D824-9343-AC55-88D22C7E0C2B}" srcId="{24451914-E5E2-3749-A349-1E1B1D1BCC6C}" destId="{ED6AFEA4-46BC-504B-B8E3-2F7BA42B044A}" srcOrd="3" destOrd="0" parTransId="{BFC6BDC2-6D71-594A-A518-A76BEC78D4AE}" sibTransId="{04E7F67A-289F-9942-B2F7-D9E65F1BF4BF}"/>
    <dgm:cxn modelId="{809E5DCE-DD0F-4443-AFF0-AF1D4A1486DE}" type="presParOf" srcId="{F90E9B90-34E9-414A-A791-0D7046361477}" destId="{D2F0AD28-CEA3-164C-9402-ED537708C5AE}" srcOrd="0" destOrd="0" presId="urn:microsoft.com/office/officeart/2005/8/layout/vList3"/>
    <dgm:cxn modelId="{68E91022-325D-C44C-80F9-9A908D785467}" type="presParOf" srcId="{D2F0AD28-CEA3-164C-9402-ED537708C5AE}" destId="{64A604DC-9E6F-9A47-89E8-A195EC03B009}" srcOrd="0" destOrd="0" presId="urn:microsoft.com/office/officeart/2005/8/layout/vList3"/>
    <dgm:cxn modelId="{8EAA2D68-27A2-FC41-8608-FCF8E4C2470E}" type="presParOf" srcId="{D2F0AD28-CEA3-164C-9402-ED537708C5AE}" destId="{25F6494F-8DBF-374D-9558-C80BA3404EC8}" srcOrd="1" destOrd="0" presId="urn:microsoft.com/office/officeart/2005/8/layout/vList3"/>
    <dgm:cxn modelId="{E62A36D1-F0BB-BF45-AA18-80F089037EC9}" type="presParOf" srcId="{F90E9B90-34E9-414A-A791-0D7046361477}" destId="{DE4FEA4A-114F-0546-B697-E9A101D86657}" srcOrd="1" destOrd="0" presId="urn:microsoft.com/office/officeart/2005/8/layout/vList3"/>
    <dgm:cxn modelId="{D5BB8AED-1F95-BE47-82DB-E1EB8D83C805}" type="presParOf" srcId="{F90E9B90-34E9-414A-A791-0D7046361477}" destId="{FE42A37E-6DAE-664F-A199-DAAAC94B5AED}" srcOrd="2" destOrd="0" presId="urn:microsoft.com/office/officeart/2005/8/layout/vList3"/>
    <dgm:cxn modelId="{7FD55FB6-5414-C949-9147-C95D404B6C99}" type="presParOf" srcId="{FE42A37E-6DAE-664F-A199-DAAAC94B5AED}" destId="{9D9750C2-DAE0-8845-9D4A-0AD0C97D8A2E}" srcOrd="0" destOrd="0" presId="urn:microsoft.com/office/officeart/2005/8/layout/vList3"/>
    <dgm:cxn modelId="{A42FF52A-7338-6348-8EF1-638C26C6FB2C}" type="presParOf" srcId="{FE42A37E-6DAE-664F-A199-DAAAC94B5AED}" destId="{F03F42D1-F92D-2C41-96C9-CF924E1253B3}" srcOrd="1" destOrd="0" presId="urn:microsoft.com/office/officeart/2005/8/layout/vList3"/>
    <dgm:cxn modelId="{33DE2FB3-A509-BA42-B85C-E8FC056E688E}" type="presParOf" srcId="{F90E9B90-34E9-414A-A791-0D7046361477}" destId="{B04607CB-5004-4A4D-87C9-94488DA7BC6C}" srcOrd="3" destOrd="0" presId="urn:microsoft.com/office/officeart/2005/8/layout/vList3"/>
    <dgm:cxn modelId="{D8217A65-BE30-034C-9D8B-DB01EC38626F}" type="presParOf" srcId="{F90E9B90-34E9-414A-A791-0D7046361477}" destId="{B393F9A7-B668-DB4D-9B80-620DC5EF79D0}" srcOrd="4" destOrd="0" presId="urn:microsoft.com/office/officeart/2005/8/layout/vList3"/>
    <dgm:cxn modelId="{DFA1B9D6-781E-8C45-A30E-701DA82345FA}" type="presParOf" srcId="{B393F9A7-B668-DB4D-9B80-620DC5EF79D0}" destId="{EC63BB3D-3D5F-AC48-A1B1-ECF13CAEF51B}" srcOrd="0" destOrd="0" presId="urn:microsoft.com/office/officeart/2005/8/layout/vList3"/>
    <dgm:cxn modelId="{C9B6602A-479C-4047-A1E0-5677FB4A1854}" type="presParOf" srcId="{B393F9A7-B668-DB4D-9B80-620DC5EF79D0}" destId="{57991346-3EFB-3E4E-B154-2B0B56F10258}" srcOrd="1" destOrd="0" presId="urn:microsoft.com/office/officeart/2005/8/layout/vList3"/>
    <dgm:cxn modelId="{F24B7D30-3E58-2C42-87F3-0E9F5096266F}" type="presParOf" srcId="{F90E9B90-34E9-414A-A791-0D7046361477}" destId="{ADF352F8-A089-C44D-828F-AAA1FFB93E37}" srcOrd="5" destOrd="0" presId="urn:microsoft.com/office/officeart/2005/8/layout/vList3"/>
    <dgm:cxn modelId="{B3623966-2865-E948-96A3-CD7BEEF8C4EE}" type="presParOf" srcId="{F90E9B90-34E9-414A-A791-0D7046361477}" destId="{0A5DD7CF-4DD8-4245-A23A-BB9D685B09F1}" srcOrd="6" destOrd="0" presId="urn:microsoft.com/office/officeart/2005/8/layout/vList3"/>
    <dgm:cxn modelId="{F609A0A6-0458-3847-9E1D-F490C90068DF}" type="presParOf" srcId="{0A5DD7CF-4DD8-4245-A23A-BB9D685B09F1}" destId="{48723828-20AF-5A4A-B815-DD953825C3CE}" srcOrd="0" destOrd="0" presId="urn:microsoft.com/office/officeart/2005/8/layout/vList3"/>
    <dgm:cxn modelId="{21C8A9F8-36F2-9D43-BCE4-F4CE445F438E}" type="presParOf" srcId="{0A5DD7CF-4DD8-4245-A23A-BB9D685B09F1}" destId="{9D873F11-D575-7746-90CB-074CD2E6B6D8}" srcOrd="1" destOrd="0" presId="urn:microsoft.com/office/officeart/2005/8/layout/vList3"/>
    <dgm:cxn modelId="{3629D038-D5BC-C449-881E-8AE8E063925E}" type="presParOf" srcId="{F90E9B90-34E9-414A-A791-0D7046361477}" destId="{866C9227-E914-6B4C-A359-73B1CAC32283}" srcOrd="7" destOrd="0" presId="urn:microsoft.com/office/officeart/2005/8/layout/vList3"/>
    <dgm:cxn modelId="{AD685A85-DEA2-4446-9A98-207BF64E8431}" type="presParOf" srcId="{F90E9B90-34E9-414A-A791-0D7046361477}" destId="{E2F944BC-7812-6146-A7E0-D6431F847FA5}" srcOrd="8" destOrd="0" presId="urn:microsoft.com/office/officeart/2005/8/layout/vList3"/>
    <dgm:cxn modelId="{6CF39F0C-43F4-4645-A5F0-3AC6B3318092}" type="presParOf" srcId="{E2F944BC-7812-6146-A7E0-D6431F847FA5}" destId="{66A44305-199E-634A-AE9B-90589EA4937B}" srcOrd="0" destOrd="0" presId="urn:microsoft.com/office/officeart/2005/8/layout/vList3"/>
    <dgm:cxn modelId="{4EB30431-9A25-004F-BD7B-E1248C1F6B47}" type="presParOf" srcId="{E2F944BC-7812-6146-A7E0-D6431F847FA5}" destId="{7EF105FC-58DA-4641-89F9-DFBFDCC19A47}"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3FF16D6-0798-2844-A76F-4E2CE198358B}" type="doc">
      <dgm:prSet loTypeId="urn:microsoft.com/office/officeart/2005/8/layout/vList3" loCatId="list" qsTypeId="urn:microsoft.com/office/officeart/2005/8/quickstyle/simple1#4" qsCatId="simple" csTypeId="urn:microsoft.com/office/officeart/2005/8/colors/accent2_3#1" csCatId="accent2" phldr="1"/>
      <dgm:spPr/>
      <dgm:t>
        <a:bodyPr/>
        <a:lstStyle/>
        <a:p>
          <a:endParaRPr lang="en-US"/>
        </a:p>
      </dgm:t>
    </dgm:pt>
    <dgm:pt modelId="{30A8C653-B9BA-C148-8FC7-8C1439DED337}">
      <dgm:prSet custT="1"/>
      <dgm:spPr>
        <a:ln w="38100">
          <a:solidFill>
            <a:schemeClr val="tx1"/>
          </a:solidFill>
        </a:ln>
      </dgm:spPr>
      <dgm:t>
        <a:bodyPr/>
        <a:lstStyle/>
        <a:p>
          <a:r>
            <a:rPr lang="en-US" sz="1800" b="0" i="0" dirty="0"/>
            <a:t>Enterprise outcomes depend on trusted data.</a:t>
          </a:r>
          <a:endParaRPr lang="en-US" sz="1800" dirty="0"/>
        </a:p>
      </dgm:t>
    </dgm:pt>
    <dgm:pt modelId="{41A15C95-469A-DD4F-8D56-233A26633020}" type="parTrans" cxnId="{7FBC795D-EEAD-AF43-B961-3DA3B8AF8495}">
      <dgm:prSet/>
      <dgm:spPr/>
      <dgm:t>
        <a:bodyPr/>
        <a:lstStyle/>
        <a:p>
          <a:endParaRPr lang="en-US" sz="1800"/>
        </a:p>
      </dgm:t>
    </dgm:pt>
    <dgm:pt modelId="{2A9F2F25-96D3-3643-9376-DDC83B7096B3}" type="sibTrans" cxnId="{7FBC795D-EEAD-AF43-B961-3DA3B8AF8495}">
      <dgm:prSet/>
      <dgm:spPr/>
      <dgm:t>
        <a:bodyPr/>
        <a:lstStyle/>
        <a:p>
          <a:endParaRPr lang="en-US" sz="1800"/>
        </a:p>
      </dgm:t>
    </dgm:pt>
    <dgm:pt modelId="{29D94BE6-5E14-FF4D-A2ED-7682433D557B}">
      <dgm:prSet custT="1"/>
      <dgm:spPr>
        <a:ln w="38100">
          <a:solidFill>
            <a:schemeClr val="tx1"/>
          </a:solidFill>
        </a:ln>
      </dgm:spPr>
      <dgm:t>
        <a:bodyPr/>
        <a:lstStyle/>
        <a:p>
          <a:r>
            <a:rPr lang="en-US" sz="1800" b="0" i="0" dirty="0"/>
            <a:t>Oracle's database and data capabilities support the information core behind decisions.</a:t>
          </a:r>
          <a:endParaRPr lang="en-US" sz="1800" dirty="0"/>
        </a:p>
      </dgm:t>
    </dgm:pt>
    <dgm:pt modelId="{6226F327-39C8-1849-AC2E-F9418E9D24E9}" type="parTrans" cxnId="{7FB34B08-E56E-5943-B934-0A4D49910F39}">
      <dgm:prSet/>
      <dgm:spPr/>
      <dgm:t>
        <a:bodyPr/>
        <a:lstStyle/>
        <a:p>
          <a:endParaRPr lang="en-US" sz="1800"/>
        </a:p>
      </dgm:t>
    </dgm:pt>
    <dgm:pt modelId="{B084F9A1-D7ED-6746-8642-C392513AD50C}" type="sibTrans" cxnId="{7FB34B08-E56E-5943-B934-0A4D49910F39}">
      <dgm:prSet/>
      <dgm:spPr/>
      <dgm:t>
        <a:bodyPr/>
        <a:lstStyle/>
        <a:p>
          <a:endParaRPr lang="en-US" sz="1800"/>
        </a:p>
      </dgm:t>
    </dgm:pt>
    <dgm:pt modelId="{9B9BFFA7-36B0-E34C-80AF-79B6CE799E0F}">
      <dgm:prSet custT="1"/>
      <dgm:spPr>
        <a:ln w="38100">
          <a:solidFill>
            <a:schemeClr val="tx1"/>
          </a:solidFill>
        </a:ln>
      </dgm:spPr>
      <dgm:t>
        <a:bodyPr/>
        <a:lstStyle/>
        <a:p>
          <a:r>
            <a:rPr lang="en-US" sz="1800" b="0" i="0" dirty="0"/>
            <a:t>Better data context improves application, AI, and analytics conversations.</a:t>
          </a:r>
          <a:endParaRPr lang="en-US" sz="1800" dirty="0"/>
        </a:p>
      </dgm:t>
    </dgm:pt>
    <dgm:pt modelId="{66F5A722-9B86-A548-998D-0A0EC4FF7BDE}" type="parTrans" cxnId="{F40A4255-E3C3-394A-AA9C-15382C09B3DF}">
      <dgm:prSet/>
      <dgm:spPr/>
      <dgm:t>
        <a:bodyPr/>
        <a:lstStyle/>
        <a:p>
          <a:endParaRPr lang="en-US" sz="1800"/>
        </a:p>
      </dgm:t>
    </dgm:pt>
    <dgm:pt modelId="{D0689E10-96E2-204D-BD2A-00DA15127D25}" type="sibTrans" cxnId="{F40A4255-E3C3-394A-AA9C-15382C09B3DF}">
      <dgm:prSet/>
      <dgm:spPr/>
      <dgm:t>
        <a:bodyPr/>
        <a:lstStyle/>
        <a:p>
          <a:endParaRPr lang="en-US" sz="1800"/>
        </a:p>
      </dgm:t>
    </dgm:pt>
    <dgm:pt modelId="{B9156847-BDC8-974C-8A88-53C10AF55A88}">
      <dgm:prSet custT="1"/>
      <dgm:spPr>
        <a:ln w="38100">
          <a:solidFill>
            <a:schemeClr val="tx1"/>
          </a:solidFill>
        </a:ln>
      </dgm:spPr>
      <dgm:t>
        <a:bodyPr/>
        <a:lstStyle/>
        <a:p>
          <a:r>
            <a:rPr lang="en-US" sz="1800" b="0" i="0" dirty="0"/>
            <a:t>Trustworthy data helps teams move from insight to action with more confidence.</a:t>
          </a:r>
          <a:endParaRPr lang="en-US" sz="1800" dirty="0"/>
        </a:p>
      </dgm:t>
    </dgm:pt>
    <dgm:pt modelId="{751FA426-E102-564C-9ABF-A75181493127}" type="parTrans" cxnId="{B89FDB75-F0B8-7542-AB12-5DAC141F2E0F}">
      <dgm:prSet/>
      <dgm:spPr/>
      <dgm:t>
        <a:bodyPr/>
        <a:lstStyle/>
        <a:p>
          <a:endParaRPr lang="en-US" sz="1800"/>
        </a:p>
      </dgm:t>
    </dgm:pt>
    <dgm:pt modelId="{16EAC929-CCD8-454F-B998-5A8349230594}" type="sibTrans" cxnId="{B89FDB75-F0B8-7542-AB12-5DAC141F2E0F}">
      <dgm:prSet/>
      <dgm:spPr/>
      <dgm:t>
        <a:bodyPr/>
        <a:lstStyle/>
        <a:p>
          <a:endParaRPr lang="en-US" sz="1800"/>
        </a:p>
      </dgm:t>
    </dgm:pt>
    <dgm:pt modelId="{C02A1249-3862-5947-BE94-5B97E5337005}">
      <dgm:prSet custT="1"/>
      <dgm:spPr>
        <a:ln w="38100">
          <a:solidFill>
            <a:schemeClr val="tx1"/>
          </a:solidFill>
        </a:ln>
      </dgm:spPr>
      <dgm:t>
        <a:bodyPr/>
        <a:lstStyle/>
        <a:p>
          <a:r>
            <a:rPr lang="en-US" sz="1800" b="0" i="0" dirty="0"/>
            <a:t>The value grows when data connects across the customer environment.</a:t>
          </a:r>
          <a:endParaRPr lang="en-US" sz="1800" dirty="0"/>
        </a:p>
      </dgm:t>
    </dgm:pt>
    <dgm:pt modelId="{BE8EFD5F-5843-124C-B435-BD535753897B}" type="parTrans" cxnId="{079426C1-EB8F-F742-AE97-A246A7867259}">
      <dgm:prSet/>
      <dgm:spPr/>
      <dgm:t>
        <a:bodyPr/>
        <a:lstStyle/>
        <a:p>
          <a:endParaRPr lang="en-US" sz="1800"/>
        </a:p>
      </dgm:t>
    </dgm:pt>
    <dgm:pt modelId="{EB7B1387-6112-484B-93F9-686C92B4CDD3}" type="sibTrans" cxnId="{079426C1-EB8F-F742-AE97-A246A7867259}">
      <dgm:prSet/>
      <dgm:spPr/>
      <dgm:t>
        <a:bodyPr/>
        <a:lstStyle/>
        <a:p>
          <a:endParaRPr lang="en-US" sz="1800"/>
        </a:p>
      </dgm:t>
    </dgm:pt>
    <dgm:pt modelId="{609199A3-814C-4849-86EB-D13A1C8E3986}" type="pres">
      <dgm:prSet presAssocID="{C3FF16D6-0798-2844-A76F-4E2CE198358B}" presName="linearFlow" presStyleCnt="0">
        <dgm:presLayoutVars>
          <dgm:dir/>
          <dgm:resizeHandles val="exact"/>
        </dgm:presLayoutVars>
      </dgm:prSet>
      <dgm:spPr/>
    </dgm:pt>
    <dgm:pt modelId="{3F152C1C-4007-A34C-895F-EA00CB66F02B}" type="pres">
      <dgm:prSet presAssocID="{30A8C653-B9BA-C148-8FC7-8C1439DED337}" presName="composite" presStyleCnt="0"/>
      <dgm:spPr/>
    </dgm:pt>
    <dgm:pt modelId="{DD36B553-7B9D-A349-A862-8D285F3FE80F}" type="pres">
      <dgm:prSet presAssocID="{30A8C653-B9BA-C148-8FC7-8C1439DED337}" presName="imgShp" presStyleLbl="fgImgPlace1" presStyleIdx="0" presStyleCnt="5" custLinFactNeighborX="-48902"/>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38100">
          <a:solidFill>
            <a:schemeClr val="tx1"/>
          </a:solidFill>
        </a:ln>
      </dgm:spPr>
      <dgm:extLst>
        <a:ext uri="{E40237B7-FDA0-4F09-8148-C483321AD2D9}">
          <dgm14:cNvPr xmlns:dgm14="http://schemas.microsoft.com/office/drawing/2010/diagram" id="0" name="" descr="Badge Tick with solid fill"/>
        </a:ext>
      </dgm:extLst>
    </dgm:pt>
    <dgm:pt modelId="{E374BB5F-E30A-1940-B812-867920A22506}" type="pres">
      <dgm:prSet presAssocID="{30A8C653-B9BA-C148-8FC7-8C1439DED337}" presName="txShp" presStyleLbl="node1" presStyleIdx="0" presStyleCnt="5">
        <dgm:presLayoutVars>
          <dgm:bulletEnabled val="1"/>
        </dgm:presLayoutVars>
      </dgm:prSet>
      <dgm:spPr/>
    </dgm:pt>
    <dgm:pt modelId="{77F49A80-1BF3-4341-9397-93DC9E7BC4F1}" type="pres">
      <dgm:prSet presAssocID="{2A9F2F25-96D3-3643-9376-DDC83B7096B3}" presName="spacing" presStyleCnt="0"/>
      <dgm:spPr/>
    </dgm:pt>
    <dgm:pt modelId="{7E71C819-EBCF-4440-97E5-52B10492641E}" type="pres">
      <dgm:prSet presAssocID="{29D94BE6-5E14-FF4D-A2ED-7682433D557B}" presName="composite" presStyleCnt="0"/>
      <dgm:spPr/>
    </dgm:pt>
    <dgm:pt modelId="{FF2920AC-4AF6-9E44-B3D0-C87B11463126}" type="pres">
      <dgm:prSet presAssocID="{29D94BE6-5E14-FF4D-A2ED-7682433D557B}" presName="imgShp" presStyleLbl="fgImgPlace1" presStyleIdx="1" presStyleCnt="5" custLinFactNeighborX="-48902"/>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38100">
          <a:solidFill>
            <a:schemeClr val="tx1"/>
          </a:solidFill>
        </a:ln>
      </dgm:spPr>
      <dgm:extLst>
        <a:ext uri="{E40237B7-FDA0-4F09-8148-C483321AD2D9}">
          <dgm14:cNvPr xmlns:dgm14="http://schemas.microsoft.com/office/drawing/2010/diagram" id="0" name="" descr="Database with solid fill"/>
        </a:ext>
      </dgm:extLst>
    </dgm:pt>
    <dgm:pt modelId="{00302D8A-A7F6-BD48-A640-2F23C6AE0F13}" type="pres">
      <dgm:prSet presAssocID="{29D94BE6-5E14-FF4D-A2ED-7682433D557B}" presName="txShp" presStyleLbl="node1" presStyleIdx="1" presStyleCnt="5">
        <dgm:presLayoutVars>
          <dgm:bulletEnabled val="1"/>
        </dgm:presLayoutVars>
      </dgm:prSet>
      <dgm:spPr/>
    </dgm:pt>
    <dgm:pt modelId="{2709C17C-8291-FF42-B712-C7B1C2D0DEE0}" type="pres">
      <dgm:prSet presAssocID="{B084F9A1-D7ED-6746-8642-C392513AD50C}" presName="spacing" presStyleCnt="0"/>
      <dgm:spPr/>
    </dgm:pt>
    <dgm:pt modelId="{D38F44F0-8A4F-4141-BCCB-1FE1B8B6DD2B}" type="pres">
      <dgm:prSet presAssocID="{9B9BFFA7-36B0-E34C-80AF-79B6CE799E0F}" presName="composite" presStyleCnt="0"/>
      <dgm:spPr/>
    </dgm:pt>
    <dgm:pt modelId="{BBD9D660-A2D7-7047-8724-EDC3067B25B7}" type="pres">
      <dgm:prSet presAssocID="{9B9BFFA7-36B0-E34C-80AF-79B6CE799E0F}" presName="imgShp" presStyleLbl="fgImgPlace1" presStyleIdx="2" presStyleCnt="5" custLinFactNeighborX="-48902"/>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38100">
          <a:solidFill>
            <a:schemeClr val="tx1"/>
          </a:solidFill>
        </a:ln>
      </dgm:spPr>
      <dgm:extLst>
        <a:ext uri="{E40237B7-FDA0-4F09-8148-C483321AD2D9}">
          <dgm14:cNvPr xmlns:dgm14="http://schemas.microsoft.com/office/drawing/2010/diagram" id="0" name="" descr="Artificial Intelligence with solid fill"/>
        </a:ext>
      </dgm:extLst>
    </dgm:pt>
    <dgm:pt modelId="{59536076-A598-6E4E-824D-7AE0D2462484}" type="pres">
      <dgm:prSet presAssocID="{9B9BFFA7-36B0-E34C-80AF-79B6CE799E0F}" presName="txShp" presStyleLbl="node1" presStyleIdx="2" presStyleCnt="5">
        <dgm:presLayoutVars>
          <dgm:bulletEnabled val="1"/>
        </dgm:presLayoutVars>
      </dgm:prSet>
      <dgm:spPr/>
    </dgm:pt>
    <dgm:pt modelId="{83B489A8-225B-6649-AF26-F27570880EA4}" type="pres">
      <dgm:prSet presAssocID="{D0689E10-96E2-204D-BD2A-00DA15127D25}" presName="spacing" presStyleCnt="0"/>
      <dgm:spPr/>
    </dgm:pt>
    <dgm:pt modelId="{BC618AA4-C01A-A948-B1C0-49BE3AEE8DB3}" type="pres">
      <dgm:prSet presAssocID="{B9156847-BDC8-974C-8A88-53C10AF55A88}" presName="composite" presStyleCnt="0"/>
      <dgm:spPr/>
    </dgm:pt>
    <dgm:pt modelId="{7D905D18-3911-1A46-8BFA-2D32DBE9768E}" type="pres">
      <dgm:prSet presAssocID="{B9156847-BDC8-974C-8A88-53C10AF55A88}" presName="imgShp" presStyleLbl="fgImgPlace1" presStyleIdx="3" presStyleCnt="5" custLinFactNeighborX="-48902"/>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38100">
          <a:solidFill>
            <a:schemeClr val="tx1"/>
          </a:solidFill>
        </a:ln>
      </dgm:spPr>
      <dgm:extLst>
        <a:ext uri="{E40237B7-FDA0-4F09-8148-C483321AD2D9}">
          <dgm14:cNvPr xmlns:dgm14="http://schemas.microsoft.com/office/drawing/2010/diagram" id="0" name="" descr="Pie chart with solid fill"/>
        </a:ext>
      </dgm:extLst>
    </dgm:pt>
    <dgm:pt modelId="{C32C52F3-72F1-6F4C-A7B1-82D460AC460B}" type="pres">
      <dgm:prSet presAssocID="{B9156847-BDC8-974C-8A88-53C10AF55A88}" presName="txShp" presStyleLbl="node1" presStyleIdx="3" presStyleCnt="5">
        <dgm:presLayoutVars>
          <dgm:bulletEnabled val="1"/>
        </dgm:presLayoutVars>
      </dgm:prSet>
      <dgm:spPr/>
    </dgm:pt>
    <dgm:pt modelId="{CB643E26-5759-8045-945F-C18166C9E153}" type="pres">
      <dgm:prSet presAssocID="{16EAC929-CCD8-454F-B998-5A8349230594}" presName="spacing" presStyleCnt="0"/>
      <dgm:spPr/>
    </dgm:pt>
    <dgm:pt modelId="{4E4B7E96-E4E5-8742-B930-0603CB40FC5D}" type="pres">
      <dgm:prSet presAssocID="{C02A1249-3862-5947-BE94-5B97E5337005}" presName="composite" presStyleCnt="0"/>
      <dgm:spPr/>
    </dgm:pt>
    <dgm:pt modelId="{87441F7E-D4C3-464B-9A5C-387B6BE8BD09}" type="pres">
      <dgm:prSet presAssocID="{C02A1249-3862-5947-BE94-5B97E5337005}" presName="imgShp" presStyleLbl="fgImgPlace1" presStyleIdx="4" presStyleCnt="5" custLinFactNeighborX="-48902"/>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38100">
          <a:solidFill>
            <a:schemeClr val="tx1"/>
          </a:solidFill>
        </a:ln>
      </dgm:spPr>
      <dgm:extLst>
        <a:ext uri="{E40237B7-FDA0-4F09-8148-C483321AD2D9}">
          <dgm14:cNvPr xmlns:dgm14="http://schemas.microsoft.com/office/drawing/2010/diagram" id="0" name="" descr="Connections with solid fill"/>
        </a:ext>
      </dgm:extLst>
    </dgm:pt>
    <dgm:pt modelId="{0A575F73-3D9C-D042-8EBE-F555C7588D55}" type="pres">
      <dgm:prSet presAssocID="{C02A1249-3862-5947-BE94-5B97E5337005}" presName="txShp" presStyleLbl="node1" presStyleIdx="4" presStyleCnt="5">
        <dgm:presLayoutVars>
          <dgm:bulletEnabled val="1"/>
        </dgm:presLayoutVars>
      </dgm:prSet>
      <dgm:spPr/>
    </dgm:pt>
  </dgm:ptLst>
  <dgm:cxnLst>
    <dgm:cxn modelId="{1735F000-3B2A-1F4D-A2EF-45327A852B64}" type="presOf" srcId="{C02A1249-3862-5947-BE94-5B97E5337005}" destId="{0A575F73-3D9C-D042-8EBE-F555C7588D55}" srcOrd="0" destOrd="0" presId="urn:microsoft.com/office/officeart/2005/8/layout/vList3"/>
    <dgm:cxn modelId="{7FB34B08-E56E-5943-B934-0A4D49910F39}" srcId="{C3FF16D6-0798-2844-A76F-4E2CE198358B}" destId="{29D94BE6-5E14-FF4D-A2ED-7682433D557B}" srcOrd="1" destOrd="0" parTransId="{6226F327-39C8-1849-AC2E-F9418E9D24E9}" sibTransId="{B084F9A1-D7ED-6746-8642-C392513AD50C}"/>
    <dgm:cxn modelId="{7FBC795D-EEAD-AF43-B961-3DA3B8AF8495}" srcId="{C3FF16D6-0798-2844-A76F-4E2CE198358B}" destId="{30A8C653-B9BA-C148-8FC7-8C1439DED337}" srcOrd="0" destOrd="0" parTransId="{41A15C95-469A-DD4F-8D56-233A26633020}" sibTransId="{2A9F2F25-96D3-3643-9376-DDC83B7096B3}"/>
    <dgm:cxn modelId="{81E31B62-A00E-6A45-A31B-58DC65898428}" type="presOf" srcId="{B9156847-BDC8-974C-8A88-53C10AF55A88}" destId="{C32C52F3-72F1-6F4C-A7B1-82D460AC460B}" srcOrd="0" destOrd="0" presId="urn:microsoft.com/office/officeart/2005/8/layout/vList3"/>
    <dgm:cxn modelId="{F40A4255-E3C3-394A-AA9C-15382C09B3DF}" srcId="{C3FF16D6-0798-2844-A76F-4E2CE198358B}" destId="{9B9BFFA7-36B0-E34C-80AF-79B6CE799E0F}" srcOrd="2" destOrd="0" parTransId="{66F5A722-9B86-A548-998D-0A0EC4FF7BDE}" sibTransId="{D0689E10-96E2-204D-BD2A-00DA15127D25}"/>
    <dgm:cxn modelId="{B89FDB75-F0B8-7542-AB12-5DAC141F2E0F}" srcId="{C3FF16D6-0798-2844-A76F-4E2CE198358B}" destId="{B9156847-BDC8-974C-8A88-53C10AF55A88}" srcOrd="3" destOrd="0" parTransId="{751FA426-E102-564C-9ABF-A75181493127}" sibTransId="{16EAC929-CCD8-454F-B998-5A8349230594}"/>
    <dgm:cxn modelId="{3DEFE09A-F2C4-AC48-A2AD-6437DA2A3A60}" type="presOf" srcId="{30A8C653-B9BA-C148-8FC7-8C1439DED337}" destId="{E374BB5F-E30A-1940-B812-867920A22506}" srcOrd="0" destOrd="0" presId="urn:microsoft.com/office/officeart/2005/8/layout/vList3"/>
    <dgm:cxn modelId="{9F75BFB3-8260-4144-91B7-42DA0245D156}" type="presOf" srcId="{C3FF16D6-0798-2844-A76F-4E2CE198358B}" destId="{609199A3-814C-4849-86EB-D13A1C8E3986}" srcOrd="0" destOrd="0" presId="urn:microsoft.com/office/officeart/2005/8/layout/vList3"/>
    <dgm:cxn modelId="{079426C1-EB8F-F742-AE97-A246A7867259}" srcId="{C3FF16D6-0798-2844-A76F-4E2CE198358B}" destId="{C02A1249-3862-5947-BE94-5B97E5337005}" srcOrd="4" destOrd="0" parTransId="{BE8EFD5F-5843-124C-B435-BD535753897B}" sibTransId="{EB7B1387-6112-484B-93F9-686C92B4CDD3}"/>
    <dgm:cxn modelId="{3EFE5FD3-8F48-0B4A-B48E-0E5EA48F845B}" type="presOf" srcId="{29D94BE6-5E14-FF4D-A2ED-7682433D557B}" destId="{00302D8A-A7F6-BD48-A640-2F23C6AE0F13}" srcOrd="0" destOrd="0" presId="urn:microsoft.com/office/officeart/2005/8/layout/vList3"/>
    <dgm:cxn modelId="{ACAF42D9-ADDA-8644-995B-5E8D1926F52D}" type="presOf" srcId="{9B9BFFA7-36B0-E34C-80AF-79B6CE799E0F}" destId="{59536076-A598-6E4E-824D-7AE0D2462484}" srcOrd="0" destOrd="0" presId="urn:microsoft.com/office/officeart/2005/8/layout/vList3"/>
    <dgm:cxn modelId="{FD05E1F9-CD2F-454E-8838-5B888B8D3B83}" type="presParOf" srcId="{609199A3-814C-4849-86EB-D13A1C8E3986}" destId="{3F152C1C-4007-A34C-895F-EA00CB66F02B}" srcOrd="0" destOrd="0" presId="urn:microsoft.com/office/officeart/2005/8/layout/vList3"/>
    <dgm:cxn modelId="{C4E38AD2-4B7E-FD4A-8DAD-4DF5B0403442}" type="presParOf" srcId="{3F152C1C-4007-A34C-895F-EA00CB66F02B}" destId="{DD36B553-7B9D-A349-A862-8D285F3FE80F}" srcOrd="0" destOrd="0" presId="urn:microsoft.com/office/officeart/2005/8/layout/vList3"/>
    <dgm:cxn modelId="{4578AE76-BC37-104B-9319-28B2CB3ADCA2}" type="presParOf" srcId="{3F152C1C-4007-A34C-895F-EA00CB66F02B}" destId="{E374BB5F-E30A-1940-B812-867920A22506}" srcOrd="1" destOrd="0" presId="urn:microsoft.com/office/officeart/2005/8/layout/vList3"/>
    <dgm:cxn modelId="{FC32C46D-1480-5845-8998-EB4C67B6BAD3}" type="presParOf" srcId="{609199A3-814C-4849-86EB-D13A1C8E3986}" destId="{77F49A80-1BF3-4341-9397-93DC9E7BC4F1}" srcOrd="1" destOrd="0" presId="urn:microsoft.com/office/officeart/2005/8/layout/vList3"/>
    <dgm:cxn modelId="{3DD42576-4D0C-5340-B5E7-F154100E5D63}" type="presParOf" srcId="{609199A3-814C-4849-86EB-D13A1C8E3986}" destId="{7E71C819-EBCF-4440-97E5-52B10492641E}" srcOrd="2" destOrd="0" presId="urn:microsoft.com/office/officeart/2005/8/layout/vList3"/>
    <dgm:cxn modelId="{0281792C-F598-6D47-8D47-A748529EFD11}" type="presParOf" srcId="{7E71C819-EBCF-4440-97E5-52B10492641E}" destId="{FF2920AC-4AF6-9E44-B3D0-C87B11463126}" srcOrd="0" destOrd="0" presId="urn:microsoft.com/office/officeart/2005/8/layout/vList3"/>
    <dgm:cxn modelId="{BE8CED22-1C4E-FE49-A20E-E6CA31CEE6EE}" type="presParOf" srcId="{7E71C819-EBCF-4440-97E5-52B10492641E}" destId="{00302D8A-A7F6-BD48-A640-2F23C6AE0F13}" srcOrd="1" destOrd="0" presId="urn:microsoft.com/office/officeart/2005/8/layout/vList3"/>
    <dgm:cxn modelId="{ABA0AEA5-A342-DB4A-8C94-C10586EE301B}" type="presParOf" srcId="{609199A3-814C-4849-86EB-D13A1C8E3986}" destId="{2709C17C-8291-FF42-B712-C7B1C2D0DEE0}" srcOrd="3" destOrd="0" presId="urn:microsoft.com/office/officeart/2005/8/layout/vList3"/>
    <dgm:cxn modelId="{C8CA3FAB-8D58-E148-89C5-26D612D04F66}" type="presParOf" srcId="{609199A3-814C-4849-86EB-D13A1C8E3986}" destId="{D38F44F0-8A4F-4141-BCCB-1FE1B8B6DD2B}" srcOrd="4" destOrd="0" presId="urn:microsoft.com/office/officeart/2005/8/layout/vList3"/>
    <dgm:cxn modelId="{7BEED8BB-B6ED-5243-A76F-88D2705C9B2C}" type="presParOf" srcId="{D38F44F0-8A4F-4141-BCCB-1FE1B8B6DD2B}" destId="{BBD9D660-A2D7-7047-8724-EDC3067B25B7}" srcOrd="0" destOrd="0" presId="urn:microsoft.com/office/officeart/2005/8/layout/vList3"/>
    <dgm:cxn modelId="{F3F8073D-E1C9-DD48-B79F-81DD4C1A9EC7}" type="presParOf" srcId="{D38F44F0-8A4F-4141-BCCB-1FE1B8B6DD2B}" destId="{59536076-A598-6E4E-824D-7AE0D2462484}" srcOrd="1" destOrd="0" presId="urn:microsoft.com/office/officeart/2005/8/layout/vList3"/>
    <dgm:cxn modelId="{47B6E91D-0D3C-1E40-A3C6-D7E39002CBDA}" type="presParOf" srcId="{609199A3-814C-4849-86EB-D13A1C8E3986}" destId="{83B489A8-225B-6649-AF26-F27570880EA4}" srcOrd="5" destOrd="0" presId="urn:microsoft.com/office/officeart/2005/8/layout/vList3"/>
    <dgm:cxn modelId="{F99998CD-01F3-E34A-89D8-D6287C48DEBC}" type="presParOf" srcId="{609199A3-814C-4849-86EB-D13A1C8E3986}" destId="{BC618AA4-C01A-A948-B1C0-49BE3AEE8DB3}" srcOrd="6" destOrd="0" presId="urn:microsoft.com/office/officeart/2005/8/layout/vList3"/>
    <dgm:cxn modelId="{B4EB92D7-7DF4-9241-8549-A13904ED0879}" type="presParOf" srcId="{BC618AA4-C01A-A948-B1C0-49BE3AEE8DB3}" destId="{7D905D18-3911-1A46-8BFA-2D32DBE9768E}" srcOrd="0" destOrd="0" presId="urn:microsoft.com/office/officeart/2005/8/layout/vList3"/>
    <dgm:cxn modelId="{D70D4404-5C0A-5845-877A-90BC7C7D16E5}" type="presParOf" srcId="{BC618AA4-C01A-A948-B1C0-49BE3AEE8DB3}" destId="{C32C52F3-72F1-6F4C-A7B1-82D460AC460B}" srcOrd="1" destOrd="0" presId="urn:microsoft.com/office/officeart/2005/8/layout/vList3"/>
    <dgm:cxn modelId="{1A9B7171-73E3-754A-8A1D-082B73DDD484}" type="presParOf" srcId="{609199A3-814C-4849-86EB-D13A1C8E3986}" destId="{CB643E26-5759-8045-945F-C18166C9E153}" srcOrd="7" destOrd="0" presId="urn:microsoft.com/office/officeart/2005/8/layout/vList3"/>
    <dgm:cxn modelId="{59FEC0C2-EEA5-014C-9F31-4C4E8835303A}" type="presParOf" srcId="{609199A3-814C-4849-86EB-D13A1C8E3986}" destId="{4E4B7E96-E4E5-8742-B930-0603CB40FC5D}" srcOrd="8" destOrd="0" presId="urn:microsoft.com/office/officeart/2005/8/layout/vList3"/>
    <dgm:cxn modelId="{AC863954-D54B-664B-893B-5D1C088FA4FF}" type="presParOf" srcId="{4E4B7E96-E4E5-8742-B930-0603CB40FC5D}" destId="{87441F7E-D4C3-464B-9A5C-387B6BE8BD09}" srcOrd="0" destOrd="0" presId="urn:microsoft.com/office/officeart/2005/8/layout/vList3"/>
    <dgm:cxn modelId="{57EB81EC-7766-4A42-9446-E81163AE1880}" type="presParOf" srcId="{4E4B7E96-E4E5-8742-B930-0603CB40FC5D}" destId="{0A575F73-3D9C-D042-8EBE-F555C7588D55}"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15360E8-C31E-DB4A-BDEA-6B7FB4A4E096}" type="doc">
      <dgm:prSet loTypeId="urn:microsoft.com/office/officeart/2005/8/layout/vList3" loCatId="list" qsTypeId="urn:microsoft.com/office/officeart/2005/8/quickstyle/simple1#5" qsCatId="simple" csTypeId="urn:microsoft.com/office/officeart/2005/8/colors/accent6_3#1" csCatId="accent6" phldr="1"/>
      <dgm:spPr/>
      <dgm:t>
        <a:bodyPr/>
        <a:lstStyle/>
        <a:p>
          <a:endParaRPr lang="en-US"/>
        </a:p>
      </dgm:t>
    </dgm:pt>
    <dgm:pt modelId="{9DFF030B-0499-0645-8A73-96F094D3433E}">
      <dgm:prSet custT="1"/>
      <dgm:spPr>
        <a:ln w="38100">
          <a:solidFill>
            <a:schemeClr val="tx1"/>
          </a:solidFill>
        </a:ln>
      </dgm:spPr>
      <dgm:t>
        <a:bodyPr lIns="91440" rIns="91440"/>
        <a:lstStyle/>
        <a:p>
          <a:r>
            <a:rPr lang="en-US" sz="1800" b="0" i="0" dirty="0"/>
            <a:t>OCI supports enterprise cloud and AI workloads as part of the broader Oracle portfolio.</a:t>
          </a:r>
          <a:endParaRPr lang="en-US" sz="1800" dirty="0"/>
        </a:p>
      </dgm:t>
    </dgm:pt>
    <dgm:pt modelId="{F910A658-1C8B-FD4B-89E1-C8BD45E3170F}" type="parTrans" cxnId="{47E98561-E543-5249-9AFB-18426EB9471B}">
      <dgm:prSet/>
      <dgm:spPr/>
      <dgm:t>
        <a:bodyPr/>
        <a:lstStyle/>
        <a:p>
          <a:endParaRPr lang="en-US" sz="1800"/>
        </a:p>
      </dgm:t>
    </dgm:pt>
    <dgm:pt modelId="{8D1A17DD-10B8-8B42-9538-7D8792BB7173}" type="sibTrans" cxnId="{47E98561-E543-5249-9AFB-18426EB9471B}">
      <dgm:prSet/>
      <dgm:spPr/>
      <dgm:t>
        <a:bodyPr/>
        <a:lstStyle/>
        <a:p>
          <a:endParaRPr lang="en-US" sz="1800"/>
        </a:p>
      </dgm:t>
    </dgm:pt>
    <dgm:pt modelId="{A312E03D-62CE-FE41-AD54-CA56F7440000}">
      <dgm:prSet custT="1"/>
      <dgm:spPr>
        <a:ln w="38100">
          <a:solidFill>
            <a:schemeClr val="tx1"/>
          </a:solidFill>
        </a:ln>
      </dgm:spPr>
      <dgm:t>
        <a:bodyPr lIns="91440" rIns="91440"/>
        <a:lstStyle/>
        <a:p>
          <a:r>
            <a:rPr lang="en-US" sz="1800" b="0" i="0" dirty="0"/>
            <a:t>Fusion Agentic Applications bring AI into business workflows.</a:t>
          </a:r>
          <a:endParaRPr lang="en-US" sz="1800" dirty="0"/>
        </a:p>
      </dgm:t>
    </dgm:pt>
    <dgm:pt modelId="{1ABD7407-3C82-3D4F-8955-0275D4B1693A}" type="parTrans" cxnId="{F9439C4E-1C18-244C-B75C-342394BCFE82}">
      <dgm:prSet/>
      <dgm:spPr/>
      <dgm:t>
        <a:bodyPr/>
        <a:lstStyle/>
        <a:p>
          <a:endParaRPr lang="en-US" sz="1800"/>
        </a:p>
      </dgm:t>
    </dgm:pt>
    <dgm:pt modelId="{9438DBC1-97DC-3F43-8ECC-A239B918D5CB}" type="sibTrans" cxnId="{F9439C4E-1C18-244C-B75C-342394BCFE82}">
      <dgm:prSet/>
      <dgm:spPr/>
      <dgm:t>
        <a:bodyPr/>
        <a:lstStyle/>
        <a:p>
          <a:endParaRPr lang="en-US" sz="1800"/>
        </a:p>
      </dgm:t>
    </dgm:pt>
    <dgm:pt modelId="{328CF33B-849C-DF46-B851-E2A79440E679}">
      <dgm:prSet custT="1"/>
      <dgm:spPr>
        <a:ln w="38100">
          <a:solidFill>
            <a:schemeClr val="tx1"/>
          </a:solidFill>
        </a:ln>
      </dgm:spPr>
      <dgm:t>
        <a:bodyPr lIns="91440" rIns="91440"/>
        <a:lstStyle/>
        <a:p>
          <a:r>
            <a:rPr lang="en-US" sz="1800" b="0" i="0" dirty="0"/>
            <a:t>Fusion AI Agent Studio helps shape agents around business outcomes.</a:t>
          </a:r>
          <a:endParaRPr lang="en-US" sz="1800" dirty="0"/>
        </a:p>
      </dgm:t>
    </dgm:pt>
    <dgm:pt modelId="{812F3BD3-90A8-7B4E-A96B-6BE6DE0BEE19}" type="parTrans" cxnId="{FB898C73-52A4-B947-8D71-D8C241275372}">
      <dgm:prSet/>
      <dgm:spPr/>
      <dgm:t>
        <a:bodyPr/>
        <a:lstStyle/>
        <a:p>
          <a:endParaRPr lang="en-US" sz="1800"/>
        </a:p>
      </dgm:t>
    </dgm:pt>
    <dgm:pt modelId="{78E56782-210D-DB4A-ABFB-99AA15D01EF0}" type="sibTrans" cxnId="{FB898C73-52A4-B947-8D71-D8C241275372}">
      <dgm:prSet/>
      <dgm:spPr/>
      <dgm:t>
        <a:bodyPr/>
        <a:lstStyle/>
        <a:p>
          <a:endParaRPr lang="en-US" sz="1800"/>
        </a:p>
      </dgm:t>
    </dgm:pt>
    <dgm:pt modelId="{AECB925E-AE1E-CF48-9064-1398B69DB5EF}">
      <dgm:prSet custT="1"/>
      <dgm:spPr>
        <a:ln w="38100">
          <a:solidFill>
            <a:schemeClr val="tx1"/>
          </a:solidFill>
        </a:ln>
      </dgm:spPr>
      <dgm:t>
        <a:bodyPr lIns="91440" rIns="91440"/>
        <a:lstStyle/>
        <a:p>
          <a:r>
            <a:rPr lang="en-US" sz="1800" b="0" i="0" dirty="0"/>
            <a:t>OCI AI Advantage and AI Success Navigator support planning, adoption, and value realization.</a:t>
          </a:r>
          <a:endParaRPr lang="en-US" sz="1800" dirty="0"/>
        </a:p>
      </dgm:t>
    </dgm:pt>
    <dgm:pt modelId="{D38280C0-BDEB-4748-AA33-0A95F6DD1FE1}" type="parTrans" cxnId="{D3AB7679-C62D-6740-AF5E-3B8BE4DC76C4}">
      <dgm:prSet/>
      <dgm:spPr/>
      <dgm:t>
        <a:bodyPr/>
        <a:lstStyle/>
        <a:p>
          <a:endParaRPr lang="en-US" sz="1800"/>
        </a:p>
      </dgm:t>
    </dgm:pt>
    <dgm:pt modelId="{AC578D38-71C4-8848-A969-7F246D184242}" type="sibTrans" cxnId="{D3AB7679-C62D-6740-AF5E-3B8BE4DC76C4}">
      <dgm:prSet/>
      <dgm:spPr/>
      <dgm:t>
        <a:bodyPr/>
        <a:lstStyle/>
        <a:p>
          <a:endParaRPr lang="en-US" sz="1800"/>
        </a:p>
      </dgm:t>
    </dgm:pt>
    <dgm:pt modelId="{110121FC-15A6-FF47-829A-AAF521B58DAB}">
      <dgm:prSet custT="1"/>
      <dgm:spPr>
        <a:ln w="38100">
          <a:solidFill>
            <a:schemeClr val="tx1"/>
          </a:solidFill>
        </a:ln>
      </dgm:spPr>
      <dgm:t>
        <a:bodyPr lIns="91440" rIns="91440"/>
        <a:lstStyle/>
        <a:p>
          <a:r>
            <a:rPr lang="en-US" sz="1800" b="0" i="0" dirty="0"/>
            <a:t>Human accountability remains central to trustworthy AI.</a:t>
          </a:r>
          <a:endParaRPr lang="en-US" sz="1800" dirty="0"/>
        </a:p>
      </dgm:t>
    </dgm:pt>
    <dgm:pt modelId="{19F47021-C24D-F14C-A492-2DA28A14A51C}" type="parTrans" cxnId="{4CBD93C4-53E3-3342-B4F0-396DB15C2A68}">
      <dgm:prSet/>
      <dgm:spPr/>
      <dgm:t>
        <a:bodyPr/>
        <a:lstStyle/>
        <a:p>
          <a:endParaRPr lang="en-US" sz="1800"/>
        </a:p>
      </dgm:t>
    </dgm:pt>
    <dgm:pt modelId="{71BAC2AC-FB2A-A741-AEF7-F316C8033BFD}" type="sibTrans" cxnId="{4CBD93C4-53E3-3342-B4F0-396DB15C2A68}">
      <dgm:prSet/>
      <dgm:spPr/>
      <dgm:t>
        <a:bodyPr/>
        <a:lstStyle/>
        <a:p>
          <a:endParaRPr lang="en-US" sz="1800"/>
        </a:p>
      </dgm:t>
    </dgm:pt>
    <dgm:pt modelId="{6BE5916F-58D0-1845-9FD1-2CD6B2203415}" type="pres">
      <dgm:prSet presAssocID="{415360E8-C31E-DB4A-BDEA-6B7FB4A4E096}" presName="linearFlow" presStyleCnt="0">
        <dgm:presLayoutVars>
          <dgm:dir/>
          <dgm:resizeHandles val="exact"/>
        </dgm:presLayoutVars>
      </dgm:prSet>
      <dgm:spPr/>
    </dgm:pt>
    <dgm:pt modelId="{AFAC8C14-BDD2-134C-B9B3-0FFDD53B5512}" type="pres">
      <dgm:prSet presAssocID="{9DFF030B-0499-0645-8A73-96F094D3433E}" presName="composite" presStyleCnt="0"/>
      <dgm:spPr/>
    </dgm:pt>
    <dgm:pt modelId="{EA8C5E5A-F94D-984B-BF42-0D3D5CA8CC86}" type="pres">
      <dgm:prSet presAssocID="{9DFF030B-0499-0645-8A73-96F094D3433E}" presName="imgShp" presStyleLbl="fgImgPlace1" presStyleIdx="0" presStyleCnt="5" custLinFactNeighborX="-48902"/>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38100">
          <a:solidFill>
            <a:schemeClr val="tx1"/>
          </a:solidFill>
        </a:ln>
      </dgm:spPr>
      <dgm:extLst>
        <a:ext uri="{E40237B7-FDA0-4F09-8148-C483321AD2D9}">
          <dgm14:cNvPr xmlns:dgm14="http://schemas.microsoft.com/office/drawing/2010/diagram" id="0" name="" descr="Syncing cloud with solid fill"/>
        </a:ext>
      </dgm:extLst>
    </dgm:pt>
    <dgm:pt modelId="{B27C7DF9-3F4C-614B-9037-B5E09EB5E7B4}" type="pres">
      <dgm:prSet presAssocID="{9DFF030B-0499-0645-8A73-96F094D3433E}" presName="txShp" presStyleLbl="node1" presStyleIdx="0" presStyleCnt="5" custLinFactNeighborX="144">
        <dgm:presLayoutVars>
          <dgm:bulletEnabled val="1"/>
        </dgm:presLayoutVars>
      </dgm:prSet>
      <dgm:spPr/>
    </dgm:pt>
    <dgm:pt modelId="{70CC6635-C547-B84B-978F-EB7477C29093}" type="pres">
      <dgm:prSet presAssocID="{8D1A17DD-10B8-8B42-9538-7D8792BB7173}" presName="spacing" presStyleCnt="0"/>
      <dgm:spPr/>
    </dgm:pt>
    <dgm:pt modelId="{0066C410-1C52-4C44-A13F-AA8763072B51}" type="pres">
      <dgm:prSet presAssocID="{A312E03D-62CE-FE41-AD54-CA56F7440000}" presName="composite" presStyleCnt="0"/>
      <dgm:spPr/>
    </dgm:pt>
    <dgm:pt modelId="{19AA5F25-4EB7-AE44-941F-D2090D19745B}" type="pres">
      <dgm:prSet presAssocID="{A312E03D-62CE-FE41-AD54-CA56F7440000}" presName="imgShp" presStyleLbl="fgImgPlace1" presStyleIdx="1" presStyleCnt="5" custLinFactNeighborX="-48902"/>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38100">
          <a:solidFill>
            <a:schemeClr val="tx1"/>
          </a:solidFill>
        </a:ln>
      </dgm:spPr>
      <dgm:extLst>
        <a:ext uri="{E40237B7-FDA0-4F09-8148-C483321AD2D9}">
          <dgm14:cNvPr xmlns:dgm14="http://schemas.microsoft.com/office/drawing/2010/diagram" id="0" name="" descr="Atom with solid fill"/>
        </a:ext>
      </dgm:extLst>
    </dgm:pt>
    <dgm:pt modelId="{B3D7B32E-0222-6E43-817B-267D59E34223}" type="pres">
      <dgm:prSet presAssocID="{A312E03D-62CE-FE41-AD54-CA56F7440000}" presName="txShp" presStyleLbl="node1" presStyleIdx="1" presStyleCnt="5" custLinFactNeighborX="144">
        <dgm:presLayoutVars>
          <dgm:bulletEnabled val="1"/>
        </dgm:presLayoutVars>
      </dgm:prSet>
      <dgm:spPr/>
    </dgm:pt>
    <dgm:pt modelId="{0CA23A52-E237-8042-B2DC-0699CDE2BAE1}" type="pres">
      <dgm:prSet presAssocID="{9438DBC1-97DC-3F43-8ECC-A239B918D5CB}" presName="spacing" presStyleCnt="0"/>
      <dgm:spPr/>
    </dgm:pt>
    <dgm:pt modelId="{BBB33CE3-9879-9643-91A5-13683D6678A0}" type="pres">
      <dgm:prSet presAssocID="{328CF33B-849C-DF46-B851-E2A79440E679}" presName="composite" presStyleCnt="0"/>
      <dgm:spPr/>
    </dgm:pt>
    <dgm:pt modelId="{F21876F5-F74B-8A41-8A19-5C89A3D5F4BB}" type="pres">
      <dgm:prSet presAssocID="{328CF33B-849C-DF46-B851-E2A79440E679}" presName="imgShp" presStyleLbl="fgImgPlace1" presStyleIdx="2" presStyleCnt="5" custLinFactNeighborX="-48902"/>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38100">
          <a:solidFill>
            <a:schemeClr val="tx1"/>
          </a:solidFill>
        </a:ln>
      </dgm:spPr>
      <dgm:extLst>
        <a:ext uri="{E40237B7-FDA0-4F09-8148-C483321AD2D9}">
          <dgm14:cNvPr xmlns:dgm14="http://schemas.microsoft.com/office/drawing/2010/diagram" id="0" name="" descr="Architecture with solid fill"/>
        </a:ext>
      </dgm:extLst>
    </dgm:pt>
    <dgm:pt modelId="{D30AFCCF-321C-5544-8FCE-D533B6DE55A6}" type="pres">
      <dgm:prSet presAssocID="{328CF33B-849C-DF46-B851-E2A79440E679}" presName="txShp" presStyleLbl="node1" presStyleIdx="2" presStyleCnt="5" custLinFactNeighborX="144">
        <dgm:presLayoutVars>
          <dgm:bulletEnabled val="1"/>
        </dgm:presLayoutVars>
      </dgm:prSet>
      <dgm:spPr/>
    </dgm:pt>
    <dgm:pt modelId="{4786461E-57A9-5D40-A711-43BA79B61713}" type="pres">
      <dgm:prSet presAssocID="{78E56782-210D-DB4A-ABFB-99AA15D01EF0}" presName="spacing" presStyleCnt="0"/>
      <dgm:spPr/>
    </dgm:pt>
    <dgm:pt modelId="{71BB1ADE-861D-B241-BB99-E90FC7686CFF}" type="pres">
      <dgm:prSet presAssocID="{AECB925E-AE1E-CF48-9064-1398B69DB5EF}" presName="composite" presStyleCnt="0"/>
      <dgm:spPr/>
    </dgm:pt>
    <dgm:pt modelId="{C137C5B9-C5F9-7548-9D4E-C2A3B4B64BC2}" type="pres">
      <dgm:prSet presAssocID="{AECB925E-AE1E-CF48-9064-1398B69DB5EF}" presName="imgShp" presStyleLbl="fgImgPlace1" presStyleIdx="3" presStyleCnt="5" custLinFactNeighborX="-48902"/>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38100">
          <a:solidFill>
            <a:schemeClr val="tx1"/>
          </a:solidFill>
        </a:ln>
      </dgm:spPr>
      <dgm:extLst>
        <a:ext uri="{E40237B7-FDA0-4F09-8148-C483321AD2D9}">
          <dgm14:cNvPr xmlns:dgm14="http://schemas.microsoft.com/office/drawing/2010/diagram" id="0" name="" descr="Money with solid fill"/>
        </a:ext>
      </dgm:extLst>
    </dgm:pt>
    <dgm:pt modelId="{19D8913B-C710-3C48-8EFF-3503121725DB}" type="pres">
      <dgm:prSet presAssocID="{AECB925E-AE1E-CF48-9064-1398B69DB5EF}" presName="txShp" presStyleLbl="node1" presStyleIdx="3" presStyleCnt="5" custLinFactNeighborX="144">
        <dgm:presLayoutVars>
          <dgm:bulletEnabled val="1"/>
        </dgm:presLayoutVars>
      </dgm:prSet>
      <dgm:spPr/>
    </dgm:pt>
    <dgm:pt modelId="{C07AC9A6-CBEF-5A4E-A268-1B1DC33081FD}" type="pres">
      <dgm:prSet presAssocID="{AC578D38-71C4-8848-A969-7F246D184242}" presName="spacing" presStyleCnt="0"/>
      <dgm:spPr/>
    </dgm:pt>
    <dgm:pt modelId="{7F99591F-9C3F-DB40-B47E-6D0E1D3548C3}" type="pres">
      <dgm:prSet presAssocID="{110121FC-15A6-FF47-829A-AAF521B58DAB}" presName="composite" presStyleCnt="0"/>
      <dgm:spPr/>
    </dgm:pt>
    <dgm:pt modelId="{DB0EC927-328D-EC49-983A-F38423C5203A}" type="pres">
      <dgm:prSet presAssocID="{110121FC-15A6-FF47-829A-AAF521B58DAB}" presName="imgShp" presStyleLbl="fgImgPlace1" presStyleIdx="4" presStyleCnt="5" custLinFactNeighborX="-48902"/>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38100">
          <a:solidFill>
            <a:schemeClr val="tx1"/>
          </a:solidFill>
        </a:ln>
      </dgm:spPr>
      <dgm:extLst>
        <a:ext uri="{E40237B7-FDA0-4F09-8148-C483321AD2D9}">
          <dgm14:cNvPr xmlns:dgm14="http://schemas.microsoft.com/office/drawing/2010/diagram" id="0" name="" descr="Confused person with solid fill"/>
        </a:ext>
      </dgm:extLst>
    </dgm:pt>
    <dgm:pt modelId="{FEAF8FBB-9A0C-1E4A-BA95-55192F316B40}" type="pres">
      <dgm:prSet presAssocID="{110121FC-15A6-FF47-829A-AAF521B58DAB}" presName="txShp" presStyleLbl="node1" presStyleIdx="4" presStyleCnt="5" custLinFactNeighborX="144">
        <dgm:presLayoutVars>
          <dgm:bulletEnabled val="1"/>
        </dgm:presLayoutVars>
      </dgm:prSet>
      <dgm:spPr/>
    </dgm:pt>
  </dgm:ptLst>
  <dgm:cxnLst>
    <dgm:cxn modelId="{91FEE80A-05CD-4548-8B3D-71C9E03C24A9}" type="presOf" srcId="{9DFF030B-0499-0645-8A73-96F094D3433E}" destId="{B27C7DF9-3F4C-614B-9037-B5E09EB5E7B4}" srcOrd="0" destOrd="0" presId="urn:microsoft.com/office/officeart/2005/8/layout/vList3"/>
    <dgm:cxn modelId="{47E98561-E543-5249-9AFB-18426EB9471B}" srcId="{415360E8-C31E-DB4A-BDEA-6B7FB4A4E096}" destId="{9DFF030B-0499-0645-8A73-96F094D3433E}" srcOrd="0" destOrd="0" parTransId="{F910A658-1C8B-FD4B-89E1-C8BD45E3170F}" sibTransId="{8D1A17DD-10B8-8B42-9538-7D8792BB7173}"/>
    <dgm:cxn modelId="{6E999C64-7CBD-BE4B-971E-B88CB19CE298}" type="presOf" srcId="{110121FC-15A6-FF47-829A-AAF521B58DAB}" destId="{FEAF8FBB-9A0C-1E4A-BA95-55192F316B40}" srcOrd="0" destOrd="0" presId="urn:microsoft.com/office/officeart/2005/8/layout/vList3"/>
    <dgm:cxn modelId="{F9439C4E-1C18-244C-B75C-342394BCFE82}" srcId="{415360E8-C31E-DB4A-BDEA-6B7FB4A4E096}" destId="{A312E03D-62CE-FE41-AD54-CA56F7440000}" srcOrd="1" destOrd="0" parTransId="{1ABD7407-3C82-3D4F-8955-0275D4B1693A}" sibTransId="{9438DBC1-97DC-3F43-8ECC-A239B918D5CB}"/>
    <dgm:cxn modelId="{FB898C73-52A4-B947-8D71-D8C241275372}" srcId="{415360E8-C31E-DB4A-BDEA-6B7FB4A4E096}" destId="{328CF33B-849C-DF46-B851-E2A79440E679}" srcOrd="2" destOrd="0" parTransId="{812F3BD3-90A8-7B4E-A96B-6BE6DE0BEE19}" sibTransId="{78E56782-210D-DB4A-ABFB-99AA15D01EF0}"/>
    <dgm:cxn modelId="{D3AB7679-C62D-6740-AF5E-3B8BE4DC76C4}" srcId="{415360E8-C31E-DB4A-BDEA-6B7FB4A4E096}" destId="{AECB925E-AE1E-CF48-9064-1398B69DB5EF}" srcOrd="3" destOrd="0" parTransId="{D38280C0-BDEB-4748-AA33-0A95F6DD1FE1}" sibTransId="{AC578D38-71C4-8848-A969-7F246D184242}"/>
    <dgm:cxn modelId="{670ADD95-1372-6447-AABC-1DC3A5455292}" type="presOf" srcId="{415360E8-C31E-DB4A-BDEA-6B7FB4A4E096}" destId="{6BE5916F-58D0-1845-9FD1-2CD6B2203415}" srcOrd="0" destOrd="0" presId="urn:microsoft.com/office/officeart/2005/8/layout/vList3"/>
    <dgm:cxn modelId="{1C307BA0-724A-734F-9EE7-850D05E50E5C}" type="presOf" srcId="{A312E03D-62CE-FE41-AD54-CA56F7440000}" destId="{B3D7B32E-0222-6E43-817B-267D59E34223}" srcOrd="0" destOrd="0" presId="urn:microsoft.com/office/officeart/2005/8/layout/vList3"/>
    <dgm:cxn modelId="{4CBD93C4-53E3-3342-B4F0-396DB15C2A68}" srcId="{415360E8-C31E-DB4A-BDEA-6B7FB4A4E096}" destId="{110121FC-15A6-FF47-829A-AAF521B58DAB}" srcOrd="4" destOrd="0" parTransId="{19F47021-C24D-F14C-A492-2DA28A14A51C}" sibTransId="{71BAC2AC-FB2A-A741-AEF7-F316C8033BFD}"/>
    <dgm:cxn modelId="{FD4A46EE-DA07-2A41-8325-5B6C7D880E0C}" type="presOf" srcId="{AECB925E-AE1E-CF48-9064-1398B69DB5EF}" destId="{19D8913B-C710-3C48-8EFF-3503121725DB}" srcOrd="0" destOrd="0" presId="urn:microsoft.com/office/officeart/2005/8/layout/vList3"/>
    <dgm:cxn modelId="{DE5709F0-034D-274F-8F71-D63F13D5D91B}" type="presOf" srcId="{328CF33B-849C-DF46-B851-E2A79440E679}" destId="{D30AFCCF-321C-5544-8FCE-D533B6DE55A6}" srcOrd="0" destOrd="0" presId="urn:microsoft.com/office/officeart/2005/8/layout/vList3"/>
    <dgm:cxn modelId="{A9C48D5B-AEC5-384B-AB28-05711A5D2856}" type="presParOf" srcId="{6BE5916F-58D0-1845-9FD1-2CD6B2203415}" destId="{AFAC8C14-BDD2-134C-B9B3-0FFDD53B5512}" srcOrd="0" destOrd="0" presId="urn:microsoft.com/office/officeart/2005/8/layout/vList3"/>
    <dgm:cxn modelId="{4DF5ABF2-9237-0040-8406-D7877FDF5BB8}" type="presParOf" srcId="{AFAC8C14-BDD2-134C-B9B3-0FFDD53B5512}" destId="{EA8C5E5A-F94D-984B-BF42-0D3D5CA8CC86}" srcOrd="0" destOrd="0" presId="urn:microsoft.com/office/officeart/2005/8/layout/vList3"/>
    <dgm:cxn modelId="{DB88BD75-0318-AA4B-9089-72D90560D022}" type="presParOf" srcId="{AFAC8C14-BDD2-134C-B9B3-0FFDD53B5512}" destId="{B27C7DF9-3F4C-614B-9037-B5E09EB5E7B4}" srcOrd="1" destOrd="0" presId="urn:microsoft.com/office/officeart/2005/8/layout/vList3"/>
    <dgm:cxn modelId="{0441B000-A952-544C-9093-56CD5A2D3C95}" type="presParOf" srcId="{6BE5916F-58D0-1845-9FD1-2CD6B2203415}" destId="{70CC6635-C547-B84B-978F-EB7477C29093}" srcOrd="1" destOrd="0" presId="urn:microsoft.com/office/officeart/2005/8/layout/vList3"/>
    <dgm:cxn modelId="{61315F25-630A-A943-8F61-9C3D80326FF9}" type="presParOf" srcId="{6BE5916F-58D0-1845-9FD1-2CD6B2203415}" destId="{0066C410-1C52-4C44-A13F-AA8763072B51}" srcOrd="2" destOrd="0" presId="urn:microsoft.com/office/officeart/2005/8/layout/vList3"/>
    <dgm:cxn modelId="{93D33B43-BE5B-DC41-9A03-76B7D65BA3B8}" type="presParOf" srcId="{0066C410-1C52-4C44-A13F-AA8763072B51}" destId="{19AA5F25-4EB7-AE44-941F-D2090D19745B}" srcOrd="0" destOrd="0" presId="urn:microsoft.com/office/officeart/2005/8/layout/vList3"/>
    <dgm:cxn modelId="{C55A6D90-806F-884D-A1B7-F85D87EA4297}" type="presParOf" srcId="{0066C410-1C52-4C44-A13F-AA8763072B51}" destId="{B3D7B32E-0222-6E43-817B-267D59E34223}" srcOrd="1" destOrd="0" presId="urn:microsoft.com/office/officeart/2005/8/layout/vList3"/>
    <dgm:cxn modelId="{285F44E4-91D8-534D-9B6A-1980D88DEB7E}" type="presParOf" srcId="{6BE5916F-58D0-1845-9FD1-2CD6B2203415}" destId="{0CA23A52-E237-8042-B2DC-0699CDE2BAE1}" srcOrd="3" destOrd="0" presId="urn:microsoft.com/office/officeart/2005/8/layout/vList3"/>
    <dgm:cxn modelId="{7D9CA202-F290-CD4E-AEA2-5098F1908155}" type="presParOf" srcId="{6BE5916F-58D0-1845-9FD1-2CD6B2203415}" destId="{BBB33CE3-9879-9643-91A5-13683D6678A0}" srcOrd="4" destOrd="0" presId="urn:microsoft.com/office/officeart/2005/8/layout/vList3"/>
    <dgm:cxn modelId="{78A476AA-44EF-C442-9609-F7C6E9237F92}" type="presParOf" srcId="{BBB33CE3-9879-9643-91A5-13683D6678A0}" destId="{F21876F5-F74B-8A41-8A19-5C89A3D5F4BB}" srcOrd="0" destOrd="0" presId="urn:microsoft.com/office/officeart/2005/8/layout/vList3"/>
    <dgm:cxn modelId="{0CED3CF8-DFB0-7F4D-B9B4-0B2650627C28}" type="presParOf" srcId="{BBB33CE3-9879-9643-91A5-13683D6678A0}" destId="{D30AFCCF-321C-5544-8FCE-D533B6DE55A6}" srcOrd="1" destOrd="0" presId="urn:microsoft.com/office/officeart/2005/8/layout/vList3"/>
    <dgm:cxn modelId="{62964E93-35E7-D342-AA35-3BAA937B3198}" type="presParOf" srcId="{6BE5916F-58D0-1845-9FD1-2CD6B2203415}" destId="{4786461E-57A9-5D40-A711-43BA79B61713}" srcOrd="5" destOrd="0" presId="urn:microsoft.com/office/officeart/2005/8/layout/vList3"/>
    <dgm:cxn modelId="{58331819-27B9-9E4D-8600-1C0074FB4B64}" type="presParOf" srcId="{6BE5916F-58D0-1845-9FD1-2CD6B2203415}" destId="{71BB1ADE-861D-B241-BB99-E90FC7686CFF}" srcOrd="6" destOrd="0" presId="urn:microsoft.com/office/officeart/2005/8/layout/vList3"/>
    <dgm:cxn modelId="{325D1F0D-B127-7B49-B722-7FDC1301A4A3}" type="presParOf" srcId="{71BB1ADE-861D-B241-BB99-E90FC7686CFF}" destId="{C137C5B9-C5F9-7548-9D4E-C2A3B4B64BC2}" srcOrd="0" destOrd="0" presId="urn:microsoft.com/office/officeart/2005/8/layout/vList3"/>
    <dgm:cxn modelId="{63D6D765-46A7-A747-9675-5B8E3883C370}" type="presParOf" srcId="{71BB1ADE-861D-B241-BB99-E90FC7686CFF}" destId="{19D8913B-C710-3C48-8EFF-3503121725DB}" srcOrd="1" destOrd="0" presId="urn:microsoft.com/office/officeart/2005/8/layout/vList3"/>
    <dgm:cxn modelId="{D99D6837-BBE8-2748-A0B7-46224B6F85CA}" type="presParOf" srcId="{6BE5916F-58D0-1845-9FD1-2CD6B2203415}" destId="{C07AC9A6-CBEF-5A4E-A268-1B1DC33081FD}" srcOrd="7" destOrd="0" presId="urn:microsoft.com/office/officeart/2005/8/layout/vList3"/>
    <dgm:cxn modelId="{A3ED6625-20EF-0746-B969-E4F4543AFEA3}" type="presParOf" srcId="{6BE5916F-58D0-1845-9FD1-2CD6B2203415}" destId="{7F99591F-9C3F-DB40-B47E-6D0E1D3548C3}" srcOrd="8" destOrd="0" presId="urn:microsoft.com/office/officeart/2005/8/layout/vList3"/>
    <dgm:cxn modelId="{8CDC6A21-084F-7E45-86B5-6D1F168BD8B9}" type="presParOf" srcId="{7F99591F-9C3F-DB40-B47E-6D0E1D3548C3}" destId="{DB0EC927-328D-EC49-983A-F38423C5203A}" srcOrd="0" destOrd="0" presId="urn:microsoft.com/office/officeart/2005/8/layout/vList3"/>
    <dgm:cxn modelId="{FC91BF73-567C-2444-A09F-11C0344EB6FD}" type="presParOf" srcId="{7F99591F-9C3F-DB40-B47E-6D0E1D3548C3}" destId="{FEAF8FBB-9A0C-1E4A-BA95-55192F316B40}"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4AE573F-FCD9-B94E-90E3-B721136CF34A}" type="doc">
      <dgm:prSet loTypeId="urn:microsoft.com/office/officeart/2005/8/layout/hList7" loCatId="list" qsTypeId="urn:microsoft.com/office/officeart/2005/8/quickstyle/simple1#6" qsCatId="simple" csTypeId="urn:microsoft.com/office/officeart/2005/8/colors/colorful3#3" csCatId="colorful" phldr="1"/>
      <dgm:spPr/>
      <dgm:t>
        <a:bodyPr/>
        <a:lstStyle/>
        <a:p>
          <a:endParaRPr lang="en-US"/>
        </a:p>
      </dgm:t>
    </dgm:pt>
    <dgm:pt modelId="{45ECA8B7-F0C5-7240-AA78-9B9F03E48E3E}">
      <dgm:prSet/>
      <dgm:spPr>
        <a:ln w="38100">
          <a:solidFill>
            <a:schemeClr val="tx1"/>
          </a:solidFill>
        </a:ln>
      </dgm:spPr>
      <dgm:t>
        <a:bodyPr/>
        <a:lstStyle/>
        <a:p>
          <a:r>
            <a:rPr lang="en-US" b="0" i="0" dirty="0"/>
            <a:t>Most customer environments are heterogeneous.</a:t>
          </a:r>
          <a:endParaRPr lang="en-US" dirty="0"/>
        </a:p>
      </dgm:t>
    </dgm:pt>
    <dgm:pt modelId="{D5FB140D-0204-6D4B-83A1-FD97A67F919B}" type="parTrans" cxnId="{818B5C38-F387-2849-8E3D-F507051A9D07}">
      <dgm:prSet/>
      <dgm:spPr/>
      <dgm:t>
        <a:bodyPr/>
        <a:lstStyle/>
        <a:p>
          <a:endParaRPr lang="en-US"/>
        </a:p>
      </dgm:t>
    </dgm:pt>
    <dgm:pt modelId="{F792FEF8-A894-C342-B91D-777CF8226487}" type="sibTrans" cxnId="{818B5C38-F387-2849-8E3D-F507051A9D07}">
      <dgm:prSet/>
      <dgm:spPr/>
      <dgm:t>
        <a:bodyPr/>
        <a:lstStyle/>
        <a:p>
          <a:endParaRPr lang="en-US"/>
        </a:p>
      </dgm:t>
    </dgm:pt>
    <dgm:pt modelId="{69529826-1661-0745-886C-8BE4C90B56D4}">
      <dgm:prSet/>
      <dgm:spPr>
        <a:ln w="38100">
          <a:solidFill>
            <a:schemeClr val="tx1"/>
          </a:solidFill>
        </a:ln>
      </dgm:spPr>
      <dgm:t>
        <a:bodyPr/>
        <a:lstStyle/>
        <a:p>
          <a:r>
            <a:rPr lang="en-US" b="0" i="0" dirty="0"/>
            <a:t>Oracle value can connect beyond Oracle-only boundaries.</a:t>
          </a:r>
          <a:endParaRPr lang="en-US" dirty="0"/>
        </a:p>
      </dgm:t>
    </dgm:pt>
    <dgm:pt modelId="{69B78D0C-FC77-3441-88D2-DF3869288228}" type="parTrans" cxnId="{F91A7E9F-DF6D-FF47-97B2-459A975F1201}">
      <dgm:prSet/>
      <dgm:spPr/>
      <dgm:t>
        <a:bodyPr/>
        <a:lstStyle/>
        <a:p>
          <a:endParaRPr lang="en-US"/>
        </a:p>
      </dgm:t>
    </dgm:pt>
    <dgm:pt modelId="{5D5EDA71-F8EE-B847-9F60-1452F12AAF1E}" type="sibTrans" cxnId="{F91A7E9F-DF6D-FF47-97B2-459A975F1201}">
      <dgm:prSet/>
      <dgm:spPr/>
      <dgm:t>
        <a:bodyPr/>
        <a:lstStyle/>
        <a:p>
          <a:endParaRPr lang="en-US"/>
        </a:p>
      </dgm:t>
    </dgm:pt>
    <dgm:pt modelId="{CD9FC946-460F-2144-8BFE-B8C865440E74}">
      <dgm:prSet/>
      <dgm:spPr>
        <a:ln w="38100">
          <a:solidFill>
            <a:schemeClr val="tx1"/>
          </a:solidFill>
        </a:ln>
      </dgm:spPr>
      <dgm:t>
        <a:bodyPr/>
        <a:lstStyle/>
        <a:p>
          <a:r>
            <a:rPr lang="en-US" b="0" i="0" dirty="0"/>
            <a:t>Open integration links Oracle's application and data core to the broader technology landscape.</a:t>
          </a:r>
          <a:endParaRPr lang="en-US" dirty="0"/>
        </a:p>
      </dgm:t>
    </dgm:pt>
    <dgm:pt modelId="{C6EDCB67-6AD4-6240-B423-82E346452B24}" type="parTrans" cxnId="{6BF0E17D-B57B-C944-907C-D252AB890AAD}">
      <dgm:prSet/>
      <dgm:spPr/>
      <dgm:t>
        <a:bodyPr/>
        <a:lstStyle/>
        <a:p>
          <a:endParaRPr lang="en-US"/>
        </a:p>
      </dgm:t>
    </dgm:pt>
    <dgm:pt modelId="{7FE16978-C5E6-1744-946D-77C9955EFB5C}" type="sibTrans" cxnId="{6BF0E17D-B57B-C944-907C-D252AB890AAD}">
      <dgm:prSet/>
      <dgm:spPr/>
      <dgm:t>
        <a:bodyPr/>
        <a:lstStyle/>
        <a:p>
          <a:endParaRPr lang="en-US"/>
        </a:p>
      </dgm:t>
    </dgm:pt>
    <dgm:pt modelId="{77BCDCB1-6F14-2743-BCFD-F7EAACC622A7}">
      <dgm:prSet/>
      <dgm:spPr>
        <a:solidFill>
          <a:srgbClr val="DBA35A"/>
        </a:solidFill>
        <a:ln w="38100">
          <a:solidFill>
            <a:schemeClr val="tx1"/>
          </a:solidFill>
        </a:ln>
      </dgm:spPr>
      <dgm:t>
        <a:bodyPr/>
        <a:lstStyle/>
        <a:p>
          <a:r>
            <a:rPr lang="en-US" b="0" i="0" dirty="0"/>
            <a:t>This approach</a:t>
          </a:r>
          <a:br>
            <a:rPr lang="en-US" b="0" i="0" dirty="0"/>
          </a:br>
          <a:r>
            <a:rPr lang="en-US" b="0" i="0" dirty="0"/>
            <a:t>helps protect existing investments while expanding value.</a:t>
          </a:r>
          <a:endParaRPr lang="en-US" dirty="0"/>
        </a:p>
      </dgm:t>
    </dgm:pt>
    <dgm:pt modelId="{9E53D2A5-694A-8F42-A2DE-457ECAA733E2}" type="parTrans" cxnId="{54DFF518-5C4C-8F43-B026-842ACF6CE4A1}">
      <dgm:prSet/>
      <dgm:spPr/>
      <dgm:t>
        <a:bodyPr/>
        <a:lstStyle/>
        <a:p>
          <a:endParaRPr lang="en-US"/>
        </a:p>
      </dgm:t>
    </dgm:pt>
    <dgm:pt modelId="{C263473D-4F68-E34A-A242-F2F89EA090E3}" type="sibTrans" cxnId="{54DFF518-5C4C-8F43-B026-842ACF6CE4A1}">
      <dgm:prSet/>
      <dgm:spPr/>
      <dgm:t>
        <a:bodyPr/>
        <a:lstStyle/>
        <a:p>
          <a:endParaRPr lang="en-US"/>
        </a:p>
      </dgm:t>
    </dgm:pt>
    <dgm:pt modelId="{71861C79-5A74-2841-8918-07D5070E1501}">
      <dgm:prSet/>
      <dgm:spPr>
        <a:solidFill>
          <a:srgbClr val="CFB060"/>
        </a:solidFill>
        <a:ln w="38100">
          <a:solidFill>
            <a:schemeClr val="tx1"/>
          </a:solidFill>
        </a:ln>
      </dgm:spPr>
      <dgm:t>
        <a:bodyPr/>
        <a:lstStyle/>
        <a:p>
          <a:r>
            <a:rPr lang="en-US" b="0" i="0" dirty="0"/>
            <a:t>The portfolio advantage is stronger when it works across the real environment.</a:t>
          </a:r>
          <a:endParaRPr lang="en-US" dirty="0"/>
        </a:p>
      </dgm:t>
    </dgm:pt>
    <dgm:pt modelId="{799D84BC-EB1A-6147-8E64-245863AFB33D}" type="parTrans" cxnId="{F79BFAD3-3527-344C-B1C7-3CF619AA8566}">
      <dgm:prSet/>
      <dgm:spPr/>
      <dgm:t>
        <a:bodyPr/>
        <a:lstStyle/>
        <a:p>
          <a:endParaRPr lang="en-US"/>
        </a:p>
      </dgm:t>
    </dgm:pt>
    <dgm:pt modelId="{963C1201-1251-6B4D-896D-46BF00D8F117}" type="sibTrans" cxnId="{F79BFAD3-3527-344C-B1C7-3CF619AA8566}">
      <dgm:prSet/>
      <dgm:spPr/>
      <dgm:t>
        <a:bodyPr/>
        <a:lstStyle/>
        <a:p>
          <a:endParaRPr lang="en-US"/>
        </a:p>
      </dgm:t>
    </dgm:pt>
    <dgm:pt modelId="{5D566FC4-AD8C-D34F-8D70-18C93F71D9F8}" type="pres">
      <dgm:prSet presAssocID="{94AE573F-FCD9-B94E-90E3-B721136CF34A}" presName="Name0" presStyleCnt="0">
        <dgm:presLayoutVars>
          <dgm:dir/>
          <dgm:resizeHandles val="exact"/>
        </dgm:presLayoutVars>
      </dgm:prSet>
      <dgm:spPr/>
    </dgm:pt>
    <dgm:pt modelId="{CA5E3E3B-C94C-8842-AFCF-34D7C6E713EC}" type="pres">
      <dgm:prSet presAssocID="{94AE573F-FCD9-B94E-90E3-B721136CF34A}" presName="fgShape" presStyleLbl="fgShp" presStyleIdx="0" presStyleCnt="1"/>
      <dgm:spPr>
        <a:solidFill>
          <a:schemeClr val="tx1"/>
        </a:solidFill>
      </dgm:spPr>
    </dgm:pt>
    <dgm:pt modelId="{ADE52592-DD8F-9E45-A845-9ADAEE7A1E6C}" type="pres">
      <dgm:prSet presAssocID="{94AE573F-FCD9-B94E-90E3-B721136CF34A}" presName="linComp" presStyleCnt="0"/>
      <dgm:spPr/>
    </dgm:pt>
    <dgm:pt modelId="{6F4470F3-A9F1-B24F-B8AC-1174E3C68BA3}" type="pres">
      <dgm:prSet presAssocID="{45ECA8B7-F0C5-7240-AA78-9B9F03E48E3E}" presName="compNode" presStyleCnt="0"/>
      <dgm:spPr/>
    </dgm:pt>
    <dgm:pt modelId="{7DD9D10E-FAB7-AE4A-B111-6CB7BAA5A757}" type="pres">
      <dgm:prSet presAssocID="{45ECA8B7-F0C5-7240-AA78-9B9F03E48E3E}" presName="bkgdShape" presStyleLbl="node1" presStyleIdx="0" presStyleCnt="5" custScaleX="101296"/>
      <dgm:spPr/>
    </dgm:pt>
    <dgm:pt modelId="{C88C7168-EDB6-C047-AF98-3DA38C7B52C1}" type="pres">
      <dgm:prSet presAssocID="{45ECA8B7-F0C5-7240-AA78-9B9F03E48E3E}" presName="nodeTx" presStyleLbl="node1" presStyleIdx="0" presStyleCnt="5">
        <dgm:presLayoutVars>
          <dgm:bulletEnabled val="1"/>
        </dgm:presLayoutVars>
      </dgm:prSet>
      <dgm:spPr/>
    </dgm:pt>
    <dgm:pt modelId="{E7BB1FC2-99E0-7947-90BE-FFD58ED6B67C}" type="pres">
      <dgm:prSet presAssocID="{45ECA8B7-F0C5-7240-AA78-9B9F03E48E3E}" presName="invisiNode" presStyleLbl="node1" presStyleIdx="0" presStyleCnt="5"/>
      <dgm:spPr/>
    </dgm:pt>
    <dgm:pt modelId="{12EC2E9D-BB03-B048-A5A6-A37907548D60}" type="pres">
      <dgm:prSet presAssocID="{45ECA8B7-F0C5-7240-AA78-9B9F03E48E3E}" presName="imagNode" presStyleLbl="fgImgPlace1" presStyleIdx="0" presStyleCnt="5"/>
      <dgm:spPr>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descr="Close up of a molecular model"/>
        </a:ext>
      </dgm:extLst>
    </dgm:pt>
    <dgm:pt modelId="{70AB05D9-F167-3B4C-988C-987971C0A62C}" type="pres">
      <dgm:prSet presAssocID="{F792FEF8-A894-C342-B91D-777CF8226487}" presName="sibTrans" presStyleLbl="sibTrans2D1" presStyleIdx="0" presStyleCnt="0"/>
      <dgm:spPr/>
    </dgm:pt>
    <dgm:pt modelId="{53809964-6FCF-664E-B49F-6B678C9EB7C1}" type="pres">
      <dgm:prSet presAssocID="{69529826-1661-0745-886C-8BE4C90B56D4}" presName="compNode" presStyleCnt="0"/>
      <dgm:spPr/>
    </dgm:pt>
    <dgm:pt modelId="{F3E9F15A-6252-1F41-A41A-357CF9B26716}" type="pres">
      <dgm:prSet presAssocID="{69529826-1661-0745-886C-8BE4C90B56D4}" presName="bkgdShape" presStyleLbl="node1" presStyleIdx="1" presStyleCnt="5" custScaleX="101296"/>
      <dgm:spPr/>
    </dgm:pt>
    <dgm:pt modelId="{995E198A-F512-A545-99E1-F864E501305E}" type="pres">
      <dgm:prSet presAssocID="{69529826-1661-0745-886C-8BE4C90B56D4}" presName="nodeTx" presStyleLbl="node1" presStyleIdx="1" presStyleCnt="5">
        <dgm:presLayoutVars>
          <dgm:bulletEnabled val="1"/>
        </dgm:presLayoutVars>
      </dgm:prSet>
      <dgm:spPr/>
    </dgm:pt>
    <dgm:pt modelId="{8D1D0EA7-6B7E-8F4B-B7E5-01000AB786D9}" type="pres">
      <dgm:prSet presAssocID="{69529826-1661-0745-886C-8BE4C90B56D4}" presName="invisiNode" presStyleLbl="node1" presStyleIdx="1" presStyleCnt="5"/>
      <dgm:spPr/>
    </dgm:pt>
    <dgm:pt modelId="{484E2017-EFC3-394D-A8F3-2EC5EC405C33}" type="pres">
      <dgm:prSet presAssocID="{69529826-1661-0745-886C-8BE4C90B56D4}" presName="imagNode" presStyleLbl="fgImgPlace1" presStyleIdx="1" presStyleCnt="5"/>
      <dgm:spPr>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descr="Cloud storage graphic"/>
        </a:ext>
      </dgm:extLst>
    </dgm:pt>
    <dgm:pt modelId="{A66CD71D-AD2F-CD43-A690-F26AB8FF9404}" type="pres">
      <dgm:prSet presAssocID="{5D5EDA71-F8EE-B847-9F60-1452F12AAF1E}" presName="sibTrans" presStyleLbl="sibTrans2D1" presStyleIdx="0" presStyleCnt="0"/>
      <dgm:spPr/>
    </dgm:pt>
    <dgm:pt modelId="{4BAACC7A-A31D-2644-B2E2-CC04E9B97C1F}" type="pres">
      <dgm:prSet presAssocID="{CD9FC946-460F-2144-8BFE-B8C865440E74}" presName="compNode" presStyleCnt="0"/>
      <dgm:spPr/>
    </dgm:pt>
    <dgm:pt modelId="{84962732-4AC2-1B41-AC78-F4A6CA642E15}" type="pres">
      <dgm:prSet presAssocID="{CD9FC946-460F-2144-8BFE-B8C865440E74}" presName="bkgdShape" presStyleLbl="node1" presStyleIdx="2" presStyleCnt="5" custScaleX="101296"/>
      <dgm:spPr/>
    </dgm:pt>
    <dgm:pt modelId="{07FD7C95-4D6B-834D-9024-71D36325919D}" type="pres">
      <dgm:prSet presAssocID="{CD9FC946-460F-2144-8BFE-B8C865440E74}" presName="nodeTx" presStyleLbl="node1" presStyleIdx="2" presStyleCnt="5">
        <dgm:presLayoutVars>
          <dgm:bulletEnabled val="1"/>
        </dgm:presLayoutVars>
      </dgm:prSet>
      <dgm:spPr/>
    </dgm:pt>
    <dgm:pt modelId="{91A9C03F-A02E-8941-AADA-000CE48C4E0D}" type="pres">
      <dgm:prSet presAssocID="{CD9FC946-460F-2144-8BFE-B8C865440E74}" presName="invisiNode" presStyleLbl="node1" presStyleIdx="2" presStyleCnt="5"/>
      <dgm:spPr/>
    </dgm:pt>
    <dgm:pt modelId="{DC2ACAEF-B489-C746-BBE3-DAFA55347558}" type="pres">
      <dgm:prSet presAssocID="{CD9FC946-460F-2144-8BFE-B8C865440E74}" presName="imagNode" presStyleLbl="fgImgPlace1" presStyleIdx="2" presStyleCnt="5"/>
      <dgm:spPr>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descr="Close-up of circuit board"/>
        </a:ext>
      </dgm:extLst>
    </dgm:pt>
    <dgm:pt modelId="{F6F61063-AE73-3146-99B1-955BB5E6375A}" type="pres">
      <dgm:prSet presAssocID="{7FE16978-C5E6-1744-946D-77C9955EFB5C}" presName="sibTrans" presStyleLbl="sibTrans2D1" presStyleIdx="0" presStyleCnt="0"/>
      <dgm:spPr/>
    </dgm:pt>
    <dgm:pt modelId="{E61CFC37-DFC3-E541-8C94-A7DB6A206D30}" type="pres">
      <dgm:prSet presAssocID="{77BCDCB1-6F14-2743-BCFD-F7EAACC622A7}" presName="compNode" presStyleCnt="0"/>
      <dgm:spPr/>
    </dgm:pt>
    <dgm:pt modelId="{B28AA158-42A6-3A43-BFDF-25141584B320}" type="pres">
      <dgm:prSet presAssocID="{77BCDCB1-6F14-2743-BCFD-F7EAACC622A7}" presName="bkgdShape" presStyleLbl="node1" presStyleIdx="3" presStyleCnt="5" custScaleX="101296"/>
      <dgm:spPr/>
    </dgm:pt>
    <dgm:pt modelId="{ADB04370-C3D5-5642-806B-9DEA2A261810}" type="pres">
      <dgm:prSet presAssocID="{77BCDCB1-6F14-2743-BCFD-F7EAACC622A7}" presName="nodeTx" presStyleLbl="node1" presStyleIdx="3" presStyleCnt="5">
        <dgm:presLayoutVars>
          <dgm:bulletEnabled val="1"/>
        </dgm:presLayoutVars>
      </dgm:prSet>
      <dgm:spPr/>
    </dgm:pt>
    <dgm:pt modelId="{4E43B2A2-2505-1743-BD31-6CC27BF160CE}" type="pres">
      <dgm:prSet presAssocID="{77BCDCB1-6F14-2743-BCFD-F7EAACC622A7}" presName="invisiNode" presStyleLbl="node1" presStyleIdx="3" presStyleCnt="5"/>
      <dgm:spPr/>
    </dgm:pt>
    <dgm:pt modelId="{4396DE8C-9FB9-CD40-9A96-A3420A6F29F4}" type="pres">
      <dgm:prSet presAssocID="{77BCDCB1-6F14-2743-BCFD-F7EAACC622A7}" presName="imagNode" presStyleLbl="fgImgPlace1" presStyleIdx="3" presStyleCnt="5"/>
      <dgm:spPr>
        <a:blipFill>
          <a:blip xmlns:r="http://schemas.openxmlformats.org/officeDocument/2006/relationships" r:embed="rId4"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descr="Blue candlestick chart"/>
        </a:ext>
      </dgm:extLst>
    </dgm:pt>
    <dgm:pt modelId="{90996B38-255A-0C49-8983-649CA51E11A3}" type="pres">
      <dgm:prSet presAssocID="{C263473D-4F68-E34A-A242-F2F89EA090E3}" presName="sibTrans" presStyleLbl="sibTrans2D1" presStyleIdx="0" presStyleCnt="0"/>
      <dgm:spPr/>
    </dgm:pt>
    <dgm:pt modelId="{2E07B63E-80AF-CA44-B450-93AF16C4978C}" type="pres">
      <dgm:prSet presAssocID="{71861C79-5A74-2841-8918-07D5070E1501}" presName="compNode" presStyleCnt="0"/>
      <dgm:spPr/>
    </dgm:pt>
    <dgm:pt modelId="{E630CC54-4450-BB40-846F-9F73B75D6E1E}" type="pres">
      <dgm:prSet presAssocID="{71861C79-5A74-2841-8918-07D5070E1501}" presName="bkgdShape" presStyleLbl="node1" presStyleIdx="4" presStyleCnt="5" custScaleX="101296"/>
      <dgm:spPr/>
    </dgm:pt>
    <dgm:pt modelId="{A5524886-B760-5C47-83BA-0E45187D9FCB}" type="pres">
      <dgm:prSet presAssocID="{71861C79-5A74-2841-8918-07D5070E1501}" presName="nodeTx" presStyleLbl="node1" presStyleIdx="4" presStyleCnt="5">
        <dgm:presLayoutVars>
          <dgm:bulletEnabled val="1"/>
        </dgm:presLayoutVars>
      </dgm:prSet>
      <dgm:spPr/>
    </dgm:pt>
    <dgm:pt modelId="{23551A7E-ECCD-0646-949D-5F41B363EB71}" type="pres">
      <dgm:prSet presAssocID="{71861C79-5A74-2841-8918-07D5070E1501}" presName="invisiNode" presStyleLbl="node1" presStyleIdx="4" presStyleCnt="5"/>
      <dgm:spPr/>
    </dgm:pt>
    <dgm:pt modelId="{C072900A-586D-4A4F-A593-724828517EBB}" type="pres">
      <dgm:prSet presAssocID="{71861C79-5A74-2841-8918-07D5070E1501}" presName="imagNode" presStyleLbl="fgImgPlace1" presStyleIdx="4" presStyleCnt="5"/>
      <dgm:spPr>
        <a:blipFill>
          <a:blip xmlns:r="http://schemas.openxmlformats.org/officeDocument/2006/relationships" r:embed="rId5"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descr="Stack of colored pencils with copy space"/>
        </a:ext>
      </dgm:extLst>
    </dgm:pt>
  </dgm:ptLst>
  <dgm:cxnLst>
    <dgm:cxn modelId="{AF0EF916-CCC3-6047-B11D-3715CB852ED0}" type="presOf" srcId="{CD9FC946-460F-2144-8BFE-B8C865440E74}" destId="{07FD7C95-4D6B-834D-9024-71D36325919D}" srcOrd="1" destOrd="0" presId="urn:microsoft.com/office/officeart/2005/8/layout/hList7"/>
    <dgm:cxn modelId="{0D27AD17-5068-4F4A-BF63-01EA46D0BB25}" type="presOf" srcId="{71861C79-5A74-2841-8918-07D5070E1501}" destId="{A5524886-B760-5C47-83BA-0E45187D9FCB}" srcOrd="1" destOrd="0" presId="urn:microsoft.com/office/officeart/2005/8/layout/hList7"/>
    <dgm:cxn modelId="{54DFF518-5C4C-8F43-B026-842ACF6CE4A1}" srcId="{94AE573F-FCD9-B94E-90E3-B721136CF34A}" destId="{77BCDCB1-6F14-2743-BCFD-F7EAACC622A7}" srcOrd="3" destOrd="0" parTransId="{9E53D2A5-694A-8F42-A2DE-457ECAA733E2}" sibTransId="{C263473D-4F68-E34A-A242-F2F89EA090E3}"/>
    <dgm:cxn modelId="{C3AA2538-22A5-C54C-827E-2D42829605C4}" type="presOf" srcId="{77BCDCB1-6F14-2743-BCFD-F7EAACC622A7}" destId="{B28AA158-42A6-3A43-BFDF-25141584B320}" srcOrd="0" destOrd="0" presId="urn:microsoft.com/office/officeart/2005/8/layout/hList7"/>
    <dgm:cxn modelId="{818B5C38-F387-2849-8E3D-F507051A9D07}" srcId="{94AE573F-FCD9-B94E-90E3-B721136CF34A}" destId="{45ECA8B7-F0C5-7240-AA78-9B9F03E48E3E}" srcOrd="0" destOrd="0" parTransId="{D5FB140D-0204-6D4B-83A1-FD97A67F919B}" sibTransId="{F792FEF8-A894-C342-B91D-777CF8226487}"/>
    <dgm:cxn modelId="{6D0EC366-794D-404B-9BD5-E45D51AA6DE8}" type="presOf" srcId="{45ECA8B7-F0C5-7240-AA78-9B9F03E48E3E}" destId="{C88C7168-EDB6-C047-AF98-3DA38C7B52C1}" srcOrd="1" destOrd="0" presId="urn:microsoft.com/office/officeart/2005/8/layout/hList7"/>
    <dgm:cxn modelId="{9FFB7254-1BD0-5940-9789-5FB45DF87B06}" type="presOf" srcId="{94AE573F-FCD9-B94E-90E3-B721136CF34A}" destId="{5D566FC4-AD8C-D34F-8D70-18C93F71D9F8}" srcOrd="0" destOrd="0" presId="urn:microsoft.com/office/officeart/2005/8/layout/hList7"/>
    <dgm:cxn modelId="{59004358-EC9F-3945-9041-04D3868AE44E}" type="presOf" srcId="{F792FEF8-A894-C342-B91D-777CF8226487}" destId="{70AB05D9-F167-3B4C-988C-987971C0A62C}" srcOrd="0" destOrd="0" presId="urn:microsoft.com/office/officeart/2005/8/layout/hList7"/>
    <dgm:cxn modelId="{CADA2F5A-641C-4A41-9119-80DEE9D899EF}" type="presOf" srcId="{CD9FC946-460F-2144-8BFE-B8C865440E74}" destId="{84962732-4AC2-1B41-AC78-F4A6CA642E15}" srcOrd="0" destOrd="0" presId="urn:microsoft.com/office/officeart/2005/8/layout/hList7"/>
    <dgm:cxn modelId="{C87EF55A-ECC0-1943-9079-BEDFFF9B524A}" type="presOf" srcId="{C263473D-4F68-E34A-A242-F2F89EA090E3}" destId="{90996B38-255A-0C49-8983-649CA51E11A3}" srcOrd="0" destOrd="0" presId="urn:microsoft.com/office/officeart/2005/8/layout/hList7"/>
    <dgm:cxn modelId="{6BF0E17D-B57B-C944-907C-D252AB890AAD}" srcId="{94AE573F-FCD9-B94E-90E3-B721136CF34A}" destId="{CD9FC946-460F-2144-8BFE-B8C865440E74}" srcOrd="2" destOrd="0" parTransId="{C6EDCB67-6AD4-6240-B423-82E346452B24}" sibTransId="{7FE16978-C5E6-1744-946D-77C9955EFB5C}"/>
    <dgm:cxn modelId="{86D14E9E-35E8-DF4A-8AAB-F9F4FDDE54E5}" type="presOf" srcId="{7FE16978-C5E6-1744-946D-77C9955EFB5C}" destId="{F6F61063-AE73-3146-99B1-955BB5E6375A}" srcOrd="0" destOrd="0" presId="urn:microsoft.com/office/officeart/2005/8/layout/hList7"/>
    <dgm:cxn modelId="{F91A7E9F-DF6D-FF47-97B2-459A975F1201}" srcId="{94AE573F-FCD9-B94E-90E3-B721136CF34A}" destId="{69529826-1661-0745-886C-8BE4C90B56D4}" srcOrd="1" destOrd="0" parTransId="{69B78D0C-FC77-3441-88D2-DF3869288228}" sibTransId="{5D5EDA71-F8EE-B847-9F60-1452F12AAF1E}"/>
    <dgm:cxn modelId="{ED9CC9B1-84D4-0D40-8E1A-B5104937D8D1}" type="presOf" srcId="{5D5EDA71-F8EE-B847-9F60-1452F12AAF1E}" destId="{A66CD71D-AD2F-CD43-A690-F26AB8FF9404}" srcOrd="0" destOrd="0" presId="urn:microsoft.com/office/officeart/2005/8/layout/hList7"/>
    <dgm:cxn modelId="{81B318C8-79DC-4646-A862-55156C90A37A}" type="presOf" srcId="{69529826-1661-0745-886C-8BE4C90B56D4}" destId="{F3E9F15A-6252-1F41-A41A-357CF9B26716}" srcOrd="0" destOrd="0" presId="urn:microsoft.com/office/officeart/2005/8/layout/hList7"/>
    <dgm:cxn modelId="{4AFF7BCB-3D8D-6748-8921-DA71FD4CC024}" type="presOf" srcId="{77BCDCB1-6F14-2743-BCFD-F7EAACC622A7}" destId="{ADB04370-C3D5-5642-806B-9DEA2A261810}" srcOrd="1" destOrd="0" presId="urn:microsoft.com/office/officeart/2005/8/layout/hList7"/>
    <dgm:cxn modelId="{F79BFAD3-3527-344C-B1C7-3CF619AA8566}" srcId="{94AE573F-FCD9-B94E-90E3-B721136CF34A}" destId="{71861C79-5A74-2841-8918-07D5070E1501}" srcOrd="4" destOrd="0" parTransId="{799D84BC-EB1A-6147-8E64-245863AFB33D}" sibTransId="{963C1201-1251-6B4D-896D-46BF00D8F117}"/>
    <dgm:cxn modelId="{EAC8F8DB-9EE4-D745-B144-C63F8DDBAD67}" type="presOf" srcId="{45ECA8B7-F0C5-7240-AA78-9B9F03E48E3E}" destId="{7DD9D10E-FAB7-AE4A-B111-6CB7BAA5A757}" srcOrd="0" destOrd="0" presId="urn:microsoft.com/office/officeart/2005/8/layout/hList7"/>
    <dgm:cxn modelId="{3C3933DD-39A5-484E-98AA-763939AE249F}" type="presOf" srcId="{71861C79-5A74-2841-8918-07D5070E1501}" destId="{E630CC54-4450-BB40-846F-9F73B75D6E1E}" srcOrd="0" destOrd="0" presId="urn:microsoft.com/office/officeart/2005/8/layout/hList7"/>
    <dgm:cxn modelId="{D95260F0-E90C-9946-A6D9-9060ECA55048}" type="presOf" srcId="{69529826-1661-0745-886C-8BE4C90B56D4}" destId="{995E198A-F512-A545-99E1-F864E501305E}" srcOrd="1" destOrd="0" presId="urn:microsoft.com/office/officeart/2005/8/layout/hList7"/>
    <dgm:cxn modelId="{33B3723F-D20C-EC4F-8829-CB3100D23D34}" type="presParOf" srcId="{5D566FC4-AD8C-D34F-8D70-18C93F71D9F8}" destId="{CA5E3E3B-C94C-8842-AFCF-34D7C6E713EC}" srcOrd="0" destOrd="0" presId="urn:microsoft.com/office/officeart/2005/8/layout/hList7"/>
    <dgm:cxn modelId="{235E7F7F-FF91-D441-AB1E-1334E2026834}" type="presParOf" srcId="{5D566FC4-AD8C-D34F-8D70-18C93F71D9F8}" destId="{ADE52592-DD8F-9E45-A845-9ADAEE7A1E6C}" srcOrd="1" destOrd="0" presId="urn:microsoft.com/office/officeart/2005/8/layout/hList7"/>
    <dgm:cxn modelId="{5A9D5E80-0161-7946-B37E-2FB6AE638E44}" type="presParOf" srcId="{ADE52592-DD8F-9E45-A845-9ADAEE7A1E6C}" destId="{6F4470F3-A9F1-B24F-B8AC-1174E3C68BA3}" srcOrd="0" destOrd="0" presId="urn:microsoft.com/office/officeart/2005/8/layout/hList7"/>
    <dgm:cxn modelId="{207A89BD-E0DB-964F-8AFB-062FF2D6781A}" type="presParOf" srcId="{6F4470F3-A9F1-B24F-B8AC-1174E3C68BA3}" destId="{7DD9D10E-FAB7-AE4A-B111-6CB7BAA5A757}" srcOrd="0" destOrd="0" presId="urn:microsoft.com/office/officeart/2005/8/layout/hList7"/>
    <dgm:cxn modelId="{C0A1A102-9E09-8440-A634-6F9B8ACC6F6B}" type="presParOf" srcId="{6F4470F3-A9F1-B24F-B8AC-1174E3C68BA3}" destId="{C88C7168-EDB6-C047-AF98-3DA38C7B52C1}" srcOrd="1" destOrd="0" presId="urn:microsoft.com/office/officeart/2005/8/layout/hList7"/>
    <dgm:cxn modelId="{CA4A97F0-65D7-8A42-AF1E-142EF0CD7628}" type="presParOf" srcId="{6F4470F3-A9F1-B24F-B8AC-1174E3C68BA3}" destId="{E7BB1FC2-99E0-7947-90BE-FFD58ED6B67C}" srcOrd="2" destOrd="0" presId="urn:microsoft.com/office/officeart/2005/8/layout/hList7"/>
    <dgm:cxn modelId="{4FBD3F58-3CA1-5741-BB64-95FC1415980B}" type="presParOf" srcId="{6F4470F3-A9F1-B24F-B8AC-1174E3C68BA3}" destId="{12EC2E9D-BB03-B048-A5A6-A37907548D60}" srcOrd="3" destOrd="0" presId="urn:microsoft.com/office/officeart/2005/8/layout/hList7"/>
    <dgm:cxn modelId="{06D60C76-23BD-CB4D-B47F-DB5BD2F641E0}" type="presParOf" srcId="{ADE52592-DD8F-9E45-A845-9ADAEE7A1E6C}" destId="{70AB05D9-F167-3B4C-988C-987971C0A62C}" srcOrd="1" destOrd="0" presId="urn:microsoft.com/office/officeart/2005/8/layout/hList7"/>
    <dgm:cxn modelId="{88CBC418-E5E1-A044-9D1E-C02540B1CBE2}" type="presParOf" srcId="{ADE52592-DD8F-9E45-A845-9ADAEE7A1E6C}" destId="{53809964-6FCF-664E-B49F-6B678C9EB7C1}" srcOrd="2" destOrd="0" presId="urn:microsoft.com/office/officeart/2005/8/layout/hList7"/>
    <dgm:cxn modelId="{AED21A49-D416-B04C-A03E-A1C6E7C86562}" type="presParOf" srcId="{53809964-6FCF-664E-B49F-6B678C9EB7C1}" destId="{F3E9F15A-6252-1F41-A41A-357CF9B26716}" srcOrd="0" destOrd="0" presId="urn:microsoft.com/office/officeart/2005/8/layout/hList7"/>
    <dgm:cxn modelId="{B2E327C4-FBB2-FA4C-A12C-8D624D8D50DD}" type="presParOf" srcId="{53809964-6FCF-664E-B49F-6B678C9EB7C1}" destId="{995E198A-F512-A545-99E1-F864E501305E}" srcOrd="1" destOrd="0" presId="urn:microsoft.com/office/officeart/2005/8/layout/hList7"/>
    <dgm:cxn modelId="{97B850E1-C2FB-3D47-8986-6156EA7732CB}" type="presParOf" srcId="{53809964-6FCF-664E-B49F-6B678C9EB7C1}" destId="{8D1D0EA7-6B7E-8F4B-B7E5-01000AB786D9}" srcOrd="2" destOrd="0" presId="urn:microsoft.com/office/officeart/2005/8/layout/hList7"/>
    <dgm:cxn modelId="{3828837D-5035-4A49-B003-693C544700D6}" type="presParOf" srcId="{53809964-6FCF-664E-B49F-6B678C9EB7C1}" destId="{484E2017-EFC3-394D-A8F3-2EC5EC405C33}" srcOrd="3" destOrd="0" presId="urn:microsoft.com/office/officeart/2005/8/layout/hList7"/>
    <dgm:cxn modelId="{FF4FC970-EFED-C54C-82A4-0DCAE4CE36A5}" type="presParOf" srcId="{ADE52592-DD8F-9E45-A845-9ADAEE7A1E6C}" destId="{A66CD71D-AD2F-CD43-A690-F26AB8FF9404}" srcOrd="3" destOrd="0" presId="urn:microsoft.com/office/officeart/2005/8/layout/hList7"/>
    <dgm:cxn modelId="{D828816E-774C-F34D-BCCE-831588D9271F}" type="presParOf" srcId="{ADE52592-DD8F-9E45-A845-9ADAEE7A1E6C}" destId="{4BAACC7A-A31D-2644-B2E2-CC04E9B97C1F}" srcOrd="4" destOrd="0" presId="urn:microsoft.com/office/officeart/2005/8/layout/hList7"/>
    <dgm:cxn modelId="{10906D71-FD3D-FC42-8C2B-DCE0FE8A3D6A}" type="presParOf" srcId="{4BAACC7A-A31D-2644-B2E2-CC04E9B97C1F}" destId="{84962732-4AC2-1B41-AC78-F4A6CA642E15}" srcOrd="0" destOrd="0" presId="urn:microsoft.com/office/officeart/2005/8/layout/hList7"/>
    <dgm:cxn modelId="{F962878D-4D60-264F-BA0B-5800E58779F6}" type="presParOf" srcId="{4BAACC7A-A31D-2644-B2E2-CC04E9B97C1F}" destId="{07FD7C95-4D6B-834D-9024-71D36325919D}" srcOrd="1" destOrd="0" presId="urn:microsoft.com/office/officeart/2005/8/layout/hList7"/>
    <dgm:cxn modelId="{60E60813-7E9F-3B47-AABD-17FEF2A93BA2}" type="presParOf" srcId="{4BAACC7A-A31D-2644-B2E2-CC04E9B97C1F}" destId="{91A9C03F-A02E-8941-AADA-000CE48C4E0D}" srcOrd="2" destOrd="0" presId="urn:microsoft.com/office/officeart/2005/8/layout/hList7"/>
    <dgm:cxn modelId="{66252E53-CB57-A746-83C4-C4F587950C3F}" type="presParOf" srcId="{4BAACC7A-A31D-2644-B2E2-CC04E9B97C1F}" destId="{DC2ACAEF-B489-C746-BBE3-DAFA55347558}" srcOrd="3" destOrd="0" presId="urn:microsoft.com/office/officeart/2005/8/layout/hList7"/>
    <dgm:cxn modelId="{D83CD9A0-D662-714B-80FB-5126069EA537}" type="presParOf" srcId="{ADE52592-DD8F-9E45-A845-9ADAEE7A1E6C}" destId="{F6F61063-AE73-3146-99B1-955BB5E6375A}" srcOrd="5" destOrd="0" presId="urn:microsoft.com/office/officeart/2005/8/layout/hList7"/>
    <dgm:cxn modelId="{57425290-574F-354D-A126-8B5C28618F5C}" type="presParOf" srcId="{ADE52592-DD8F-9E45-A845-9ADAEE7A1E6C}" destId="{E61CFC37-DFC3-E541-8C94-A7DB6A206D30}" srcOrd="6" destOrd="0" presId="urn:microsoft.com/office/officeart/2005/8/layout/hList7"/>
    <dgm:cxn modelId="{8C7D272E-CD5B-6949-95D9-BB766BA37159}" type="presParOf" srcId="{E61CFC37-DFC3-E541-8C94-A7DB6A206D30}" destId="{B28AA158-42A6-3A43-BFDF-25141584B320}" srcOrd="0" destOrd="0" presId="urn:microsoft.com/office/officeart/2005/8/layout/hList7"/>
    <dgm:cxn modelId="{ABFC768F-99CF-3C47-A7D7-54A2EBD9F1CB}" type="presParOf" srcId="{E61CFC37-DFC3-E541-8C94-A7DB6A206D30}" destId="{ADB04370-C3D5-5642-806B-9DEA2A261810}" srcOrd="1" destOrd="0" presId="urn:microsoft.com/office/officeart/2005/8/layout/hList7"/>
    <dgm:cxn modelId="{6225361D-9BDA-D04D-B596-0C111DD26A5D}" type="presParOf" srcId="{E61CFC37-DFC3-E541-8C94-A7DB6A206D30}" destId="{4E43B2A2-2505-1743-BD31-6CC27BF160CE}" srcOrd="2" destOrd="0" presId="urn:microsoft.com/office/officeart/2005/8/layout/hList7"/>
    <dgm:cxn modelId="{BB53FD3C-36CD-554C-83DD-DA2B82500ACD}" type="presParOf" srcId="{E61CFC37-DFC3-E541-8C94-A7DB6A206D30}" destId="{4396DE8C-9FB9-CD40-9A96-A3420A6F29F4}" srcOrd="3" destOrd="0" presId="urn:microsoft.com/office/officeart/2005/8/layout/hList7"/>
    <dgm:cxn modelId="{DA100CA0-E850-E142-B145-9255A59D7E35}" type="presParOf" srcId="{ADE52592-DD8F-9E45-A845-9ADAEE7A1E6C}" destId="{90996B38-255A-0C49-8983-649CA51E11A3}" srcOrd="7" destOrd="0" presId="urn:microsoft.com/office/officeart/2005/8/layout/hList7"/>
    <dgm:cxn modelId="{2CDE1D49-8280-114E-8E16-AC904FC7C7B9}" type="presParOf" srcId="{ADE52592-DD8F-9E45-A845-9ADAEE7A1E6C}" destId="{2E07B63E-80AF-CA44-B450-93AF16C4978C}" srcOrd="8" destOrd="0" presId="urn:microsoft.com/office/officeart/2005/8/layout/hList7"/>
    <dgm:cxn modelId="{571C971A-1776-434E-A706-07C9F5B229DF}" type="presParOf" srcId="{2E07B63E-80AF-CA44-B450-93AF16C4978C}" destId="{E630CC54-4450-BB40-846F-9F73B75D6E1E}" srcOrd="0" destOrd="0" presId="urn:microsoft.com/office/officeart/2005/8/layout/hList7"/>
    <dgm:cxn modelId="{81E283F0-F9A5-264A-AB7F-D0EDFAE6CA94}" type="presParOf" srcId="{2E07B63E-80AF-CA44-B450-93AF16C4978C}" destId="{A5524886-B760-5C47-83BA-0E45187D9FCB}" srcOrd="1" destOrd="0" presId="urn:microsoft.com/office/officeart/2005/8/layout/hList7"/>
    <dgm:cxn modelId="{31FC3382-1FE3-4E42-BFFE-C0B4AB5040F8}" type="presParOf" srcId="{2E07B63E-80AF-CA44-B450-93AF16C4978C}" destId="{23551A7E-ECCD-0646-949D-5F41B363EB71}" srcOrd="2" destOrd="0" presId="urn:microsoft.com/office/officeart/2005/8/layout/hList7"/>
    <dgm:cxn modelId="{15B89801-143C-3C41-BD71-30769EA59860}" type="presParOf" srcId="{2E07B63E-80AF-CA44-B450-93AF16C4978C}" destId="{C072900A-586D-4A4F-A593-724828517EBB}" srcOrd="3" destOrd="0" presId="urn:microsoft.com/office/officeart/2005/8/layout/hList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91ACF6-1C0B-EC4A-93D8-6A405B68FD80}">
      <dsp:nvSpPr>
        <dsp:cNvPr id="0" name=""/>
        <dsp:cNvSpPr/>
      </dsp:nvSpPr>
      <dsp:spPr>
        <a:xfrm rot="5400000">
          <a:off x="-125740" y="127818"/>
          <a:ext cx="838271" cy="586790"/>
        </a:xfrm>
        <a:prstGeom prst="chevron">
          <a:avLst/>
        </a:prstGeom>
        <a:solidFill>
          <a:schemeClr val="accent3">
            <a:hueOff val="0"/>
            <a:satOff val="0"/>
            <a:lumOff val="0"/>
            <a:alphaOff val="0"/>
          </a:schemeClr>
        </a:solidFill>
        <a:ln w="31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8288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1</a:t>
          </a:r>
        </a:p>
      </dsp:txBody>
      <dsp:txXfrm rot="-5400000">
        <a:off x="1" y="295472"/>
        <a:ext cx="586790" cy="251481"/>
      </dsp:txXfrm>
    </dsp:sp>
    <dsp:sp modelId="{2C1E8E96-C7E4-D54D-8A4E-7D68FA35A3DB}">
      <dsp:nvSpPr>
        <dsp:cNvPr id="0" name=""/>
        <dsp:cNvSpPr/>
      </dsp:nvSpPr>
      <dsp:spPr>
        <a:xfrm rot="5400000">
          <a:off x="4440414" y="-3851545"/>
          <a:ext cx="545163" cy="8252410"/>
        </a:xfrm>
        <a:prstGeom prst="round2SameRect">
          <a:avLst/>
        </a:prstGeom>
        <a:solidFill>
          <a:schemeClr val="lt1">
            <a:alpha val="90000"/>
            <a:hueOff val="0"/>
            <a:satOff val="0"/>
            <a:lumOff val="0"/>
            <a:alphaOff val="0"/>
          </a:schemeClr>
        </a:solidFill>
        <a:ln w="31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b="0" i="0" kern="1200" dirty="0"/>
            <a:t>What customers are asking for now.</a:t>
          </a:r>
          <a:endParaRPr lang="en-US" sz="3000" kern="1200" dirty="0"/>
        </a:p>
      </dsp:txBody>
      <dsp:txXfrm rot="-5400000">
        <a:off x="586791" y="28691"/>
        <a:ext cx="8225797" cy="491937"/>
      </dsp:txXfrm>
    </dsp:sp>
    <dsp:sp modelId="{243F339F-355E-6E48-9FEC-1426426CB070}">
      <dsp:nvSpPr>
        <dsp:cNvPr id="0" name=""/>
        <dsp:cNvSpPr/>
      </dsp:nvSpPr>
      <dsp:spPr>
        <a:xfrm rot="5400000">
          <a:off x="-125740" y="845105"/>
          <a:ext cx="838271" cy="586790"/>
        </a:xfrm>
        <a:prstGeom prst="chevron">
          <a:avLst/>
        </a:prstGeom>
        <a:solidFill>
          <a:schemeClr val="accent3">
            <a:hueOff val="534666"/>
            <a:satOff val="5582"/>
            <a:lumOff val="5000"/>
            <a:alphaOff val="0"/>
          </a:schemeClr>
        </a:solidFill>
        <a:ln w="3175" cap="flat" cmpd="sng" algn="ctr">
          <a:solidFill>
            <a:schemeClr val="accent3">
              <a:hueOff val="534666"/>
              <a:satOff val="5582"/>
              <a:lumOff val="500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8288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2</a:t>
          </a:r>
        </a:p>
      </dsp:txBody>
      <dsp:txXfrm rot="-5400000">
        <a:off x="1" y="1012759"/>
        <a:ext cx="586790" cy="251481"/>
      </dsp:txXfrm>
    </dsp:sp>
    <dsp:sp modelId="{AE1A8688-BC29-C742-9012-FFC1EBF31B7C}">
      <dsp:nvSpPr>
        <dsp:cNvPr id="0" name=""/>
        <dsp:cNvSpPr/>
      </dsp:nvSpPr>
      <dsp:spPr>
        <a:xfrm rot="5400000">
          <a:off x="4440557" y="-3134402"/>
          <a:ext cx="544876" cy="8252410"/>
        </a:xfrm>
        <a:prstGeom prst="round2SameRect">
          <a:avLst/>
        </a:prstGeom>
        <a:solidFill>
          <a:schemeClr val="lt1">
            <a:alpha val="90000"/>
            <a:hueOff val="0"/>
            <a:satOff val="0"/>
            <a:lumOff val="0"/>
            <a:alphaOff val="0"/>
          </a:schemeClr>
        </a:solidFill>
        <a:ln w="3175" cap="flat" cmpd="sng" algn="ctr">
          <a:solidFill>
            <a:schemeClr val="accent3">
              <a:hueOff val="534666"/>
              <a:satOff val="5582"/>
              <a:lumOff val="50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b="0" i="0" kern="1200" dirty="0"/>
            <a:t>Why enterprise outcomes are hard to deliver.</a:t>
          </a:r>
          <a:endParaRPr lang="en-US" sz="3000" kern="1200" dirty="0"/>
        </a:p>
      </dsp:txBody>
      <dsp:txXfrm rot="-5400000">
        <a:off x="586791" y="745963"/>
        <a:ext cx="8225811" cy="491678"/>
      </dsp:txXfrm>
    </dsp:sp>
    <dsp:sp modelId="{435F307D-F0BD-E248-8AF7-0614B7072F2E}">
      <dsp:nvSpPr>
        <dsp:cNvPr id="0" name=""/>
        <dsp:cNvSpPr/>
      </dsp:nvSpPr>
      <dsp:spPr>
        <a:xfrm rot="5400000">
          <a:off x="-125740" y="1562392"/>
          <a:ext cx="838271" cy="586790"/>
        </a:xfrm>
        <a:prstGeom prst="chevron">
          <a:avLst/>
        </a:prstGeom>
        <a:solidFill>
          <a:schemeClr val="accent3">
            <a:hueOff val="1069333"/>
            <a:satOff val="11163"/>
            <a:lumOff val="10000"/>
            <a:alphaOff val="0"/>
          </a:schemeClr>
        </a:solidFill>
        <a:ln w="3175" cap="flat" cmpd="sng" algn="ctr">
          <a:solidFill>
            <a:schemeClr val="accent3">
              <a:hueOff val="1069333"/>
              <a:satOff val="11163"/>
              <a:lumOff val="1000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8288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3</a:t>
          </a:r>
        </a:p>
      </dsp:txBody>
      <dsp:txXfrm rot="-5400000">
        <a:off x="1" y="1730046"/>
        <a:ext cx="586790" cy="251481"/>
      </dsp:txXfrm>
    </dsp:sp>
    <dsp:sp modelId="{67210931-9241-BB47-82D5-C8004DC8253E}">
      <dsp:nvSpPr>
        <dsp:cNvPr id="0" name=""/>
        <dsp:cNvSpPr/>
      </dsp:nvSpPr>
      <dsp:spPr>
        <a:xfrm rot="5400000">
          <a:off x="4440557" y="-2417115"/>
          <a:ext cx="544876" cy="8252410"/>
        </a:xfrm>
        <a:prstGeom prst="round2SameRect">
          <a:avLst/>
        </a:prstGeom>
        <a:solidFill>
          <a:schemeClr val="lt1">
            <a:alpha val="90000"/>
            <a:hueOff val="0"/>
            <a:satOff val="0"/>
            <a:lumOff val="0"/>
            <a:alphaOff val="0"/>
          </a:schemeClr>
        </a:solidFill>
        <a:ln w="3175" cap="flat" cmpd="sng" algn="ctr">
          <a:solidFill>
            <a:schemeClr val="accent3">
              <a:hueOff val="1069333"/>
              <a:satOff val="11163"/>
              <a:lumOff val="100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b="0" i="0" kern="1200" dirty="0"/>
            <a:t>How Oracle brings the portfolio together.</a:t>
          </a:r>
          <a:endParaRPr lang="en-US" sz="3000" kern="1200" dirty="0"/>
        </a:p>
      </dsp:txBody>
      <dsp:txXfrm rot="-5400000">
        <a:off x="586791" y="1463250"/>
        <a:ext cx="8225811" cy="491678"/>
      </dsp:txXfrm>
    </dsp:sp>
    <dsp:sp modelId="{26F5C89B-B5D3-B348-B67B-540145C617F7}">
      <dsp:nvSpPr>
        <dsp:cNvPr id="0" name=""/>
        <dsp:cNvSpPr/>
      </dsp:nvSpPr>
      <dsp:spPr>
        <a:xfrm rot="5400000">
          <a:off x="-125740" y="2279679"/>
          <a:ext cx="838271" cy="586790"/>
        </a:xfrm>
        <a:prstGeom prst="chevron">
          <a:avLst/>
        </a:prstGeom>
        <a:solidFill>
          <a:schemeClr val="accent3">
            <a:hueOff val="1603999"/>
            <a:satOff val="16745"/>
            <a:lumOff val="15000"/>
            <a:alphaOff val="0"/>
          </a:schemeClr>
        </a:solidFill>
        <a:ln w="3175" cap="flat" cmpd="sng" algn="ctr">
          <a:solidFill>
            <a:schemeClr val="accent3">
              <a:hueOff val="1603999"/>
              <a:satOff val="16745"/>
              <a:lumOff val="1500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8288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4</a:t>
          </a:r>
        </a:p>
      </dsp:txBody>
      <dsp:txXfrm rot="-5400000">
        <a:off x="1" y="2447333"/>
        <a:ext cx="586790" cy="251481"/>
      </dsp:txXfrm>
    </dsp:sp>
    <dsp:sp modelId="{5C846370-8D46-5549-9889-F9AE73425EE7}">
      <dsp:nvSpPr>
        <dsp:cNvPr id="0" name=""/>
        <dsp:cNvSpPr/>
      </dsp:nvSpPr>
      <dsp:spPr>
        <a:xfrm rot="5400000">
          <a:off x="4440557" y="-1699828"/>
          <a:ext cx="544876" cy="8252410"/>
        </a:xfrm>
        <a:prstGeom prst="round2SameRect">
          <a:avLst/>
        </a:prstGeom>
        <a:solidFill>
          <a:schemeClr val="lt1">
            <a:alpha val="90000"/>
            <a:hueOff val="0"/>
            <a:satOff val="0"/>
            <a:lumOff val="0"/>
            <a:alphaOff val="0"/>
          </a:schemeClr>
        </a:solidFill>
        <a:ln w="3175" cap="flat" cmpd="sng" algn="ctr">
          <a:solidFill>
            <a:schemeClr val="accent3">
              <a:hueOff val="1603999"/>
              <a:satOff val="16745"/>
              <a:lumOff val="150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b="0" i="0" kern="1200" dirty="0"/>
            <a:t>Where practical AI fits.</a:t>
          </a:r>
          <a:endParaRPr lang="en-US" sz="3000" kern="1200" dirty="0"/>
        </a:p>
      </dsp:txBody>
      <dsp:txXfrm rot="-5400000">
        <a:off x="586791" y="2180537"/>
        <a:ext cx="8225811" cy="491678"/>
      </dsp:txXfrm>
    </dsp:sp>
    <dsp:sp modelId="{27BC20E8-8DEE-CC49-8325-DBF43554E126}">
      <dsp:nvSpPr>
        <dsp:cNvPr id="0" name=""/>
        <dsp:cNvSpPr/>
      </dsp:nvSpPr>
      <dsp:spPr>
        <a:xfrm rot="5400000">
          <a:off x="-125740" y="2996965"/>
          <a:ext cx="838271" cy="586790"/>
        </a:xfrm>
        <a:prstGeom prst="chevron">
          <a:avLst/>
        </a:prstGeom>
        <a:solidFill>
          <a:schemeClr val="accent3">
            <a:hueOff val="2138666"/>
            <a:satOff val="22326"/>
            <a:lumOff val="20000"/>
            <a:alphaOff val="0"/>
          </a:schemeClr>
        </a:solidFill>
        <a:ln w="3175" cap="flat" cmpd="sng" algn="ctr">
          <a:solidFill>
            <a:schemeClr val="accent3">
              <a:hueOff val="2138666"/>
              <a:satOff val="22326"/>
              <a:lumOff val="2000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8288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5</a:t>
          </a:r>
        </a:p>
      </dsp:txBody>
      <dsp:txXfrm rot="-5400000">
        <a:off x="1" y="3164619"/>
        <a:ext cx="586790" cy="251481"/>
      </dsp:txXfrm>
    </dsp:sp>
    <dsp:sp modelId="{1B6C768B-3AB9-994D-B6C3-DF22863EC554}">
      <dsp:nvSpPr>
        <dsp:cNvPr id="0" name=""/>
        <dsp:cNvSpPr/>
      </dsp:nvSpPr>
      <dsp:spPr>
        <a:xfrm rot="5400000">
          <a:off x="4440557" y="-982541"/>
          <a:ext cx="544876" cy="8252410"/>
        </a:xfrm>
        <a:prstGeom prst="round2SameRect">
          <a:avLst/>
        </a:prstGeom>
        <a:solidFill>
          <a:schemeClr val="lt1">
            <a:alpha val="90000"/>
            <a:hueOff val="0"/>
            <a:satOff val="0"/>
            <a:lumOff val="0"/>
            <a:alphaOff val="0"/>
          </a:schemeClr>
        </a:solidFill>
        <a:ln w="3175" cap="flat" cmpd="sng" algn="ctr">
          <a:solidFill>
            <a:schemeClr val="accent3">
              <a:hueOff val="2138666"/>
              <a:satOff val="22326"/>
              <a:lumOff val="200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None/>
          </a:pPr>
          <a:r>
            <a:rPr lang="en-US" sz="3000" b="0" i="0" kern="1200" dirty="0"/>
            <a:t>How to start the next outcome conversation.</a:t>
          </a:r>
          <a:endParaRPr lang="en-US" sz="3000" kern="1200" dirty="0"/>
        </a:p>
      </dsp:txBody>
      <dsp:txXfrm rot="-5400000">
        <a:off x="586791" y="2897824"/>
        <a:ext cx="8225811" cy="4916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8EE67-5035-B441-A8AD-CFA3FC3E3A74}">
      <dsp:nvSpPr>
        <dsp:cNvPr id="0" name=""/>
        <dsp:cNvSpPr/>
      </dsp:nvSpPr>
      <dsp:spPr>
        <a:xfrm>
          <a:off x="-5097234" y="-780862"/>
          <a:ext cx="6070224" cy="6070224"/>
        </a:xfrm>
        <a:prstGeom prst="blockArc">
          <a:avLst>
            <a:gd name="adj1" fmla="val 18900000"/>
            <a:gd name="adj2" fmla="val 2700000"/>
            <a:gd name="adj3" fmla="val 356"/>
          </a:avLst>
        </a:prstGeom>
        <a:noFill/>
        <a:ln w="101600" cap="flat" cmpd="sng" algn="ctr">
          <a:gradFill>
            <a:gsLst>
              <a:gs pos="0">
                <a:schemeClr val="accent3"/>
              </a:gs>
              <a:gs pos="50000">
                <a:srgbClr val="E08B4E"/>
              </a:gs>
              <a:gs pos="25000">
                <a:srgbClr val="D5683F"/>
              </a:gs>
              <a:gs pos="75000">
                <a:srgbClr val="E8AD5F"/>
              </a:gs>
              <a:gs pos="100000">
                <a:srgbClr val="F0CC71"/>
              </a:gs>
            </a:gsLst>
            <a:lin ang="5400000" scaled="1"/>
          </a:gradFill>
          <a:prstDash val="solid"/>
          <a:bevel/>
        </a:ln>
        <a:effectLst/>
      </dsp:spPr>
      <dsp:style>
        <a:lnRef idx="2">
          <a:scrgbClr r="0" g="0" b="0"/>
        </a:lnRef>
        <a:fillRef idx="0">
          <a:scrgbClr r="0" g="0" b="0"/>
        </a:fillRef>
        <a:effectRef idx="0">
          <a:scrgbClr r="0" g="0" b="0"/>
        </a:effectRef>
        <a:fontRef idx="minor"/>
      </dsp:style>
    </dsp:sp>
    <dsp:sp modelId="{75E05890-9CCD-AF4C-8E1D-ED1B1C2D1AD6}">
      <dsp:nvSpPr>
        <dsp:cNvPr id="0" name=""/>
        <dsp:cNvSpPr/>
      </dsp:nvSpPr>
      <dsp:spPr>
        <a:xfrm>
          <a:off x="425612" y="281691"/>
          <a:ext cx="10183355" cy="563742"/>
        </a:xfrm>
        <a:prstGeom prst="rect">
          <a:avLst/>
        </a:prstGeom>
        <a:solidFill>
          <a:schemeClr val="accent3">
            <a:hueOff val="0"/>
            <a:satOff val="0"/>
            <a:lumOff val="0"/>
            <a:alphaOff val="0"/>
          </a:schemeClr>
        </a:solid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471" tIns="53340" rIns="53340" bIns="53340" numCol="1" spcCol="1270" anchor="ctr" anchorCtr="0">
          <a:noAutofit/>
        </a:bodyPr>
        <a:lstStyle/>
        <a:p>
          <a:pPr marL="0" lvl="0" indent="0" algn="l" defTabSz="933450">
            <a:lnSpc>
              <a:spcPct val="90000"/>
            </a:lnSpc>
            <a:spcBef>
              <a:spcPct val="0"/>
            </a:spcBef>
            <a:spcAft>
              <a:spcPct val="35000"/>
            </a:spcAft>
            <a:buNone/>
          </a:pPr>
          <a:r>
            <a:rPr lang="en-US" sz="2100" b="0" i="0" kern="1200" dirty="0">
              <a:ln>
                <a:solidFill>
                  <a:schemeClr val="lt1">
                    <a:hueOff val="0"/>
                    <a:satOff val="0"/>
                    <a:lumOff val="0"/>
                  </a:schemeClr>
                </a:solidFill>
              </a:ln>
            </a:rPr>
            <a:t>Start with the outcome your business needs to improve.</a:t>
          </a:r>
          <a:endParaRPr lang="en-US" sz="2100" kern="1200" dirty="0">
            <a:ln>
              <a:solidFill>
                <a:schemeClr val="lt1">
                  <a:hueOff val="0"/>
                  <a:satOff val="0"/>
                  <a:lumOff val="0"/>
                </a:schemeClr>
              </a:solidFill>
            </a:ln>
          </a:endParaRPr>
        </a:p>
      </dsp:txBody>
      <dsp:txXfrm>
        <a:off x="425612" y="281691"/>
        <a:ext cx="10183355" cy="563742"/>
      </dsp:txXfrm>
    </dsp:sp>
    <dsp:sp modelId="{BE4AAAEE-3969-6048-B454-4DA549B245D2}">
      <dsp:nvSpPr>
        <dsp:cNvPr id="0" name=""/>
        <dsp:cNvSpPr/>
      </dsp:nvSpPr>
      <dsp:spPr>
        <a:xfrm>
          <a:off x="73273" y="211223"/>
          <a:ext cx="704678" cy="704678"/>
        </a:xfrm>
        <a:prstGeom prst="ellipse">
          <a:avLst/>
        </a:prstGeom>
        <a:blipFill rotWithShape="0">
          <a:blip xmlns:r="http://schemas.openxmlformats.org/officeDocument/2006/relationships" r:embed="rId1" cstate="screen">
            <a:extLst>
              <a:ext uri="{28A0092B-C50C-407E-A947-70E740481C1C}">
                <a14:useLocalDpi xmlns:a14="http://schemas.microsoft.com/office/drawing/2010/main"/>
              </a:ext>
            </a:extLst>
          </a:blip>
          <a:stretch>
            <a:fillRect/>
          </a:stretch>
        </a:blipFill>
        <a:ln w="31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3C6122-50C3-244E-9A37-015534A6BC4F}">
      <dsp:nvSpPr>
        <dsp:cNvPr id="0" name=""/>
        <dsp:cNvSpPr/>
      </dsp:nvSpPr>
      <dsp:spPr>
        <a:xfrm>
          <a:off x="829574" y="1127034"/>
          <a:ext cx="9779393" cy="563742"/>
        </a:xfrm>
        <a:prstGeom prst="rect">
          <a:avLst/>
        </a:prstGeom>
        <a:solidFill>
          <a:schemeClr val="accent3">
            <a:hueOff val="534666"/>
            <a:satOff val="5582"/>
            <a:lumOff val="5000"/>
            <a:alphaOff val="0"/>
          </a:schemeClr>
        </a:solid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471" tIns="53340" rIns="53340" bIns="53340" numCol="1" spcCol="1270" anchor="ctr" anchorCtr="0">
          <a:noAutofit/>
        </a:bodyPr>
        <a:lstStyle/>
        <a:p>
          <a:pPr marL="0" lvl="0" indent="0" algn="l" defTabSz="933450">
            <a:lnSpc>
              <a:spcPct val="90000"/>
            </a:lnSpc>
            <a:spcBef>
              <a:spcPct val="0"/>
            </a:spcBef>
            <a:spcAft>
              <a:spcPct val="35000"/>
            </a:spcAft>
            <a:buNone/>
          </a:pPr>
          <a:r>
            <a:rPr lang="en-US" sz="2100" b="0" i="0" kern="1200" dirty="0">
              <a:ln>
                <a:solidFill>
                  <a:schemeClr val="lt1">
                    <a:hueOff val="0"/>
                    <a:satOff val="0"/>
                    <a:lumOff val="0"/>
                  </a:schemeClr>
                </a:solidFill>
              </a:ln>
            </a:rPr>
            <a:t>Connect that outcome to processes, data, decisions, execution, and trust.</a:t>
          </a:r>
          <a:endParaRPr lang="en-US" sz="2100" kern="1200" dirty="0">
            <a:ln>
              <a:solidFill>
                <a:schemeClr val="lt1">
                  <a:hueOff val="0"/>
                  <a:satOff val="0"/>
                  <a:lumOff val="0"/>
                </a:schemeClr>
              </a:solidFill>
            </a:ln>
          </a:endParaRPr>
        </a:p>
      </dsp:txBody>
      <dsp:txXfrm>
        <a:off x="829574" y="1127034"/>
        <a:ext cx="9779393" cy="563742"/>
      </dsp:txXfrm>
    </dsp:sp>
    <dsp:sp modelId="{AD2C4740-5453-7A4E-833E-5737BFA47C92}">
      <dsp:nvSpPr>
        <dsp:cNvPr id="0" name=""/>
        <dsp:cNvSpPr/>
      </dsp:nvSpPr>
      <dsp:spPr>
        <a:xfrm>
          <a:off x="477235" y="1056566"/>
          <a:ext cx="704678" cy="704678"/>
        </a:xfrm>
        <a:prstGeom prst="ellipse">
          <a:avLst/>
        </a:prstGeom>
        <a:blipFill rotWithShape="0">
          <a:blip xmlns:r="http://schemas.openxmlformats.org/officeDocument/2006/relationships" r:embed="rId2" cstate="screen">
            <a:extLst>
              <a:ext uri="{28A0092B-C50C-407E-A947-70E740481C1C}">
                <a14:useLocalDpi xmlns:a14="http://schemas.microsoft.com/office/drawing/2010/main"/>
              </a:ext>
            </a:extLst>
          </a:blip>
          <a:stretch>
            <a:fillRect/>
          </a:stretch>
        </a:blipFill>
        <a:ln w="3175" cap="flat" cmpd="sng" algn="ctr">
          <a:solidFill>
            <a:schemeClr val="accent3">
              <a:hueOff val="534666"/>
              <a:satOff val="5582"/>
              <a:lumOff val="5000"/>
              <a:alphaOff val="0"/>
            </a:schemeClr>
          </a:solidFill>
          <a:prstDash val="solid"/>
        </a:ln>
        <a:effectLst/>
      </dsp:spPr>
      <dsp:style>
        <a:lnRef idx="2">
          <a:scrgbClr r="0" g="0" b="0"/>
        </a:lnRef>
        <a:fillRef idx="1">
          <a:scrgbClr r="0" g="0" b="0"/>
        </a:fillRef>
        <a:effectRef idx="0">
          <a:scrgbClr r="0" g="0" b="0"/>
        </a:effectRef>
        <a:fontRef idx="minor"/>
      </dsp:style>
    </dsp:sp>
    <dsp:sp modelId="{84E3C4F9-62F9-2046-B8F7-BC5ACD6472F6}">
      <dsp:nvSpPr>
        <dsp:cNvPr id="0" name=""/>
        <dsp:cNvSpPr/>
      </dsp:nvSpPr>
      <dsp:spPr>
        <a:xfrm>
          <a:off x="953558" y="1972378"/>
          <a:ext cx="9655409" cy="563742"/>
        </a:xfrm>
        <a:prstGeom prst="rect">
          <a:avLst/>
        </a:prstGeom>
        <a:solidFill>
          <a:schemeClr val="accent3">
            <a:hueOff val="1069333"/>
            <a:satOff val="11163"/>
            <a:lumOff val="10000"/>
            <a:alphaOff val="0"/>
          </a:schemeClr>
        </a:solid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471" tIns="53340" rIns="53340" bIns="53340" numCol="1" spcCol="1270" anchor="ctr" anchorCtr="0">
          <a:noAutofit/>
        </a:bodyPr>
        <a:lstStyle/>
        <a:p>
          <a:pPr marL="0" lvl="0" indent="0" algn="l" defTabSz="933450">
            <a:lnSpc>
              <a:spcPct val="90000"/>
            </a:lnSpc>
            <a:spcBef>
              <a:spcPct val="0"/>
            </a:spcBef>
            <a:spcAft>
              <a:spcPct val="35000"/>
            </a:spcAft>
            <a:buNone/>
          </a:pPr>
          <a:r>
            <a:rPr lang="en-US" sz="2100" b="0" i="0" kern="1200" dirty="0">
              <a:ln>
                <a:solidFill>
                  <a:schemeClr val="lt1">
                    <a:hueOff val="0"/>
                    <a:satOff val="0"/>
                    <a:lumOff val="0"/>
                  </a:schemeClr>
                </a:solidFill>
              </a:ln>
            </a:rPr>
            <a:t>Identify Oracle capabilities only where they clarify the path to value.</a:t>
          </a:r>
          <a:endParaRPr lang="en-US" sz="2100" kern="1200" dirty="0">
            <a:ln>
              <a:solidFill>
                <a:schemeClr val="lt1">
                  <a:hueOff val="0"/>
                  <a:satOff val="0"/>
                  <a:lumOff val="0"/>
                </a:schemeClr>
              </a:solidFill>
            </a:ln>
          </a:endParaRPr>
        </a:p>
      </dsp:txBody>
      <dsp:txXfrm>
        <a:off x="953558" y="1972378"/>
        <a:ext cx="9655409" cy="563742"/>
      </dsp:txXfrm>
    </dsp:sp>
    <dsp:sp modelId="{74A2A63E-D627-B04B-81AE-0A2B2541553E}">
      <dsp:nvSpPr>
        <dsp:cNvPr id="0" name=""/>
        <dsp:cNvSpPr/>
      </dsp:nvSpPr>
      <dsp:spPr>
        <a:xfrm>
          <a:off x="601218" y="1901910"/>
          <a:ext cx="704678" cy="704678"/>
        </a:xfrm>
        <a:prstGeom prst="ellipse">
          <a:avLst/>
        </a:prstGeom>
        <a:blipFill rotWithShape="0">
          <a:blip xmlns:r="http://schemas.openxmlformats.org/officeDocument/2006/relationships" r:embed="rId3" cstate="screen">
            <a:extLst>
              <a:ext uri="{28A0092B-C50C-407E-A947-70E740481C1C}">
                <a14:useLocalDpi xmlns:a14="http://schemas.microsoft.com/office/drawing/2010/main"/>
              </a:ext>
            </a:extLst>
          </a:blip>
          <a:stretch>
            <a:fillRect/>
          </a:stretch>
        </a:blipFill>
        <a:ln w="3175" cap="flat" cmpd="sng" algn="ctr">
          <a:solidFill>
            <a:schemeClr val="accent3">
              <a:hueOff val="1069333"/>
              <a:satOff val="11163"/>
              <a:lumOff val="10000"/>
              <a:alphaOff val="0"/>
            </a:schemeClr>
          </a:solidFill>
          <a:prstDash val="solid"/>
        </a:ln>
        <a:effectLst/>
      </dsp:spPr>
      <dsp:style>
        <a:lnRef idx="2">
          <a:scrgbClr r="0" g="0" b="0"/>
        </a:lnRef>
        <a:fillRef idx="1">
          <a:scrgbClr r="0" g="0" b="0"/>
        </a:fillRef>
        <a:effectRef idx="0">
          <a:scrgbClr r="0" g="0" b="0"/>
        </a:effectRef>
        <a:fontRef idx="minor"/>
      </dsp:style>
    </dsp:sp>
    <dsp:sp modelId="{86628370-6F5B-4A43-BF2E-0A01AB1D6214}">
      <dsp:nvSpPr>
        <dsp:cNvPr id="0" name=""/>
        <dsp:cNvSpPr/>
      </dsp:nvSpPr>
      <dsp:spPr>
        <a:xfrm>
          <a:off x="829574" y="2817722"/>
          <a:ext cx="9779393" cy="563742"/>
        </a:xfrm>
        <a:prstGeom prst="rect">
          <a:avLst/>
        </a:prstGeom>
        <a:solidFill>
          <a:srgbClr val="DBA35A"/>
        </a:solid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471" tIns="53340" rIns="53340" bIns="53340" numCol="1" spcCol="1270" anchor="ctr" anchorCtr="0">
          <a:noAutofit/>
        </a:bodyPr>
        <a:lstStyle/>
        <a:p>
          <a:pPr marL="0" lvl="0" indent="0" algn="l" defTabSz="933450">
            <a:lnSpc>
              <a:spcPct val="90000"/>
            </a:lnSpc>
            <a:spcBef>
              <a:spcPct val="0"/>
            </a:spcBef>
            <a:spcAft>
              <a:spcPct val="35000"/>
            </a:spcAft>
            <a:buNone/>
          </a:pPr>
          <a:r>
            <a:rPr lang="en-US" sz="2100" b="0" i="0" kern="1200" dirty="0">
              <a:ln>
                <a:solidFill>
                  <a:schemeClr val="lt1">
                    <a:hueOff val="0"/>
                    <a:satOff val="0"/>
                    <a:lumOff val="0"/>
                  </a:schemeClr>
                </a:solidFill>
              </a:ln>
            </a:rPr>
            <a:t>Coordinate applications, data, cloud, AI, and integration behind the outcome.</a:t>
          </a:r>
          <a:endParaRPr lang="en-US" sz="2100" kern="1200" dirty="0">
            <a:ln>
              <a:solidFill>
                <a:schemeClr val="lt1">
                  <a:hueOff val="0"/>
                  <a:satOff val="0"/>
                  <a:lumOff val="0"/>
                </a:schemeClr>
              </a:solidFill>
            </a:ln>
          </a:endParaRPr>
        </a:p>
      </dsp:txBody>
      <dsp:txXfrm>
        <a:off x="829574" y="2817722"/>
        <a:ext cx="9779393" cy="563742"/>
      </dsp:txXfrm>
    </dsp:sp>
    <dsp:sp modelId="{4DC2872F-B29E-C34C-A780-D3D3653CA647}">
      <dsp:nvSpPr>
        <dsp:cNvPr id="0" name=""/>
        <dsp:cNvSpPr/>
      </dsp:nvSpPr>
      <dsp:spPr>
        <a:xfrm>
          <a:off x="477235" y="2747254"/>
          <a:ext cx="704678" cy="704678"/>
        </a:xfrm>
        <a:prstGeom prst="ellipse">
          <a:avLst/>
        </a:prstGeom>
        <a:blipFill dpi="0" rotWithShape="0">
          <a:blip xmlns:r="http://schemas.openxmlformats.org/officeDocument/2006/relationships" r:embed="rId4" cstate="screen">
            <a:extLst>
              <a:ext uri="{28A0092B-C50C-407E-A947-70E740481C1C}">
                <a14:useLocalDpi xmlns:a14="http://schemas.microsoft.com/office/drawing/2010/main"/>
              </a:ext>
            </a:extLst>
          </a:blip>
          <a:srcRect/>
          <a:stretch>
            <a:fillRect r="1" b="1"/>
          </a:stretch>
        </a:blipFill>
        <a:ln w="3175" cap="flat" cmpd="sng" algn="ctr">
          <a:solidFill>
            <a:schemeClr val="accent3">
              <a:hueOff val="1603999"/>
              <a:satOff val="16745"/>
              <a:lumOff val="15000"/>
              <a:alphaOff val="0"/>
            </a:schemeClr>
          </a:solidFill>
          <a:prstDash val="solid"/>
        </a:ln>
        <a:effectLst/>
      </dsp:spPr>
      <dsp:style>
        <a:lnRef idx="2">
          <a:scrgbClr r="0" g="0" b="0"/>
        </a:lnRef>
        <a:fillRef idx="1">
          <a:scrgbClr r="0" g="0" b="0"/>
        </a:fillRef>
        <a:effectRef idx="0">
          <a:scrgbClr r="0" g="0" b="0"/>
        </a:effectRef>
        <a:fontRef idx="minor"/>
      </dsp:style>
    </dsp:sp>
    <dsp:sp modelId="{C1266DE5-FD74-F447-A71C-47CDF47EE393}">
      <dsp:nvSpPr>
        <dsp:cNvPr id="0" name=""/>
        <dsp:cNvSpPr/>
      </dsp:nvSpPr>
      <dsp:spPr>
        <a:xfrm>
          <a:off x="425612" y="3663066"/>
          <a:ext cx="10183355" cy="563742"/>
        </a:xfrm>
        <a:prstGeom prst="rect">
          <a:avLst/>
        </a:prstGeom>
        <a:solidFill>
          <a:srgbClr val="CFB060"/>
        </a:solid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471" tIns="53340" rIns="53340" bIns="53340" numCol="1" spcCol="1270" anchor="ctr" anchorCtr="0">
          <a:noAutofit/>
        </a:bodyPr>
        <a:lstStyle/>
        <a:p>
          <a:pPr marL="0" lvl="0" indent="0" algn="l" defTabSz="933450">
            <a:lnSpc>
              <a:spcPct val="90000"/>
            </a:lnSpc>
            <a:spcBef>
              <a:spcPct val="0"/>
            </a:spcBef>
            <a:spcAft>
              <a:spcPct val="35000"/>
            </a:spcAft>
            <a:buNone/>
          </a:pPr>
          <a:r>
            <a:rPr lang="en-US" sz="2100" b="0" i="0" kern="1200" dirty="0">
              <a:ln>
                <a:solidFill>
                  <a:schemeClr val="lt1">
                    <a:hueOff val="0"/>
                    <a:satOff val="0"/>
                    <a:lumOff val="0"/>
                  </a:schemeClr>
                </a:solidFill>
              </a:ln>
            </a:rPr>
            <a:t>Help teams execute with less customer-managed complexity.</a:t>
          </a:r>
          <a:endParaRPr lang="en-US" sz="2100" kern="1200" dirty="0">
            <a:ln>
              <a:solidFill>
                <a:schemeClr val="lt1">
                  <a:hueOff val="0"/>
                  <a:satOff val="0"/>
                  <a:lumOff val="0"/>
                </a:schemeClr>
              </a:solidFill>
            </a:ln>
          </a:endParaRPr>
        </a:p>
      </dsp:txBody>
      <dsp:txXfrm>
        <a:off x="425612" y="3663066"/>
        <a:ext cx="10183355" cy="563742"/>
      </dsp:txXfrm>
    </dsp:sp>
    <dsp:sp modelId="{CB482CDC-CC6E-5343-B0B6-006183AF22C7}">
      <dsp:nvSpPr>
        <dsp:cNvPr id="0" name=""/>
        <dsp:cNvSpPr/>
      </dsp:nvSpPr>
      <dsp:spPr>
        <a:xfrm>
          <a:off x="73273" y="3592598"/>
          <a:ext cx="704678" cy="704678"/>
        </a:xfrm>
        <a:prstGeom prst="ellipse">
          <a:avLst/>
        </a:prstGeom>
        <a:blipFill rotWithShape="0">
          <a:blip xmlns:r="http://schemas.openxmlformats.org/officeDocument/2006/relationships" r:embed="rId5" cstate="screen">
            <a:extLst>
              <a:ext uri="{28A0092B-C50C-407E-A947-70E740481C1C}">
                <a14:useLocalDpi xmlns:a14="http://schemas.microsoft.com/office/drawing/2010/main"/>
              </a:ext>
            </a:extLst>
          </a:blip>
          <a:stretch>
            <a:fillRect/>
          </a:stretch>
        </a:blipFill>
        <a:ln w="3175" cap="flat" cmpd="sng" algn="ctr">
          <a:solidFill>
            <a:schemeClr val="accent3">
              <a:hueOff val="2138666"/>
              <a:satOff val="22326"/>
              <a:lumOff val="2000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F6494F-8DBF-374D-9558-C80BA3404EC8}">
      <dsp:nvSpPr>
        <dsp:cNvPr id="0" name=""/>
        <dsp:cNvSpPr/>
      </dsp:nvSpPr>
      <dsp:spPr>
        <a:xfrm rot="10800000">
          <a:off x="2691747" y="2201"/>
          <a:ext cx="9941560" cy="750682"/>
        </a:xfrm>
        <a:prstGeom prst="homePlate">
          <a:avLst/>
        </a:prstGeom>
        <a:solidFill>
          <a:schemeClr val="accent1">
            <a:shade val="80000"/>
            <a:hueOff val="0"/>
            <a:satOff val="0"/>
            <a:lumOff val="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Enterprise applications carry the processes, approvals, and decisions that run the business.</a:t>
          </a:r>
          <a:endParaRPr lang="en-US" sz="1800" kern="1200" dirty="0"/>
        </a:p>
      </dsp:txBody>
      <dsp:txXfrm rot="10800000">
        <a:off x="2879417" y="2201"/>
        <a:ext cx="9753890" cy="750682"/>
      </dsp:txXfrm>
    </dsp:sp>
    <dsp:sp modelId="{64A604DC-9E6F-9A47-89E8-A195EC03B009}">
      <dsp:nvSpPr>
        <dsp:cNvPr id="0" name=""/>
        <dsp:cNvSpPr/>
      </dsp:nvSpPr>
      <dsp:spPr>
        <a:xfrm>
          <a:off x="1949307" y="2201"/>
          <a:ext cx="750682" cy="750682"/>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F03F42D1-F92D-2C41-96C9-CF924E1253B3}">
      <dsp:nvSpPr>
        <dsp:cNvPr id="0" name=""/>
        <dsp:cNvSpPr/>
      </dsp:nvSpPr>
      <dsp:spPr>
        <a:xfrm rot="10800000">
          <a:off x="2691747" y="940554"/>
          <a:ext cx="9941560" cy="750682"/>
        </a:xfrm>
        <a:prstGeom prst="homePlate">
          <a:avLst/>
        </a:prstGeom>
        <a:solidFill>
          <a:schemeClr val="accent1">
            <a:shade val="80000"/>
            <a:hueOff val="155771"/>
            <a:satOff val="-20451"/>
            <a:lumOff val="10673"/>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Fusion Apps help organize work around finance, </a:t>
          </a:r>
          <a:br>
            <a:rPr lang="en-US" sz="1800" b="0" i="0" kern="1200" dirty="0"/>
          </a:br>
          <a:r>
            <a:rPr lang="en-US" sz="1800" b="0" i="0" kern="1200" dirty="0"/>
            <a:t>HR, supply chain, customer, and operational priorities.</a:t>
          </a:r>
          <a:endParaRPr lang="en-US" sz="1800" kern="1200" dirty="0"/>
        </a:p>
      </dsp:txBody>
      <dsp:txXfrm rot="10800000">
        <a:off x="2879417" y="940554"/>
        <a:ext cx="9753890" cy="750682"/>
      </dsp:txXfrm>
    </dsp:sp>
    <dsp:sp modelId="{9D9750C2-DAE0-8845-9D4A-0AD0C97D8A2E}">
      <dsp:nvSpPr>
        <dsp:cNvPr id="0" name=""/>
        <dsp:cNvSpPr/>
      </dsp:nvSpPr>
      <dsp:spPr>
        <a:xfrm>
          <a:off x="1949307" y="940554"/>
          <a:ext cx="750682" cy="750682"/>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57991346-3EFB-3E4E-B154-2B0B56F10258}">
      <dsp:nvSpPr>
        <dsp:cNvPr id="0" name=""/>
        <dsp:cNvSpPr/>
      </dsp:nvSpPr>
      <dsp:spPr>
        <a:xfrm rot="10800000">
          <a:off x="2691747" y="1878908"/>
          <a:ext cx="9941560" cy="750682"/>
        </a:xfrm>
        <a:prstGeom prst="homePlate">
          <a:avLst/>
        </a:prstGeom>
        <a:solidFill>
          <a:schemeClr val="accent1">
            <a:shade val="80000"/>
            <a:hueOff val="311542"/>
            <a:satOff val="-40903"/>
            <a:lumOff val="21347"/>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Application context makes AI more useful because it is grounded in real workflows.</a:t>
          </a:r>
          <a:endParaRPr lang="en-US" sz="1800" kern="1200" dirty="0"/>
        </a:p>
      </dsp:txBody>
      <dsp:txXfrm rot="10800000">
        <a:off x="2879417" y="1878908"/>
        <a:ext cx="9753890" cy="750682"/>
      </dsp:txXfrm>
    </dsp:sp>
    <dsp:sp modelId="{EC63BB3D-3D5F-AC48-A1B1-ECF13CAEF51B}">
      <dsp:nvSpPr>
        <dsp:cNvPr id="0" name=""/>
        <dsp:cNvSpPr/>
      </dsp:nvSpPr>
      <dsp:spPr>
        <a:xfrm>
          <a:off x="1949307" y="1878908"/>
          <a:ext cx="750682" cy="750682"/>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9D873F11-D575-7746-90CB-074CD2E6B6D8}">
      <dsp:nvSpPr>
        <dsp:cNvPr id="0" name=""/>
        <dsp:cNvSpPr/>
      </dsp:nvSpPr>
      <dsp:spPr>
        <a:xfrm rot="10800000">
          <a:off x="2691747" y="2817262"/>
          <a:ext cx="9941560" cy="750682"/>
        </a:xfrm>
        <a:prstGeom prst="homePlate">
          <a:avLst/>
        </a:prstGeom>
        <a:solidFill>
          <a:schemeClr val="accent1">
            <a:shade val="80000"/>
            <a:hueOff val="467313"/>
            <a:satOff val="-61354"/>
            <a:lumOff val="3202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This is often where the outcome conversation starts.</a:t>
          </a:r>
          <a:endParaRPr lang="en-US" sz="1800" kern="1200" dirty="0"/>
        </a:p>
      </dsp:txBody>
      <dsp:txXfrm rot="10800000">
        <a:off x="2879417" y="2817262"/>
        <a:ext cx="9753890" cy="750682"/>
      </dsp:txXfrm>
    </dsp:sp>
    <dsp:sp modelId="{48723828-20AF-5A4A-B815-DD953825C3CE}">
      <dsp:nvSpPr>
        <dsp:cNvPr id="0" name=""/>
        <dsp:cNvSpPr/>
      </dsp:nvSpPr>
      <dsp:spPr>
        <a:xfrm>
          <a:off x="1949307" y="2817262"/>
          <a:ext cx="750682" cy="750682"/>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7EF105FC-58DA-4641-89F9-DFBFDCC19A47}">
      <dsp:nvSpPr>
        <dsp:cNvPr id="0" name=""/>
        <dsp:cNvSpPr/>
      </dsp:nvSpPr>
      <dsp:spPr>
        <a:xfrm rot="10800000">
          <a:off x="2691747" y="3755615"/>
          <a:ext cx="9941560" cy="750682"/>
        </a:xfrm>
        <a:prstGeom prst="homePlate">
          <a:avLst/>
        </a:prstGeom>
        <a:solidFill>
          <a:schemeClr val="accent1">
            <a:shade val="80000"/>
            <a:hueOff val="623084"/>
            <a:satOff val="-81805"/>
            <a:lumOff val="42693"/>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The value expands when applications connect to data, cloud, and integration.</a:t>
          </a:r>
          <a:endParaRPr lang="en-US" sz="1800" kern="1200" dirty="0"/>
        </a:p>
      </dsp:txBody>
      <dsp:txXfrm rot="10800000">
        <a:off x="2879417" y="3755615"/>
        <a:ext cx="9753890" cy="750682"/>
      </dsp:txXfrm>
    </dsp:sp>
    <dsp:sp modelId="{66A44305-199E-634A-AE9B-90589EA4937B}">
      <dsp:nvSpPr>
        <dsp:cNvPr id="0" name=""/>
        <dsp:cNvSpPr/>
      </dsp:nvSpPr>
      <dsp:spPr>
        <a:xfrm>
          <a:off x="1949307" y="3755615"/>
          <a:ext cx="750682" cy="750682"/>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74BB5F-E30A-1940-B812-867920A22506}">
      <dsp:nvSpPr>
        <dsp:cNvPr id="0" name=""/>
        <dsp:cNvSpPr/>
      </dsp:nvSpPr>
      <dsp:spPr>
        <a:xfrm rot="10800000">
          <a:off x="2634616" y="2201"/>
          <a:ext cx="9714738" cy="750682"/>
        </a:xfrm>
        <a:prstGeom prst="homePlate">
          <a:avLst/>
        </a:prstGeom>
        <a:solidFill>
          <a:schemeClr val="accent2">
            <a:shade val="80000"/>
            <a:hueOff val="0"/>
            <a:satOff val="0"/>
            <a:lumOff val="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1030"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Enterprise outcomes depend on trusted data.</a:t>
          </a:r>
          <a:endParaRPr lang="en-US" sz="1800" kern="1200" dirty="0"/>
        </a:p>
      </dsp:txBody>
      <dsp:txXfrm rot="10800000">
        <a:off x="2822286" y="2201"/>
        <a:ext cx="9527068" cy="750682"/>
      </dsp:txXfrm>
    </dsp:sp>
    <dsp:sp modelId="{DD36B553-7B9D-A349-A862-8D285F3FE80F}">
      <dsp:nvSpPr>
        <dsp:cNvPr id="0" name=""/>
        <dsp:cNvSpPr/>
      </dsp:nvSpPr>
      <dsp:spPr>
        <a:xfrm>
          <a:off x="1892175" y="2201"/>
          <a:ext cx="750682" cy="750682"/>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00302D8A-A7F6-BD48-A640-2F23C6AE0F13}">
      <dsp:nvSpPr>
        <dsp:cNvPr id="0" name=""/>
        <dsp:cNvSpPr/>
      </dsp:nvSpPr>
      <dsp:spPr>
        <a:xfrm rot="10800000">
          <a:off x="2634616" y="940554"/>
          <a:ext cx="9714738" cy="750682"/>
        </a:xfrm>
        <a:prstGeom prst="homePlate">
          <a:avLst/>
        </a:prstGeom>
        <a:solidFill>
          <a:schemeClr val="accent2">
            <a:shade val="80000"/>
            <a:hueOff val="40827"/>
            <a:satOff val="-4763"/>
            <a:lumOff val="8516"/>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1030"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Oracle's database and data capabilities support the information core behind decisions.</a:t>
          </a:r>
          <a:endParaRPr lang="en-US" sz="1800" kern="1200" dirty="0"/>
        </a:p>
      </dsp:txBody>
      <dsp:txXfrm rot="10800000">
        <a:off x="2822286" y="940554"/>
        <a:ext cx="9527068" cy="750682"/>
      </dsp:txXfrm>
    </dsp:sp>
    <dsp:sp modelId="{FF2920AC-4AF6-9E44-B3D0-C87B11463126}">
      <dsp:nvSpPr>
        <dsp:cNvPr id="0" name=""/>
        <dsp:cNvSpPr/>
      </dsp:nvSpPr>
      <dsp:spPr>
        <a:xfrm>
          <a:off x="1892175" y="940554"/>
          <a:ext cx="750682" cy="750682"/>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59536076-A598-6E4E-824D-7AE0D2462484}">
      <dsp:nvSpPr>
        <dsp:cNvPr id="0" name=""/>
        <dsp:cNvSpPr/>
      </dsp:nvSpPr>
      <dsp:spPr>
        <a:xfrm rot="10800000">
          <a:off x="2634616" y="1878908"/>
          <a:ext cx="9714738" cy="750682"/>
        </a:xfrm>
        <a:prstGeom prst="homePlate">
          <a:avLst/>
        </a:prstGeom>
        <a:solidFill>
          <a:schemeClr val="accent2">
            <a:shade val="80000"/>
            <a:hueOff val="81655"/>
            <a:satOff val="-9525"/>
            <a:lumOff val="17033"/>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1030"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Better data context improves application, AI, and analytics conversations.</a:t>
          </a:r>
          <a:endParaRPr lang="en-US" sz="1800" kern="1200" dirty="0"/>
        </a:p>
      </dsp:txBody>
      <dsp:txXfrm rot="10800000">
        <a:off x="2822286" y="1878908"/>
        <a:ext cx="9527068" cy="750682"/>
      </dsp:txXfrm>
    </dsp:sp>
    <dsp:sp modelId="{BBD9D660-A2D7-7047-8724-EDC3067B25B7}">
      <dsp:nvSpPr>
        <dsp:cNvPr id="0" name=""/>
        <dsp:cNvSpPr/>
      </dsp:nvSpPr>
      <dsp:spPr>
        <a:xfrm>
          <a:off x="1892175" y="1878908"/>
          <a:ext cx="750682" cy="750682"/>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C32C52F3-72F1-6F4C-A7B1-82D460AC460B}">
      <dsp:nvSpPr>
        <dsp:cNvPr id="0" name=""/>
        <dsp:cNvSpPr/>
      </dsp:nvSpPr>
      <dsp:spPr>
        <a:xfrm rot="10800000">
          <a:off x="2634616" y="2817262"/>
          <a:ext cx="9714738" cy="750682"/>
        </a:xfrm>
        <a:prstGeom prst="homePlate">
          <a:avLst/>
        </a:prstGeom>
        <a:solidFill>
          <a:schemeClr val="accent2">
            <a:shade val="80000"/>
            <a:hueOff val="122482"/>
            <a:satOff val="-14288"/>
            <a:lumOff val="25549"/>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1030"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Trustworthy data helps teams move from insight to action with more confidence.</a:t>
          </a:r>
          <a:endParaRPr lang="en-US" sz="1800" kern="1200" dirty="0"/>
        </a:p>
      </dsp:txBody>
      <dsp:txXfrm rot="10800000">
        <a:off x="2822286" y="2817262"/>
        <a:ext cx="9527068" cy="750682"/>
      </dsp:txXfrm>
    </dsp:sp>
    <dsp:sp modelId="{7D905D18-3911-1A46-8BFA-2D32DBE9768E}">
      <dsp:nvSpPr>
        <dsp:cNvPr id="0" name=""/>
        <dsp:cNvSpPr/>
      </dsp:nvSpPr>
      <dsp:spPr>
        <a:xfrm>
          <a:off x="1892175" y="2817262"/>
          <a:ext cx="750682" cy="750682"/>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0A575F73-3D9C-D042-8EBE-F555C7588D55}">
      <dsp:nvSpPr>
        <dsp:cNvPr id="0" name=""/>
        <dsp:cNvSpPr/>
      </dsp:nvSpPr>
      <dsp:spPr>
        <a:xfrm rot="10800000">
          <a:off x="2634616" y="3755615"/>
          <a:ext cx="9714738" cy="750682"/>
        </a:xfrm>
        <a:prstGeom prst="homePlate">
          <a:avLst/>
        </a:prstGeom>
        <a:solidFill>
          <a:schemeClr val="accent2">
            <a:shade val="80000"/>
            <a:hueOff val="163310"/>
            <a:satOff val="-19050"/>
            <a:lumOff val="34066"/>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1030"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The value grows when data connects across the customer environment.</a:t>
          </a:r>
          <a:endParaRPr lang="en-US" sz="1800" kern="1200" dirty="0"/>
        </a:p>
      </dsp:txBody>
      <dsp:txXfrm rot="10800000">
        <a:off x="2822286" y="3755615"/>
        <a:ext cx="9527068" cy="750682"/>
      </dsp:txXfrm>
    </dsp:sp>
    <dsp:sp modelId="{87441F7E-D4C3-464B-9A5C-387B6BE8BD09}">
      <dsp:nvSpPr>
        <dsp:cNvPr id="0" name=""/>
        <dsp:cNvSpPr/>
      </dsp:nvSpPr>
      <dsp:spPr>
        <a:xfrm>
          <a:off x="1892175" y="3755615"/>
          <a:ext cx="750682" cy="750682"/>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7C7DF9-3F4C-614B-9037-B5E09EB5E7B4}">
      <dsp:nvSpPr>
        <dsp:cNvPr id="0" name=""/>
        <dsp:cNvSpPr/>
      </dsp:nvSpPr>
      <dsp:spPr>
        <a:xfrm rot="10800000">
          <a:off x="2742739" y="2201"/>
          <a:ext cx="10086340" cy="750682"/>
        </a:xfrm>
        <a:prstGeom prst="homePlate">
          <a:avLst/>
        </a:prstGeom>
        <a:solidFill>
          <a:schemeClr val="accent6">
            <a:shade val="80000"/>
            <a:hueOff val="0"/>
            <a:satOff val="0"/>
            <a:lumOff val="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OCI supports enterprise cloud and AI workloads as part of the broader Oracle portfolio.</a:t>
          </a:r>
          <a:endParaRPr lang="en-US" sz="1800" kern="1200" dirty="0"/>
        </a:p>
      </dsp:txBody>
      <dsp:txXfrm rot="10800000">
        <a:off x="2930409" y="2201"/>
        <a:ext cx="9898670" cy="750682"/>
      </dsp:txXfrm>
    </dsp:sp>
    <dsp:sp modelId="{EA8C5E5A-F94D-984B-BF42-0D3D5CA8CC86}">
      <dsp:nvSpPr>
        <dsp:cNvPr id="0" name=""/>
        <dsp:cNvSpPr/>
      </dsp:nvSpPr>
      <dsp:spPr>
        <a:xfrm>
          <a:off x="1985774" y="2201"/>
          <a:ext cx="750682" cy="750682"/>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B3D7B32E-0222-6E43-817B-267D59E34223}">
      <dsp:nvSpPr>
        <dsp:cNvPr id="0" name=""/>
        <dsp:cNvSpPr/>
      </dsp:nvSpPr>
      <dsp:spPr>
        <a:xfrm rot="10800000">
          <a:off x="2742739" y="940554"/>
          <a:ext cx="10086340" cy="750682"/>
        </a:xfrm>
        <a:prstGeom prst="homePlate">
          <a:avLst/>
        </a:prstGeom>
        <a:solidFill>
          <a:schemeClr val="accent6">
            <a:shade val="80000"/>
            <a:hueOff val="-22141"/>
            <a:satOff val="424"/>
            <a:lumOff val="5109"/>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Fusion Agentic Applications bring AI into business workflows.</a:t>
          </a:r>
          <a:endParaRPr lang="en-US" sz="1800" kern="1200" dirty="0"/>
        </a:p>
      </dsp:txBody>
      <dsp:txXfrm rot="10800000">
        <a:off x="2930409" y="940554"/>
        <a:ext cx="9898670" cy="750682"/>
      </dsp:txXfrm>
    </dsp:sp>
    <dsp:sp modelId="{19AA5F25-4EB7-AE44-941F-D2090D19745B}">
      <dsp:nvSpPr>
        <dsp:cNvPr id="0" name=""/>
        <dsp:cNvSpPr/>
      </dsp:nvSpPr>
      <dsp:spPr>
        <a:xfrm>
          <a:off x="1985774" y="940554"/>
          <a:ext cx="750682" cy="750682"/>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D30AFCCF-321C-5544-8FCE-D533B6DE55A6}">
      <dsp:nvSpPr>
        <dsp:cNvPr id="0" name=""/>
        <dsp:cNvSpPr/>
      </dsp:nvSpPr>
      <dsp:spPr>
        <a:xfrm rot="10800000">
          <a:off x="2742739" y="1878908"/>
          <a:ext cx="10086340" cy="750682"/>
        </a:xfrm>
        <a:prstGeom prst="homePlate">
          <a:avLst/>
        </a:prstGeom>
        <a:solidFill>
          <a:schemeClr val="accent6">
            <a:shade val="80000"/>
            <a:hueOff val="-44283"/>
            <a:satOff val="848"/>
            <a:lumOff val="10218"/>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Fusion AI Agent Studio helps shape agents around business outcomes.</a:t>
          </a:r>
          <a:endParaRPr lang="en-US" sz="1800" kern="1200" dirty="0"/>
        </a:p>
      </dsp:txBody>
      <dsp:txXfrm rot="10800000">
        <a:off x="2930409" y="1878908"/>
        <a:ext cx="9898670" cy="750682"/>
      </dsp:txXfrm>
    </dsp:sp>
    <dsp:sp modelId="{F21876F5-F74B-8A41-8A19-5C89A3D5F4BB}">
      <dsp:nvSpPr>
        <dsp:cNvPr id="0" name=""/>
        <dsp:cNvSpPr/>
      </dsp:nvSpPr>
      <dsp:spPr>
        <a:xfrm>
          <a:off x="1985774" y="1878908"/>
          <a:ext cx="750682" cy="750682"/>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19D8913B-C710-3C48-8EFF-3503121725DB}">
      <dsp:nvSpPr>
        <dsp:cNvPr id="0" name=""/>
        <dsp:cNvSpPr/>
      </dsp:nvSpPr>
      <dsp:spPr>
        <a:xfrm rot="10800000">
          <a:off x="2742739" y="2817262"/>
          <a:ext cx="10086340" cy="750682"/>
        </a:xfrm>
        <a:prstGeom prst="homePlate">
          <a:avLst/>
        </a:prstGeom>
        <a:solidFill>
          <a:schemeClr val="accent6">
            <a:shade val="80000"/>
            <a:hueOff val="-66424"/>
            <a:satOff val="1272"/>
            <a:lumOff val="15327"/>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OCI AI Advantage and AI Success Navigator support planning, adoption, and value realization.</a:t>
          </a:r>
          <a:endParaRPr lang="en-US" sz="1800" kern="1200" dirty="0"/>
        </a:p>
      </dsp:txBody>
      <dsp:txXfrm rot="10800000">
        <a:off x="2930409" y="2817262"/>
        <a:ext cx="9898670" cy="750682"/>
      </dsp:txXfrm>
    </dsp:sp>
    <dsp:sp modelId="{C137C5B9-C5F9-7548-9D4E-C2A3B4B64BC2}">
      <dsp:nvSpPr>
        <dsp:cNvPr id="0" name=""/>
        <dsp:cNvSpPr/>
      </dsp:nvSpPr>
      <dsp:spPr>
        <a:xfrm>
          <a:off x="1985774" y="2817262"/>
          <a:ext cx="750682" cy="750682"/>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FEAF8FBB-9A0C-1E4A-BA95-55192F316B40}">
      <dsp:nvSpPr>
        <dsp:cNvPr id="0" name=""/>
        <dsp:cNvSpPr/>
      </dsp:nvSpPr>
      <dsp:spPr>
        <a:xfrm rot="10800000">
          <a:off x="2742739" y="3755615"/>
          <a:ext cx="10086340" cy="750682"/>
        </a:xfrm>
        <a:prstGeom prst="homePlate">
          <a:avLst/>
        </a:prstGeom>
        <a:solidFill>
          <a:schemeClr val="accent6">
            <a:shade val="80000"/>
            <a:hueOff val="-88565"/>
            <a:satOff val="1696"/>
            <a:lumOff val="20436"/>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68580" rIns="9144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Human accountability remains central to trustworthy AI.</a:t>
          </a:r>
          <a:endParaRPr lang="en-US" sz="1800" kern="1200" dirty="0"/>
        </a:p>
      </dsp:txBody>
      <dsp:txXfrm rot="10800000">
        <a:off x="2930409" y="3755615"/>
        <a:ext cx="9898670" cy="750682"/>
      </dsp:txXfrm>
    </dsp:sp>
    <dsp:sp modelId="{DB0EC927-328D-EC49-983A-F38423C5203A}">
      <dsp:nvSpPr>
        <dsp:cNvPr id="0" name=""/>
        <dsp:cNvSpPr/>
      </dsp:nvSpPr>
      <dsp:spPr>
        <a:xfrm>
          <a:off x="1985774" y="3755615"/>
          <a:ext cx="750682" cy="750682"/>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381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D9D10E-FAB7-AE4A-B111-6CB7BAA5A757}">
      <dsp:nvSpPr>
        <dsp:cNvPr id="0" name=""/>
        <dsp:cNvSpPr/>
      </dsp:nvSpPr>
      <dsp:spPr>
        <a:xfrm>
          <a:off x="10" y="0"/>
          <a:ext cx="2084834" cy="4508500"/>
        </a:xfrm>
        <a:prstGeom prst="roundRect">
          <a:avLst>
            <a:gd name="adj" fmla="val 10000"/>
          </a:avLst>
        </a:prstGeom>
        <a:solidFill>
          <a:schemeClr val="accent3">
            <a:hueOff val="0"/>
            <a:satOff val="0"/>
            <a:lumOff val="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dirty="0"/>
            <a:t>Most customer environments are heterogeneous.</a:t>
          </a:r>
          <a:endParaRPr lang="en-US" sz="1600" kern="1200" dirty="0"/>
        </a:p>
      </dsp:txBody>
      <dsp:txXfrm>
        <a:off x="10" y="1803400"/>
        <a:ext cx="2084834" cy="1803400"/>
      </dsp:txXfrm>
    </dsp:sp>
    <dsp:sp modelId="{12EC2E9D-BB03-B048-A5A6-A37907548D60}">
      <dsp:nvSpPr>
        <dsp:cNvPr id="0" name=""/>
        <dsp:cNvSpPr/>
      </dsp:nvSpPr>
      <dsp:spPr>
        <a:xfrm>
          <a:off x="291762" y="270510"/>
          <a:ext cx="1501330" cy="1501330"/>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3E9F15A-6252-1F41-A41A-357CF9B26716}">
      <dsp:nvSpPr>
        <dsp:cNvPr id="0" name=""/>
        <dsp:cNvSpPr/>
      </dsp:nvSpPr>
      <dsp:spPr>
        <a:xfrm>
          <a:off x="2146590" y="0"/>
          <a:ext cx="2084834" cy="4508500"/>
        </a:xfrm>
        <a:prstGeom prst="roundRect">
          <a:avLst>
            <a:gd name="adj" fmla="val 10000"/>
          </a:avLst>
        </a:prstGeom>
        <a:solidFill>
          <a:schemeClr val="accent3">
            <a:hueOff val="534666"/>
            <a:satOff val="5582"/>
            <a:lumOff val="500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dirty="0"/>
            <a:t>Oracle value can connect beyond Oracle-only boundaries.</a:t>
          </a:r>
          <a:endParaRPr lang="en-US" sz="1600" kern="1200" dirty="0"/>
        </a:p>
      </dsp:txBody>
      <dsp:txXfrm>
        <a:off x="2146590" y="1803400"/>
        <a:ext cx="2084834" cy="1803400"/>
      </dsp:txXfrm>
    </dsp:sp>
    <dsp:sp modelId="{484E2017-EFC3-394D-A8F3-2EC5EC405C33}">
      <dsp:nvSpPr>
        <dsp:cNvPr id="0" name=""/>
        <dsp:cNvSpPr/>
      </dsp:nvSpPr>
      <dsp:spPr>
        <a:xfrm>
          <a:off x="2438342" y="270510"/>
          <a:ext cx="1501330" cy="1501330"/>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4962732-4AC2-1B41-AC78-F4A6CA642E15}">
      <dsp:nvSpPr>
        <dsp:cNvPr id="0" name=""/>
        <dsp:cNvSpPr/>
      </dsp:nvSpPr>
      <dsp:spPr>
        <a:xfrm>
          <a:off x="4293170" y="0"/>
          <a:ext cx="2084834" cy="4508500"/>
        </a:xfrm>
        <a:prstGeom prst="roundRect">
          <a:avLst>
            <a:gd name="adj" fmla="val 10000"/>
          </a:avLst>
        </a:prstGeom>
        <a:solidFill>
          <a:schemeClr val="accent3">
            <a:hueOff val="1069333"/>
            <a:satOff val="11163"/>
            <a:lumOff val="10000"/>
            <a:alphaOff val="0"/>
          </a:schemeClr>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dirty="0"/>
            <a:t>Open integration links Oracle's application and data core to the broader technology landscape.</a:t>
          </a:r>
          <a:endParaRPr lang="en-US" sz="1600" kern="1200" dirty="0"/>
        </a:p>
      </dsp:txBody>
      <dsp:txXfrm>
        <a:off x="4293170" y="1803400"/>
        <a:ext cx="2084834" cy="1803400"/>
      </dsp:txXfrm>
    </dsp:sp>
    <dsp:sp modelId="{DC2ACAEF-B489-C746-BBE3-DAFA55347558}">
      <dsp:nvSpPr>
        <dsp:cNvPr id="0" name=""/>
        <dsp:cNvSpPr/>
      </dsp:nvSpPr>
      <dsp:spPr>
        <a:xfrm>
          <a:off x="4584922" y="270510"/>
          <a:ext cx="1501330" cy="1501330"/>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28AA158-42A6-3A43-BFDF-25141584B320}">
      <dsp:nvSpPr>
        <dsp:cNvPr id="0" name=""/>
        <dsp:cNvSpPr/>
      </dsp:nvSpPr>
      <dsp:spPr>
        <a:xfrm>
          <a:off x="6439749" y="0"/>
          <a:ext cx="2084834" cy="4508500"/>
        </a:xfrm>
        <a:prstGeom prst="roundRect">
          <a:avLst>
            <a:gd name="adj" fmla="val 10000"/>
          </a:avLst>
        </a:prstGeom>
        <a:solidFill>
          <a:srgbClr val="DBA35A"/>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dirty="0"/>
            <a:t>This approach</a:t>
          </a:r>
          <a:br>
            <a:rPr lang="en-US" sz="1600" b="0" i="0" kern="1200" dirty="0"/>
          </a:br>
          <a:r>
            <a:rPr lang="en-US" sz="1600" b="0" i="0" kern="1200" dirty="0"/>
            <a:t>helps protect existing investments while expanding value.</a:t>
          </a:r>
          <a:endParaRPr lang="en-US" sz="1600" kern="1200" dirty="0"/>
        </a:p>
      </dsp:txBody>
      <dsp:txXfrm>
        <a:off x="6439749" y="1803400"/>
        <a:ext cx="2084834" cy="1803400"/>
      </dsp:txXfrm>
    </dsp:sp>
    <dsp:sp modelId="{4396DE8C-9FB9-CD40-9A96-A3420A6F29F4}">
      <dsp:nvSpPr>
        <dsp:cNvPr id="0" name=""/>
        <dsp:cNvSpPr/>
      </dsp:nvSpPr>
      <dsp:spPr>
        <a:xfrm>
          <a:off x="6731502" y="270510"/>
          <a:ext cx="1501330" cy="1501330"/>
        </a:xfrm>
        <a:prstGeom prst="ellipse">
          <a:avLst/>
        </a:prstGeom>
        <a:blipFill>
          <a:blip xmlns:r="http://schemas.openxmlformats.org/officeDocument/2006/relationships" r:embed="rId4" cstate="screen">
            <a:extLst>
              <a:ext uri="{28A0092B-C50C-407E-A947-70E740481C1C}">
                <a14:useLocalDpi xmlns:a14="http://schemas.microsoft.com/office/drawing/2010/main"/>
              </a:ext>
            </a:extLst>
          </a:blip>
          <a:srcRect/>
          <a:stretch>
            <a:fillRect/>
          </a:stretch>
        </a:blip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630CC54-4450-BB40-846F-9F73B75D6E1E}">
      <dsp:nvSpPr>
        <dsp:cNvPr id="0" name=""/>
        <dsp:cNvSpPr/>
      </dsp:nvSpPr>
      <dsp:spPr>
        <a:xfrm>
          <a:off x="8586329" y="0"/>
          <a:ext cx="2084834" cy="4508500"/>
        </a:xfrm>
        <a:prstGeom prst="roundRect">
          <a:avLst>
            <a:gd name="adj" fmla="val 10000"/>
          </a:avLst>
        </a:prstGeom>
        <a:solidFill>
          <a:srgbClr val="CFB060"/>
        </a:solidFill>
        <a:ln w="381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dirty="0"/>
            <a:t>The portfolio advantage is stronger when it works across the real environment.</a:t>
          </a:r>
          <a:endParaRPr lang="en-US" sz="1600" kern="1200" dirty="0"/>
        </a:p>
      </dsp:txBody>
      <dsp:txXfrm>
        <a:off x="8586329" y="1803400"/>
        <a:ext cx="2084834" cy="1803400"/>
      </dsp:txXfrm>
    </dsp:sp>
    <dsp:sp modelId="{C072900A-586D-4A4F-A593-724828517EBB}">
      <dsp:nvSpPr>
        <dsp:cNvPr id="0" name=""/>
        <dsp:cNvSpPr/>
      </dsp:nvSpPr>
      <dsp:spPr>
        <a:xfrm>
          <a:off x="8878081" y="270510"/>
          <a:ext cx="1501330" cy="1501330"/>
        </a:xfrm>
        <a:prstGeom prst="ellipse">
          <a:avLst/>
        </a:prstGeom>
        <a:blipFill>
          <a:blip xmlns:r="http://schemas.openxmlformats.org/officeDocument/2006/relationships" r:embed="rId5" cstate="screen">
            <a:extLst>
              <a:ext uri="{28A0092B-C50C-407E-A947-70E740481C1C}">
                <a14:useLocalDpi xmlns:a14="http://schemas.microsoft.com/office/drawing/2010/main"/>
              </a:ext>
            </a:extLst>
          </a:blip>
          <a:srcRect/>
          <a:stretch>
            <a:fillRect/>
          </a:stretch>
        </a:blip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5E3E3B-C94C-8842-AFCF-34D7C6E713EC}">
      <dsp:nvSpPr>
        <dsp:cNvPr id="0" name=""/>
        <dsp:cNvSpPr/>
      </dsp:nvSpPr>
      <dsp:spPr>
        <a:xfrm>
          <a:off x="426846" y="3606800"/>
          <a:ext cx="9817481" cy="676275"/>
        </a:xfrm>
        <a:prstGeom prst="leftRightArrow">
          <a:avLst/>
        </a:prstGeom>
        <a:solidFill>
          <a:schemeClr val="tx1"/>
        </a:solidFill>
        <a:ln w="31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594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Coaching beats:
- Open as if you are speaking directly to a customer executive, not explaining internal messaging.
- State the thesis plainly: Oracle helps absorb complexity behind the scenes so the customer can focus on outcomes.
- Use the internal frame 'lead with the outcome, deliver with the portfolio' as your delivery logic, but do not make it the customer's headline.
- Keep the opening concise and avoid a product inventory.
Source anchors: User-provided current messaging notes.</a:t>
            </a:r>
          </a:p>
          <a:p>
            <a:endParaRPr lang="en-US" dirty="0"/>
          </a:p>
        </p:txBody>
      </p:sp>
    </p:spTree>
    <p:extLst>
      <p:ext uri="{BB962C8B-B14F-4D97-AF65-F5344CB8AC3E}">
        <p14:creationId xmlns:p14="http://schemas.microsoft.com/office/powerpoint/2010/main" val="1787519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Coaching beats:
- Use this agenda to set a clear customer conversation arc.
- Do not dwell here; the agenda should take about 30 seconds.
- Signal that the discussion will start with customer needs before moving to Oracle capabilities.
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Coaching beats:
- This slide translates the current Oracle priorities into customer language.
- The four source priorities behind this are execute across teams, lead with the full portfolio, focus on industry outcomes, and use AI in practical ways.
- Present these as customer needs, not as an internal operating model.
- Recommended depth: about one minute.
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Coaching beats:
- Frame this as the customer's operating reality, not as a critique of their environment.
- Use this slide to create the need for One Oracle without saying the customer has failed.
- Introduce the idea that Oracle can absorb complexity internally and deliver stable outcomes externally.
- Keep AI grounded in risk, governance, and execution.
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Coaching beats:
- This is the customer-facing version of 'lead with the outcome, deliver with the portfolio.'
- Say that Oracle earns relevance by starting with the customer's outcome and industry context.
- If you mention a product here, tie it immediately back to the outcome.
- Recommended depth: 60 to 90 seconds.
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Coaching beats:
- This is the core differentiation slide.
- Emphasize the combination: applications, data, database, cloud, AI, and integration working together.
- Explain that One Oracle is a customer story and operating model, not just an internal slogan.
- Avoid turning the slide into a feature list or competitive attack.
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Coaching beats:
- Use this slide to show why Oracle's application core matters to customer outcomes.
- Keep Fusion Apps expertise visible without making the whole story Apps-only.
- Tie application context to practical AI and execution.
- Do not drift into a product catalog.
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Coaching beats:
- Position data and database as the trust foundation for outcomes and AI.
- Keep the language customer-facing: decisions, confidence, action, and connected value.
- Do not imply Oracle must own every data source. The broader message includes open integration.
- Recommended depth: about one minute.
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Coaching beats:
- This is the practical AI slide. Keep it sober and current.
- Use shipped or current capability language only; do not overclaim roadmap or full autonomy.
- Explain that AI matters when it improves real workflows and execution.
- Use the human-in-the-lead / human-on-the-loop idea where useful.
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Coaching beats:
- Use this slide to show that One Oracle does not mean forcing an Oracle-only environment.
- Explain that open integration is part of the customer value proposition because customers already have mixed estates.
- Keep the differentiation grounded in combination and execution, not unsupported competitive claims.
- Reinforce that trust increases when Oracle works with the customer's real environment.
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Start with the outcome that matters most.</a:t>
            </a:r>
          </a:p>
          <a:p>
            <a:r>
              <a:rPr lang="en-US" dirty="0"/>
              <a:t>- Map the teams, data, systems, and decisions behind it.</a:t>
            </a:r>
          </a:p>
          <a:p>
            <a:r>
              <a:rPr lang="en-US" dirty="0"/>
              <a:t>- Identify where Oracle's portfolio can absorb complexity.</a:t>
            </a:r>
          </a:p>
          <a:p>
            <a:r>
              <a:rPr lang="en-US" dirty="0"/>
              <a:t>- Apply practical AI where it improves execution.</a:t>
            </a:r>
          </a:p>
          <a:p>
            <a:r>
              <a:rPr lang="en-US" dirty="0"/>
              <a:t>- Move forward only where trust and value are clear.</a:t>
            </a:r>
          </a:p>
          <a:p>
            <a:endParaRPr lang="en-US" dirty="0"/>
          </a:p>
          <a:p>
            <a:endParaRPr lang="en-US" dirty="0"/>
          </a:p>
          <a:p>
            <a:r>
              <a:rPr lang="en-US" dirty="0"/>
              <a:t>Coaching beats:
- Close with next steps a customer could actually act on.
- Reconnect the main ideas: customer outcomes, portfolio breadth, practical AI, open integration, and trust.
- End with a clean pause and invite discussion around the customer's priority outcomes.
- This should feel like a customer conversation close, not an internal certification wrap-up.
Source anchors: User-provided current messaging notes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1.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ark - Title_Pillar">
    <p:bg>
      <p:bgPr>
        <a:solidFill>
          <a:schemeClr val="bg2"/>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DE11E25-C771-5005-3137-A5673FC27B28}"/>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Title (up to two lines) </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6A4B61EA-E671-B046-E16F-7C37520755BE}"/>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1FCEBD7F-FD1F-90FE-07B1-7E1D2FCAED23}"/>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74E28F03-7252-6A6A-9D9A-7C142FCA415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6" name="Oracle Logo" descr="Oracle Logo">
            <a:extLst>
              <a:ext uri="{FF2B5EF4-FFF2-40B4-BE49-F238E27FC236}">
                <a16:creationId xmlns:a16="http://schemas.microsoft.com/office/drawing/2014/main" id="{9CEE2768-B645-2FE2-4588-531E1F7B3BD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pic>
        <p:nvPicPr>
          <p:cNvPr id="14" name="OTag" descr="A small square in Oracle Red with the Oracle logo in the center in white">
            <a:extLst>
              <a:ext uri="{FF2B5EF4-FFF2-40B4-BE49-F238E27FC236}">
                <a16:creationId xmlns:a16="http://schemas.microsoft.com/office/drawing/2014/main" id="{F389D100-FFFC-F617-D7BB-53DD869F0D5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4"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 name="Accent mark">
            <a:extLst>
              <a:ext uri="{FF2B5EF4-FFF2-40B4-BE49-F238E27FC236}">
                <a16:creationId xmlns:a16="http://schemas.microsoft.com/office/drawing/2014/main" id="{6863E062-D1CC-8F7F-B35F-ADAF6BDE7196}"/>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5934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 Title_Pillar">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93B935A-285A-BFFA-E1F4-E79FEB4F9795}"/>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Title (up to two lines) </a:t>
            </a:r>
            <a:br>
              <a:rPr lang="en-US" dirty="0"/>
            </a:br>
            <a:r>
              <a:rPr lang="en-US" dirty="0"/>
              <a:t>Oracle Sans Tab Bold</a:t>
            </a:r>
          </a:p>
        </p:txBody>
      </p:sp>
      <p:sp>
        <p:nvSpPr>
          <p:cNvPr id="7" name="Subhead">
            <a:extLst>
              <a:ext uri="{FF2B5EF4-FFF2-40B4-BE49-F238E27FC236}">
                <a16:creationId xmlns:a16="http://schemas.microsoft.com/office/drawing/2014/main" id="{EFFF89DD-9D0E-59AA-468D-56F8DF0173D0}"/>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72DF4953-83D4-E63F-FAE9-12C7C69CAF76}"/>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53939284-5D96-A771-F7CE-39D3A9ADA08C}"/>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pic>
        <p:nvPicPr>
          <p:cNvPr id="12" name="Picture 11">
            <a:extLst>
              <a:ext uri="{FF2B5EF4-FFF2-40B4-BE49-F238E27FC236}">
                <a16:creationId xmlns:a16="http://schemas.microsoft.com/office/drawing/2014/main" id="{7E9E8FD7-3B27-6D98-CDF8-03B96EAE4D84}"/>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Slide Number Placeholder 4">
            <a:extLst>
              <a:ext uri="{FF2B5EF4-FFF2-40B4-BE49-F238E27FC236}">
                <a16:creationId xmlns:a16="http://schemas.microsoft.com/office/drawing/2014/main" id="{37A2158C-16EA-51FD-AADB-5CCD72645F2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3" name="Date Placeholder 2">
            <a:extLst>
              <a:ext uri="{FF2B5EF4-FFF2-40B4-BE49-F238E27FC236}">
                <a16:creationId xmlns:a16="http://schemas.microsoft.com/office/drawing/2014/main" id="{DE9F17F9-481A-5855-B8F0-D871C1F817BF}"/>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4" name="Footer Placeholder 3">
            <a:extLst>
              <a:ext uri="{FF2B5EF4-FFF2-40B4-BE49-F238E27FC236}">
                <a16:creationId xmlns:a16="http://schemas.microsoft.com/office/drawing/2014/main" id="{47EAEE68-C65E-C8C2-44CB-1ECCD753ADAB}"/>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pic>
        <p:nvPicPr>
          <p:cNvPr id="10" name="Oracle Logo" descr="Oracle Logo">
            <a:extLst>
              <a:ext uri="{FF2B5EF4-FFF2-40B4-BE49-F238E27FC236}">
                <a16:creationId xmlns:a16="http://schemas.microsoft.com/office/drawing/2014/main" id="{510A29EB-A69A-C86E-648C-CFF0A2762DCA}"/>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pic>
        <p:nvPicPr>
          <p:cNvPr id="13" name="OTag" descr="A small square in Oracle Red with the Oracle logo in the center in white">
            <a:extLst>
              <a:ext uri="{FF2B5EF4-FFF2-40B4-BE49-F238E27FC236}">
                <a16:creationId xmlns:a16="http://schemas.microsoft.com/office/drawing/2014/main" id="{BB472E52-9049-8F88-829D-93C385311F2B}"/>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p:nvPicPr>
        <p:blipFill>
          <a:blip r:embed="rId4"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6" name="Accent mark">
            <a:extLst>
              <a:ext uri="{FF2B5EF4-FFF2-40B4-BE49-F238E27FC236}">
                <a16:creationId xmlns:a16="http://schemas.microsoft.com/office/drawing/2014/main" id="{F6C8D001-5C68-50FD-8A15-9F62CD4FCCF2}"/>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35490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 Title_2">
    <p:bg>
      <p:bgRef idx="1001">
        <a:schemeClr val="bg1"/>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92A7232-5506-CF74-ABAC-596E66DF6213}"/>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General/fusion title</a:t>
            </a:r>
            <a:br>
              <a:rPr lang="en-US" dirty="0"/>
            </a:br>
            <a:r>
              <a:rPr lang="en-US" dirty="0"/>
              <a:t>Oracle Sans Tab Bold</a:t>
            </a:r>
          </a:p>
        </p:txBody>
      </p:sp>
      <p:sp>
        <p:nvSpPr>
          <p:cNvPr id="7" name="Subhead">
            <a:extLst>
              <a:ext uri="{FF2B5EF4-FFF2-40B4-BE49-F238E27FC236}">
                <a16:creationId xmlns:a16="http://schemas.microsoft.com/office/drawing/2014/main" id="{BE95545E-FF7C-FA0C-6AC2-06B9FD536E40}"/>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2BE9B241-6CCA-C350-8E9C-CBFF15AC920B}"/>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D30678C3-79B5-61B9-5BD6-D4D2E38C4E26}"/>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pic>
        <p:nvPicPr>
          <p:cNvPr id="14" name="Picture 13">
            <a:extLst>
              <a:ext uri="{FF2B5EF4-FFF2-40B4-BE49-F238E27FC236}">
                <a16:creationId xmlns:a16="http://schemas.microsoft.com/office/drawing/2014/main" id="{761CEBF1-2CD2-4E62-6E9D-873094DB16EB}"/>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rcRect l="34250" b="38000"/>
          <a:stretch/>
        </p:blipFill>
        <p:spPr>
          <a:xfrm>
            <a:off x="4175780" y="0"/>
            <a:ext cx="8016219" cy="4251947"/>
          </a:xfrm>
          <a:prstGeom prst="rect">
            <a:avLst/>
          </a:prstGeom>
        </p:spPr>
      </p:pic>
      <p:sp>
        <p:nvSpPr>
          <p:cNvPr id="5" name="Slide Number Placeholder 4">
            <a:extLst>
              <a:ext uri="{FF2B5EF4-FFF2-40B4-BE49-F238E27FC236}">
                <a16:creationId xmlns:a16="http://schemas.microsoft.com/office/drawing/2014/main" id="{AE2FA60F-BC05-9DFE-3A03-811A5C61BAE6}"/>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3204F087-6972-AA39-00DB-C10EDEB80749}"/>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6891A512-3F6B-08FA-3574-4BF50D31E5E8}"/>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7B928B4F-1E89-D2DF-1BE1-69DBA7C5E4D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5F9B697F-5404-108B-4B52-A27DAB8F742D}"/>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43141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 Title_2">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96204AF-CFD8-7CED-4E39-54AF670244A8}"/>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General/fusion title</a:t>
            </a:r>
            <a:br>
              <a:rPr lang="en-US" dirty="0"/>
            </a:br>
            <a:r>
              <a:rPr lang="en-US" dirty="0"/>
              <a:t>Oracle Sans Tab Bold</a:t>
            </a:r>
          </a:p>
        </p:txBody>
      </p:sp>
      <p:sp>
        <p:nvSpPr>
          <p:cNvPr id="7" name="Subhead">
            <a:extLst>
              <a:ext uri="{FF2B5EF4-FFF2-40B4-BE49-F238E27FC236}">
                <a16:creationId xmlns:a16="http://schemas.microsoft.com/office/drawing/2014/main" id="{FC046655-F632-39CF-A827-AEF7BEDCA8A4}"/>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396B045C-5351-70B5-4F7C-3804C75BD4B2}"/>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997BC39A-E5C4-5AD8-8642-A190BFB4DF55}"/>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pic>
        <p:nvPicPr>
          <p:cNvPr id="12" name="Picture 11">
            <a:extLst>
              <a:ext uri="{FF2B5EF4-FFF2-40B4-BE49-F238E27FC236}">
                <a16:creationId xmlns:a16="http://schemas.microsoft.com/office/drawing/2014/main" id="{CBA719C0-D9A1-1596-0F80-33933F8F0087}"/>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rcRect l="32750" b="38000"/>
          <a:stretch/>
        </p:blipFill>
        <p:spPr>
          <a:xfrm>
            <a:off x="3992902" y="0"/>
            <a:ext cx="8199097" cy="4251948"/>
          </a:xfrm>
          <a:prstGeom prst="rect">
            <a:avLst/>
          </a:prstGeom>
        </p:spPr>
      </p:pic>
      <p:sp>
        <p:nvSpPr>
          <p:cNvPr id="5" name="Slide Number Placeholder 4">
            <a:extLst>
              <a:ext uri="{FF2B5EF4-FFF2-40B4-BE49-F238E27FC236}">
                <a16:creationId xmlns:a16="http://schemas.microsoft.com/office/drawing/2014/main" id="{08620179-92E2-B33C-7BF7-7DD2B9A6999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3" name="Footer Placeholder 3">
            <a:extLst>
              <a:ext uri="{FF2B5EF4-FFF2-40B4-BE49-F238E27FC236}">
                <a16:creationId xmlns:a16="http://schemas.microsoft.com/office/drawing/2014/main" id="{0234D53E-E775-84ED-87D4-03A6155462F2}"/>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2" name="Date Placeholder 2">
            <a:extLst>
              <a:ext uri="{FF2B5EF4-FFF2-40B4-BE49-F238E27FC236}">
                <a16:creationId xmlns:a16="http://schemas.microsoft.com/office/drawing/2014/main" id="{7B203E0B-C243-2092-E571-D8301E6712E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1534211D-94C1-6321-2BC4-792C1D13691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F3B22FDD-1B93-0A37-25CC-77AE4A31F45E}"/>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55791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full-image">
    <p:bg>
      <p:bgRef idx="1001">
        <a:schemeClr val="bg2"/>
      </p:bgRef>
    </p:bg>
    <p:spTree>
      <p:nvGrpSpPr>
        <p:cNvPr id="1" name=""/>
        <p:cNvGrpSpPr/>
        <p:nvPr/>
      </p:nvGrpSpPr>
      <p:grpSpPr>
        <a:xfrm>
          <a:off x="0" y="0"/>
          <a:ext cx="0" cy="0"/>
          <a:chOff x="0" y="0"/>
          <a:chExt cx="0" cy="0"/>
        </a:xfrm>
      </p:grpSpPr>
      <p:sp>
        <p:nvSpPr>
          <p:cNvPr id="11" name="Gradient overlay">
            <a:extLst>
              <a:ext uri="{FF2B5EF4-FFF2-40B4-BE49-F238E27FC236}">
                <a16:creationId xmlns:a16="http://schemas.microsoft.com/office/drawing/2014/main" id="{E873D90A-E4A3-F78A-F391-D1DB29911070}"/>
              </a:ext>
            </a:extLst>
          </p:cNvPr>
          <p:cNvSpPr>
            <a:spLocks/>
          </p:cNvSpPr>
          <p:nvPr/>
        </p:nvSpPr>
        <p:spPr>
          <a:xfrm>
            <a:off x="0" y="0"/>
            <a:ext cx="7467585" cy="6858000"/>
          </a:xfrm>
          <a:prstGeom prst="rect">
            <a:avLst/>
          </a:prstGeom>
          <a:gradFill>
            <a:gsLst>
              <a:gs pos="69000">
                <a:srgbClr val="2A2F2F">
                  <a:alpha val="70000"/>
                </a:srgbClr>
              </a:gs>
              <a:gs pos="0">
                <a:schemeClr val="bg1"/>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a:extLst>
              <a:ext uri="{FF2B5EF4-FFF2-40B4-BE49-F238E27FC236}">
                <a16:creationId xmlns:a16="http://schemas.microsoft.com/office/drawing/2014/main" id="{5E1C8E87-14CA-EB0A-B967-57776EF53426}"/>
              </a:ext>
            </a:extLst>
          </p:cNvPr>
          <p:cNvSpPr>
            <a:spLocks noGrp="1"/>
          </p:cNvSpPr>
          <p:nvPr>
            <p:ph type="ctrTitle" hasCustomPrompt="1"/>
          </p:nvPr>
        </p:nvSpPr>
        <p:spPr>
          <a:xfrm>
            <a:off x="792538" y="2148840"/>
            <a:ext cx="6583608"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General title</a:t>
            </a:r>
            <a:br>
              <a:rPr lang="en-US" dirty="0"/>
            </a:br>
            <a:r>
              <a:rPr lang="en-US" dirty="0"/>
              <a:t>(up to two lines)</a:t>
            </a:r>
          </a:p>
        </p:txBody>
      </p:sp>
      <p:sp>
        <p:nvSpPr>
          <p:cNvPr id="8" name="Subhead">
            <a:extLst>
              <a:ext uri="{FF2B5EF4-FFF2-40B4-BE49-F238E27FC236}">
                <a16:creationId xmlns:a16="http://schemas.microsoft.com/office/drawing/2014/main" id="{9F13C004-6A96-3D61-9397-40C41F43523D}"/>
              </a:ext>
            </a:extLst>
          </p:cNvPr>
          <p:cNvSpPr>
            <a:spLocks noGrp="1"/>
          </p:cNvSpPr>
          <p:nvPr>
            <p:ph type="body" sz="quarter" idx="33" hasCustomPrompt="1"/>
          </p:nvPr>
        </p:nvSpPr>
        <p:spPr>
          <a:xfrm>
            <a:off x="792538" y="3519553"/>
            <a:ext cx="6583608"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9" name="Text Field">
            <a:extLst>
              <a:ext uri="{FF2B5EF4-FFF2-40B4-BE49-F238E27FC236}">
                <a16:creationId xmlns:a16="http://schemas.microsoft.com/office/drawing/2014/main" id="{29BC5DBB-6459-FA83-A3C0-242C30783B69}"/>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12" name="Text Field 2">
            <a:extLst>
              <a:ext uri="{FF2B5EF4-FFF2-40B4-BE49-F238E27FC236}">
                <a16:creationId xmlns:a16="http://schemas.microsoft.com/office/drawing/2014/main" id="{E4F8B91E-3CD8-7B6C-C073-0E255807CCEF}"/>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08620179-92E2-B33C-7BF7-7DD2B9A69999}"/>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3" name="Footer Placeholder 3">
            <a:extLst>
              <a:ext uri="{FF2B5EF4-FFF2-40B4-BE49-F238E27FC236}">
                <a16:creationId xmlns:a16="http://schemas.microsoft.com/office/drawing/2014/main" id="{0234D53E-E775-84ED-87D4-03A6155462F2}"/>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2" name="Date Placeholder 2">
            <a:extLst>
              <a:ext uri="{FF2B5EF4-FFF2-40B4-BE49-F238E27FC236}">
                <a16:creationId xmlns:a16="http://schemas.microsoft.com/office/drawing/2014/main" id="{7B203E0B-C243-2092-E571-D8301E6712E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7" name="Oracle Logo" descr="Oracle Logo">
            <a:extLst>
              <a:ext uri="{FF2B5EF4-FFF2-40B4-BE49-F238E27FC236}">
                <a16:creationId xmlns:a16="http://schemas.microsoft.com/office/drawing/2014/main" id="{D3B9F45A-1FFB-8B3C-4F70-6D6363AA6D25}"/>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invGray">
          <a:xfrm>
            <a:off x="730669" y="1132368"/>
            <a:ext cx="1524893" cy="320039"/>
          </a:xfrm>
          <a:prstGeom prst="rect">
            <a:avLst/>
          </a:prstGeom>
        </p:spPr>
      </p:pic>
      <p:sp>
        <p:nvSpPr>
          <p:cNvPr id="6" name="Accent mark">
            <a:extLst>
              <a:ext uri="{FF2B5EF4-FFF2-40B4-BE49-F238E27FC236}">
                <a16:creationId xmlns:a16="http://schemas.microsoft.com/office/drawing/2014/main" id="{0502ED2C-D10E-1DB4-3557-E5C9C7E4D238}"/>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69403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Cover_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8745EE5B-9C14-4DF6-7ECF-3B850514DAA4}"/>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Health &amp; Life Sciences </a:t>
            </a:r>
            <a:br>
              <a:rPr lang="en-US" dirty="0"/>
            </a:br>
            <a:r>
              <a:rPr lang="en-US" dirty="0"/>
              <a:t>Title (up to two lines)</a:t>
            </a:r>
          </a:p>
        </p:txBody>
      </p:sp>
      <p:sp>
        <p:nvSpPr>
          <p:cNvPr id="8" name="Subhead">
            <a:extLst>
              <a:ext uri="{FF2B5EF4-FFF2-40B4-BE49-F238E27FC236}">
                <a16:creationId xmlns:a16="http://schemas.microsoft.com/office/drawing/2014/main" id="{963CCACE-E1BA-B49E-CFB8-0B77CDCFE791}"/>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9" name="Text Field">
            <a:extLst>
              <a:ext uri="{FF2B5EF4-FFF2-40B4-BE49-F238E27FC236}">
                <a16:creationId xmlns:a16="http://schemas.microsoft.com/office/drawing/2014/main" id="{F8BD25F6-9734-8037-1C67-1A99384E68CA}"/>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12" name="Text Field 2">
            <a:extLst>
              <a:ext uri="{FF2B5EF4-FFF2-40B4-BE49-F238E27FC236}">
                <a16:creationId xmlns:a16="http://schemas.microsoft.com/office/drawing/2014/main" id="{754A77E7-2B50-3BBF-5653-BC60AF4CA831}"/>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6" name="Footer Placeholder 5">
            <a:extLst>
              <a:ext uri="{FF2B5EF4-FFF2-40B4-BE49-F238E27FC236}">
                <a16:creationId xmlns:a16="http://schemas.microsoft.com/office/drawing/2014/main" id="{1B6DA0C6-D822-15F6-04DD-B18D3E44619C}"/>
              </a:ext>
            </a:extLst>
          </p:cNvPr>
          <p:cNvSpPr txBox="1">
            <a:spLocks/>
          </p:cNvSpPr>
          <p:nvPr/>
        </p:nvSpPr>
        <p:spPr>
          <a:xfrm>
            <a:off x="792538" y="5850115"/>
            <a:ext cx="6845809" cy="885046"/>
          </a:xfrm>
          <a:prstGeom prst="rect">
            <a:avLst/>
          </a:prstGeom>
        </p:spPr>
        <p:txBody>
          <a:bodyPr lIns="0" tIns="0" rIns="0" bIns="0" anchor="b"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800" dirty="0">
                <a:solidFill>
                  <a:schemeClr val="tx1"/>
                </a:solidFill>
                <a:effectLst/>
                <a:latin typeface="Oracle Sans Tab" panose="020B0503020204020204" pitchFamily="34" charset="0"/>
                <a:cs typeface="Oracle Sans Tab" panose="020B0503020204020204" pitchFamily="34" charset="0"/>
              </a:rPr>
              <a:t>Some regulatory certifications or registrations to products or services referenced on this website are held by Cerner Corporation. Cerner Corporation is a wholly-owned subsidiary of Oracle. Cerner Corporation is an ONC-certified health IT developer and a registered medical device manufacturer in the United States and other jurisdictions worldwide.</a:t>
            </a:r>
          </a:p>
        </p:txBody>
      </p:sp>
      <p:sp>
        <p:nvSpPr>
          <p:cNvPr id="5" name="Slide Number Placeholder 4">
            <a:extLst>
              <a:ext uri="{FF2B5EF4-FFF2-40B4-BE49-F238E27FC236}">
                <a16:creationId xmlns:a16="http://schemas.microsoft.com/office/drawing/2014/main" id="{7240816A-A8A3-D504-F672-2ACA6ABC2174}"/>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1C7B878C-7245-36C9-328A-025A91624A3E}"/>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F92E9260-E0B5-9C63-CE19-3A9F3785B887}"/>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3365A273-093D-DAA1-4CF5-EB5C452E599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B9FBA5DC-EBA8-3759-0EF4-5D00C9CB65F1}"/>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04242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Cover_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92470" y="2148840"/>
            <a:ext cx="6217920" cy="1280160"/>
          </a:xfrm>
          <a:noFill/>
        </p:spPr>
        <p:txBody>
          <a:bodyPr vert="horz" wrap="square" lIns="0" tIns="0" rIns="0" bIns="91440" rtlCol="0" anchor="b">
            <a:noAutofit/>
          </a:bodyPr>
          <a:lstStyle>
            <a:lvl1pPr>
              <a:lnSpc>
                <a:spcPct val="100000"/>
              </a:lnSpc>
              <a:defRPr lang="en-US" sz="4000" b="1" dirty="0">
                <a:latin typeface="+mn-lt"/>
              </a:defRPr>
            </a:lvl1pPr>
          </a:lstStyle>
          <a:p>
            <a:pPr lvl="0">
              <a:lnSpc>
                <a:spcPct val="100000"/>
              </a:lnSpc>
            </a:pPr>
            <a:r>
              <a:rPr lang="en-US" dirty="0"/>
              <a:t>Fusion Suite title</a:t>
            </a:r>
            <a:br>
              <a:rPr lang="en-US" dirty="0"/>
            </a:br>
            <a:r>
              <a:rPr lang="en-US" dirty="0"/>
              <a:t>Oracle Sans Tab Bold</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92470" y="3519553"/>
            <a:ext cx="621792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92470" y="4544568"/>
            <a:ext cx="5077970" cy="266291"/>
          </a:xfrm>
          <a:prstGeom prst="rect">
            <a:avLst/>
          </a:prstGeom>
          <a:noFill/>
        </p:spPr>
        <p:txBody>
          <a:bodyPr>
            <a:noAutofit/>
          </a:bodyPr>
          <a:lstStyle>
            <a:lvl1pPr>
              <a:lnSpc>
                <a:spcPct val="100000"/>
              </a:lnSpc>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92470" y="4882896"/>
            <a:ext cx="5077970" cy="895181"/>
          </a:xfrm>
          <a:prstGeom prst="rect">
            <a:avLst/>
          </a:prstGeom>
          <a:noFill/>
        </p:spPr>
        <p:txBody>
          <a:bodyPr>
            <a:noAutofit/>
          </a:bodyPr>
          <a:lstStyle>
            <a:lvl1pPr>
              <a:lnSpc>
                <a:spcPct val="100000"/>
              </a:lnSpc>
              <a:defRPr/>
            </a:lvl1pPr>
          </a:lstStyle>
          <a:p>
            <a:pPr lvl="0"/>
            <a:r>
              <a:rPr lang="en-US" dirty="0"/>
              <a:t>Presenter’s Title</a:t>
            </a:r>
          </a:p>
          <a:p>
            <a:pPr lvl="0"/>
            <a:r>
              <a:rPr lang="en-US" dirty="0"/>
              <a:t>Organization, Division or Business Unit</a:t>
            </a:r>
          </a:p>
          <a:p>
            <a:pPr lvl="0"/>
            <a:r>
              <a:rPr lang="en-US" dirty="0"/>
              <a:t>Month 00, 2023</a:t>
            </a:r>
          </a:p>
        </p:txBody>
      </p:sp>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5" name="Slide Number Placeholder 4">
            <a:extLst>
              <a:ext uri="{FF2B5EF4-FFF2-40B4-BE49-F238E27FC236}">
                <a16:creationId xmlns:a16="http://schemas.microsoft.com/office/drawing/2014/main" id="{3DCCBFFD-1208-DC98-6F83-AD17B21EFDE4}"/>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9C95C387-C6B6-B09D-D9C1-A530A566B205}"/>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81CE87F9-CC9A-B7B1-715A-1FC35C2906A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834756B5-7E88-686B-81C7-9145FA6393AA}"/>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28346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Cover_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A274040B-F0B7-0500-24CB-E40A3880817B}"/>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SCM title (up to two lines) </a:t>
            </a:r>
            <a:br>
              <a:rPr lang="en-US" dirty="0"/>
            </a:br>
            <a:r>
              <a:rPr lang="en-US" dirty="0"/>
              <a:t>Oracle Sans Tab Bold</a:t>
            </a:r>
          </a:p>
        </p:txBody>
      </p:sp>
      <p:sp>
        <p:nvSpPr>
          <p:cNvPr id="7" name="Subhead">
            <a:extLst>
              <a:ext uri="{FF2B5EF4-FFF2-40B4-BE49-F238E27FC236}">
                <a16:creationId xmlns:a16="http://schemas.microsoft.com/office/drawing/2014/main" id="{BB696622-2058-4C4E-FECA-34F1F6C4A20D}"/>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08AD1B2D-5265-AF61-4278-C58493F3B2D3}"/>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2BC9F5FB-2E6C-6C9C-FB33-0771B5305E36}"/>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68AE499B-EBAD-FB38-949F-59147DB0EA0A}"/>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5AB17156-07C5-6698-A84A-64A1E6FB7115}"/>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E9AF2F7B-85CD-E771-2A37-0C490AADFAA0}"/>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88D7C3F2-D177-BD40-948A-A0EF229EC10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968E1C2E-E87B-195A-71AA-AC8BE8FEC015}"/>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32125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ver/Title_6">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DFFF5E92-4648-2480-5EFA-4514C715D5B2}"/>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ERP title (up to two lines) </a:t>
            </a:r>
            <a:br>
              <a:rPr lang="en-US" dirty="0"/>
            </a:br>
            <a:r>
              <a:rPr lang="en-US" dirty="0"/>
              <a:t>Oracle Sans Tab Bold</a:t>
            </a:r>
          </a:p>
        </p:txBody>
      </p:sp>
      <p:sp>
        <p:nvSpPr>
          <p:cNvPr id="7" name="Subhead">
            <a:extLst>
              <a:ext uri="{FF2B5EF4-FFF2-40B4-BE49-F238E27FC236}">
                <a16:creationId xmlns:a16="http://schemas.microsoft.com/office/drawing/2014/main" id="{7184176C-647E-4FA4-7662-D8112ED77D34}"/>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A2EE897B-F943-19EE-12DF-51761821645F}"/>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CA1E31BC-14D4-B856-F073-5EA6A1E77BAC}"/>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543BB43F-1E4E-AE49-23A6-A224E6C2D0D7}"/>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504A6EC8-17D1-91B9-9CCB-FE079DA5ABFB}"/>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EEF621B1-0D26-F83E-E0D2-4B478D80142B}"/>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7636CD02-1B61-6C12-5A81-3A48181A902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4DD9731D-D638-ACED-0DBB-64723445203A}"/>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78386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Cover_7">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1C249B44-5D03-EA20-14C6-F9C2A9AB50F5}"/>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HCM title (up to two lines) </a:t>
            </a:r>
            <a:br>
              <a:rPr lang="en-US" dirty="0"/>
            </a:br>
            <a:r>
              <a:rPr lang="en-US" dirty="0"/>
              <a:t>Oracle Sans Tab Bold</a:t>
            </a:r>
          </a:p>
        </p:txBody>
      </p:sp>
      <p:sp>
        <p:nvSpPr>
          <p:cNvPr id="7" name="Subhead">
            <a:extLst>
              <a:ext uri="{FF2B5EF4-FFF2-40B4-BE49-F238E27FC236}">
                <a16:creationId xmlns:a16="http://schemas.microsoft.com/office/drawing/2014/main" id="{CFF1AD0F-A521-9C8E-1B0B-C0AAECD3307F}"/>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6525F097-D9EE-EA10-1A44-3D1D0CC4FBE0}"/>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AE7AB41E-99B0-7F6C-6D90-1255399A4F67}"/>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74811496-0F3F-2EFC-BF0D-44B4652D8EBB}"/>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32DEED53-1C90-2AFF-D971-0E0179F66888}"/>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6C777348-8686-2E82-3270-E018943D1EF1}"/>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A6FE85A7-960A-B7DF-96B4-1F84481CF49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11" name="Accent mark">
            <a:extLst>
              <a:ext uri="{FF2B5EF4-FFF2-40B4-BE49-F238E27FC236}">
                <a16:creationId xmlns:a16="http://schemas.microsoft.com/office/drawing/2014/main" id="{6D3CBBA4-EC09-8E88-4264-A0AC9E88275E}"/>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1282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Cover_8">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3568EDC7-82E8-C0FD-23C9-5E2F85B327A1}"/>
              </a:ext>
            </a:extLst>
          </p:cNvPr>
          <p:cNvSpPr>
            <a:spLocks noGrp="1"/>
          </p:cNvSpPr>
          <p:nvPr>
            <p:ph type="ctrTitle" hasCustomPrompt="1"/>
          </p:nvPr>
        </p:nvSpPr>
        <p:spPr>
          <a:xfrm>
            <a:off x="79246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CX title (up to two lines) </a:t>
            </a:r>
            <a:br>
              <a:rPr lang="en-US" dirty="0"/>
            </a:br>
            <a:r>
              <a:rPr lang="en-US" dirty="0"/>
              <a:t>Oracle Sans Tab Bold</a:t>
            </a:r>
          </a:p>
        </p:txBody>
      </p:sp>
      <p:sp>
        <p:nvSpPr>
          <p:cNvPr id="7" name="Subhead">
            <a:extLst>
              <a:ext uri="{FF2B5EF4-FFF2-40B4-BE49-F238E27FC236}">
                <a16:creationId xmlns:a16="http://schemas.microsoft.com/office/drawing/2014/main" id="{061B9EB2-A1F6-2571-35A5-B192ACB03AE1}"/>
              </a:ext>
            </a:extLst>
          </p:cNvPr>
          <p:cNvSpPr>
            <a:spLocks noGrp="1"/>
          </p:cNvSpPr>
          <p:nvPr>
            <p:ph type="body" sz="quarter" idx="33" hasCustomPrompt="1"/>
          </p:nvPr>
        </p:nvSpPr>
        <p:spPr>
          <a:xfrm>
            <a:off x="79246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6F8D591A-4D00-D5F4-4A83-1E71D6FEAED4}"/>
              </a:ext>
            </a:extLst>
          </p:cNvPr>
          <p:cNvSpPr>
            <a:spLocks noGrp="1"/>
          </p:cNvSpPr>
          <p:nvPr>
            <p:ph type="body" sz="quarter" idx="35" hasCustomPrompt="1"/>
          </p:nvPr>
        </p:nvSpPr>
        <p:spPr>
          <a:xfrm>
            <a:off x="79246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10E9E6D4-F5CC-7C97-90BB-4EDFBE9AA1B7}"/>
              </a:ext>
            </a:extLst>
          </p:cNvPr>
          <p:cNvSpPr>
            <a:spLocks noGrp="1"/>
          </p:cNvSpPr>
          <p:nvPr>
            <p:ph type="body" sz="quarter" idx="34" hasCustomPrompt="1"/>
          </p:nvPr>
        </p:nvSpPr>
        <p:spPr>
          <a:xfrm>
            <a:off x="79246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350795E3-D122-12B5-7C04-44DCB3D36801}"/>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15748CF8-F274-FB47-CAED-F7B6DBFAB058}"/>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495B2ADA-461A-FD6A-5CF8-C6DF73B366A2}"/>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10" name="Oracle Logo" descr="Oracle Logo">
            <a:extLst>
              <a:ext uri="{FF2B5EF4-FFF2-40B4-BE49-F238E27FC236}">
                <a16:creationId xmlns:a16="http://schemas.microsoft.com/office/drawing/2014/main" id="{72096009-10CC-D3A8-D651-A6324946E617}"/>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2" name="Accent mark">
            <a:extLst>
              <a:ext uri="{FF2B5EF4-FFF2-40B4-BE49-F238E27FC236}">
                <a16:creationId xmlns:a16="http://schemas.microsoft.com/office/drawing/2014/main" id="{7E4F3939-5D2F-6AB9-8C71-5E770E6D42B8}"/>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70889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Cover_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888C5F5-89ED-967B-54C7-2A5658D93832}"/>
              </a:ext>
            </a:extLst>
          </p:cNvPr>
          <p:cNvSpPr>
            <a:spLocks noGrp="1"/>
          </p:cNvSpPr>
          <p:nvPr>
            <p:ph type="ctrTitle" hasCustomPrompt="1"/>
          </p:nvPr>
        </p:nvSpPr>
        <p:spPr>
          <a:xfrm>
            <a:off x="792538" y="2148840"/>
            <a:ext cx="6400800" cy="1280160"/>
          </a:xfrm>
          <a:noFill/>
        </p:spPr>
        <p:txBody>
          <a:bodyPr vert="horz" wrap="square" lIns="0" tIns="0" rIns="0" bIns="91440" rtlCol="0" anchor="b">
            <a:noAutofit/>
          </a:bodyPr>
          <a:lstStyle>
            <a:lvl1pPr>
              <a:lnSpc>
                <a:spcPct val="100000"/>
              </a:lnSpc>
              <a:defRPr lang="en-US" sz="4000" b="1" i="0" dirty="0">
                <a:latin typeface="Oracle Sans Tab" panose="020B0503020204020204" pitchFamily="34" charset="0"/>
                <a:cs typeface="Oracle Sans Tab" panose="020B0503020204020204" pitchFamily="34" charset="0"/>
              </a:defRPr>
            </a:lvl1pPr>
          </a:lstStyle>
          <a:p>
            <a:pPr lvl="0">
              <a:lnSpc>
                <a:spcPct val="100000"/>
              </a:lnSpc>
            </a:pPr>
            <a:r>
              <a:rPr lang="en-US" dirty="0"/>
              <a:t>OCI and database title</a:t>
            </a:r>
            <a:br>
              <a:rPr lang="en-US" dirty="0"/>
            </a:br>
            <a:r>
              <a:rPr lang="en-US" dirty="0"/>
              <a:t>Oracle Sans Tab Bold</a:t>
            </a:r>
          </a:p>
        </p:txBody>
      </p:sp>
      <p:sp>
        <p:nvSpPr>
          <p:cNvPr id="7" name="Subhead">
            <a:extLst>
              <a:ext uri="{FF2B5EF4-FFF2-40B4-BE49-F238E27FC236}">
                <a16:creationId xmlns:a16="http://schemas.microsoft.com/office/drawing/2014/main" id="{AB3DC633-5D2F-CD08-25C4-AE0E6A2B5A5A}"/>
              </a:ext>
            </a:extLst>
          </p:cNvPr>
          <p:cNvSpPr>
            <a:spLocks noGrp="1"/>
          </p:cNvSpPr>
          <p:nvPr>
            <p:ph type="body" sz="quarter" idx="33" hasCustomPrompt="1"/>
          </p:nvPr>
        </p:nvSpPr>
        <p:spPr>
          <a:xfrm>
            <a:off x="792538" y="3519553"/>
            <a:ext cx="640080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solidFill>
                  <a:schemeClr val="tx1"/>
                </a:solidFill>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8" name="Text Field">
            <a:extLst>
              <a:ext uri="{FF2B5EF4-FFF2-40B4-BE49-F238E27FC236}">
                <a16:creationId xmlns:a16="http://schemas.microsoft.com/office/drawing/2014/main" id="{20484561-BBEE-F46D-7F67-EB225BA5D346}"/>
              </a:ext>
            </a:extLst>
          </p:cNvPr>
          <p:cNvSpPr>
            <a:spLocks noGrp="1"/>
          </p:cNvSpPr>
          <p:nvPr>
            <p:ph type="body" sz="quarter" idx="35" hasCustomPrompt="1"/>
          </p:nvPr>
        </p:nvSpPr>
        <p:spPr>
          <a:xfrm>
            <a:off x="792538" y="4544568"/>
            <a:ext cx="5077970" cy="266291"/>
          </a:xfrm>
          <a:prstGeom prst="rect">
            <a:avLst/>
          </a:prstGeom>
          <a:noFill/>
        </p:spPr>
        <p:txBody>
          <a:bodyPr>
            <a:noAutofit/>
          </a:bodyPr>
          <a:lstStyle>
            <a:lvl1pPr>
              <a:lnSpc>
                <a:spcPct val="100000"/>
              </a:lnSpc>
              <a:defRPr b="1" i="0">
                <a:latin typeface="Oracle Sans Tab" panose="020B0503020204020204" pitchFamily="34" charset="0"/>
                <a:cs typeface="Oracle Sans Tab" panose="020B0503020204020204" pitchFamily="34" charset="0"/>
              </a:defRPr>
            </a:lvl1pPr>
          </a:lstStyle>
          <a:p>
            <a:pPr lvl="0"/>
            <a:r>
              <a:rPr lang="en-US" dirty="0"/>
              <a:t>Name</a:t>
            </a:r>
          </a:p>
        </p:txBody>
      </p:sp>
      <p:sp>
        <p:nvSpPr>
          <p:cNvPr id="9" name="Text Field 2">
            <a:extLst>
              <a:ext uri="{FF2B5EF4-FFF2-40B4-BE49-F238E27FC236}">
                <a16:creationId xmlns:a16="http://schemas.microsoft.com/office/drawing/2014/main" id="{5A2D3ACC-958E-B38F-BE81-FBB225FDED02}"/>
              </a:ext>
            </a:extLst>
          </p:cNvPr>
          <p:cNvSpPr>
            <a:spLocks noGrp="1"/>
          </p:cNvSpPr>
          <p:nvPr>
            <p:ph type="body" sz="quarter" idx="34" hasCustomPrompt="1"/>
          </p:nvPr>
        </p:nvSpPr>
        <p:spPr>
          <a:xfrm>
            <a:off x="792538" y="4882896"/>
            <a:ext cx="5077970" cy="895181"/>
          </a:xfrm>
          <a:prstGeom prst="rect">
            <a:avLst/>
          </a:prstGeom>
          <a:noFill/>
        </p:spPr>
        <p:txBody>
          <a:bodyPr>
            <a:noAutofit/>
          </a:bodyPr>
          <a:lstStyle>
            <a:lvl1pPr>
              <a:lnSpc>
                <a:spcPct val="100000"/>
              </a:lnSpc>
              <a:defRPr b="0" i="0">
                <a:latin typeface="Oracle Sans Tab" panose="020B0503020204020204" pitchFamily="34" charset="0"/>
                <a:cs typeface="Oracle Sans Tab" panose="020B0503020204020204" pitchFamily="34" charset="0"/>
              </a:defRPr>
            </a:lvl1pPr>
          </a:lstStyle>
          <a:p>
            <a:pPr lvl="0"/>
            <a:r>
              <a:rPr lang="en-US" dirty="0"/>
              <a:t>Presenter’s Title</a:t>
            </a:r>
          </a:p>
          <a:p>
            <a:pPr lvl="0"/>
            <a:r>
              <a:rPr lang="en-US" dirty="0"/>
              <a:t>Organization, Division or Business Unit</a:t>
            </a:r>
          </a:p>
          <a:p>
            <a:pPr lvl="0"/>
            <a:r>
              <a:rPr lang="en-US" dirty="0"/>
              <a:t>Month 00, 2023</a:t>
            </a:r>
          </a:p>
        </p:txBody>
      </p:sp>
      <p:sp>
        <p:nvSpPr>
          <p:cNvPr id="5" name="Slide Number Placeholder 4">
            <a:extLst>
              <a:ext uri="{FF2B5EF4-FFF2-40B4-BE49-F238E27FC236}">
                <a16:creationId xmlns:a16="http://schemas.microsoft.com/office/drawing/2014/main" id="{E1DF1B72-C1BE-74C1-FB93-E6FBEBCD12EB}"/>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642B772F-C699-22CD-0BF9-575EC2076553}"/>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739DA1F-4B89-6385-9E78-4753D4109198}"/>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pic>
        <p:nvPicPr>
          <p:cNvPr id="2" name="Oracle Logo" descr="Oracle Logo">
            <a:extLst>
              <a:ext uri="{FF2B5EF4-FFF2-40B4-BE49-F238E27FC236}">
                <a16:creationId xmlns:a16="http://schemas.microsoft.com/office/drawing/2014/main" id="{6365F65B-E40A-5E02-63EB-C3DBD8E73AFE}"/>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11" name="Accent mark">
            <a:extLst>
              <a:ext uri="{FF2B5EF4-FFF2-40B4-BE49-F238E27FC236}">
                <a16:creationId xmlns:a16="http://schemas.microsoft.com/office/drawing/2014/main" id="{F974F57F-EE1C-2E13-9B52-D64DDE2DF988}"/>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03613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Cover_10">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4" name="Title">
            <a:extLst>
              <a:ext uri="{FF2B5EF4-FFF2-40B4-BE49-F238E27FC236}">
                <a16:creationId xmlns:a16="http://schemas.microsoft.com/office/drawing/2014/main" id="{461BB5F1-8825-7944-96EB-8445317513F5}"/>
              </a:ext>
            </a:extLst>
          </p:cNvPr>
          <p:cNvSpPr>
            <a:spLocks noGrp="1"/>
          </p:cNvSpPr>
          <p:nvPr>
            <p:ph type="ctrTitle" hasCustomPrompt="1"/>
          </p:nvPr>
        </p:nvSpPr>
        <p:spPr>
          <a:xfrm>
            <a:off x="792470" y="2148840"/>
            <a:ext cx="6217920" cy="1280160"/>
          </a:xfrm>
          <a:noFill/>
        </p:spPr>
        <p:txBody>
          <a:bodyPr vert="horz" wrap="square" lIns="0" tIns="0" rIns="0" bIns="91440" rtlCol="0" anchor="b">
            <a:noAutofit/>
          </a:bodyPr>
          <a:lstStyle>
            <a:lvl1pPr>
              <a:lnSpc>
                <a:spcPct val="100000"/>
              </a:lnSpc>
              <a:defRPr lang="en-US" sz="4000" b="1" dirty="0">
                <a:latin typeface="+mn-lt"/>
              </a:defRPr>
            </a:lvl1pPr>
          </a:lstStyle>
          <a:p>
            <a:pPr lvl="0">
              <a:lnSpc>
                <a:spcPct val="100000"/>
              </a:lnSpc>
            </a:pPr>
            <a:r>
              <a:rPr lang="en-US" dirty="0"/>
              <a:t>Developer Title</a:t>
            </a:r>
            <a:br>
              <a:rPr lang="en-US" dirty="0"/>
            </a:br>
            <a:r>
              <a:rPr lang="en-US" dirty="0"/>
              <a:t>Oracle Sans Tab</a:t>
            </a:r>
          </a:p>
        </p:txBody>
      </p:sp>
      <p:sp>
        <p:nvSpPr>
          <p:cNvPr id="25" name="Subhead">
            <a:extLst>
              <a:ext uri="{FF2B5EF4-FFF2-40B4-BE49-F238E27FC236}">
                <a16:creationId xmlns:a16="http://schemas.microsoft.com/office/drawing/2014/main" id="{DE85AE1C-733D-7244-A6DA-C3ADBC76ED0C}"/>
              </a:ext>
            </a:extLst>
          </p:cNvPr>
          <p:cNvSpPr>
            <a:spLocks noGrp="1"/>
          </p:cNvSpPr>
          <p:nvPr>
            <p:ph type="body" sz="quarter" idx="33" hasCustomPrompt="1"/>
          </p:nvPr>
        </p:nvSpPr>
        <p:spPr>
          <a:xfrm>
            <a:off x="792470" y="3519553"/>
            <a:ext cx="6217920" cy="341247"/>
          </a:xfrm>
          <a:prstGeom prst="rect">
            <a:avLst/>
          </a:prstGeom>
          <a:noFill/>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 on one line.</a:t>
            </a:r>
          </a:p>
        </p:txBody>
      </p:sp>
      <p:sp>
        <p:nvSpPr>
          <p:cNvPr id="11" name="Text Field">
            <a:extLst>
              <a:ext uri="{FF2B5EF4-FFF2-40B4-BE49-F238E27FC236}">
                <a16:creationId xmlns:a16="http://schemas.microsoft.com/office/drawing/2014/main" id="{5096A149-B6C9-A04E-A2B0-54CCFAA42526}"/>
              </a:ext>
            </a:extLst>
          </p:cNvPr>
          <p:cNvSpPr>
            <a:spLocks noGrp="1"/>
          </p:cNvSpPr>
          <p:nvPr>
            <p:ph type="body" sz="quarter" idx="35" hasCustomPrompt="1"/>
          </p:nvPr>
        </p:nvSpPr>
        <p:spPr>
          <a:xfrm>
            <a:off x="792470" y="4544568"/>
            <a:ext cx="5077970" cy="266291"/>
          </a:xfrm>
          <a:prstGeom prst="rect">
            <a:avLst/>
          </a:prstGeom>
          <a:noFill/>
        </p:spPr>
        <p:txBody>
          <a:bodyPr>
            <a:noAutofit/>
          </a:bodyPr>
          <a:lstStyle>
            <a:lvl1pPr>
              <a:lnSpc>
                <a:spcPct val="100000"/>
              </a:lnSpc>
              <a:defRPr b="1"/>
            </a:lvl1pPr>
          </a:lstStyle>
          <a:p>
            <a:pPr lvl="0"/>
            <a:r>
              <a:rPr lang="en-US" dirty="0"/>
              <a:t>Name</a:t>
            </a:r>
          </a:p>
        </p:txBody>
      </p:sp>
      <p:sp>
        <p:nvSpPr>
          <p:cNvPr id="10" name="Text Field 2">
            <a:extLst>
              <a:ext uri="{FF2B5EF4-FFF2-40B4-BE49-F238E27FC236}">
                <a16:creationId xmlns:a16="http://schemas.microsoft.com/office/drawing/2014/main" id="{A57492F9-1AD2-9346-9BB6-C0CF36DEF5ED}"/>
              </a:ext>
            </a:extLst>
          </p:cNvPr>
          <p:cNvSpPr>
            <a:spLocks noGrp="1"/>
          </p:cNvSpPr>
          <p:nvPr>
            <p:ph type="body" sz="quarter" idx="34" hasCustomPrompt="1"/>
          </p:nvPr>
        </p:nvSpPr>
        <p:spPr>
          <a:xfrm>
            <a:off x="792470" y="4882896"/>
            <a:ext cx="5077970" cy="895181"/>
          </a:xfrm>
          <a:prstGeom prst="rect">
            <a:avLst/>
          </a:prstGeom>
          <a:noFill/>
        </p:spPr>
        <p:txBody>
          <a:bodyPr>
            <a:noAutofit/>
          </a:bodyPr>
          <a:lstStyle>
            <a:lvl1pPr>
              <a:lnSpc>
                <a:spcPct val="100000"/>
              </a:lnSpc>
              <a:defRPr/>
            </a:lvl1pPr>
          </a:lstStyle>
          <a:p>
            <a:pPr lvl="0"/>
            <a:r>
              <a:rPr lang="en-US" dirty="0"/>
              <a:t>Presenter’s Title</a:t>
            </a:r>
          </a:p>
          <a:p>
            <a:pPr lvl="0"/>
            <a:r>
              <a:rPr lang="en-US" dirty="0"/>
              <a:t>Organization, Division or Business Unit</a:t>
            </a:r>
          </a:p>
          <a:p>
            <a:pPr lvl="0"/>
            <a:r>
              <a:rPr lang="en-US" dirty="0"/>
              <a:t>Month 00, 2023</a:t>
            </a:r>
          </a:p>
        </p:txBody>
      </p:sp>
      <p:pic>
        <p:nvPicPr>
          <p:cNvPr id="14" name="Oracle Logo" descr="Oracle Logo">
            <a:extLst>
              <a:ext uri="{FF2B5EF4-FFF2-40B4-BE49-F238E27FC236}">
                <a16:creationId xmlns:a16="http://schemas.microsoft.com/office/drawing/2014/main" id="{90869BEA-7CC8-4176-A565-8203484F77D7}"/>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invGray">
          <a:xfrm>
            <a:off x="730669" y="1132368"/>
            <a:ext cx="1524893" cy="320039"/>
          </a:xfrm>
          <a:prstGeom prst="rect">
            <a:avLst/>
          </a:prstGeom>
        </p:spPr>
      </p:pic>
      <p:sp>
        <p:nvSpPr>
          <p:cNvPr id="5" name="Slide Number Placeholder 4">
            <a:extLst>
              <a:ext uri="{FF2B5EF4-FFF2-40B4-BE49-F238E27FC236}">
                <a16:creationId xmlns:a16="http://schemas.microsoft.com/office/drawing/2014/main" id="{3DCCBFFD-1208-DC98-6F83-AD17B21EFDE4}"/>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4" name="Footer Placeholder 3">
            <a:extLst>
              <a:ext uri="{FF2B5EF4-FFF2-40B4-BE49-F238E27FC236}">
                <a16:creationId xmlns:a16="http://schemas.microsoft.com/office/drawing/2014/main" id="{9C95C387-C6B6-B09D-D9C1-A530A566B205}"/>
              </a:ext>
            </a:extLst>
          </p:cNvPr>
          <p:cNvSpPr>
            <a:spLocks noGrp="1"/>
          </p:cNvSpPr>
          <p:nvPr>
            <p:ph type="ftr" sz="quarter" idx="36"/>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81CE87F9-CC9A-B7B1-715A-1FC35C2906A5}"/>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834756B5-7E88-686B-81C7-9145FA6393AA}"/>
              </a:ext>
              <a:ext uri="{C183D7F6-B498-43B3-948B-1728B52AA6E4}">
                <adec:decorative xmlns:adec="http://schemas.microsoft.com/office/drawing/2017/decorative" val="1"/>
              </a:ext>
            </a:extLst>
          </p:cNvPr>
          <p:cNvSpPr/>
          <p:nvPr/>
        </p:nvSpPr>
        <p:spPr>
          <a:xfrm>
            <a:off x="793805" y="4166108"/>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8234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full-image">
    <p:bg>
      <p:bgPr>
        <a:solidFill>
          <a:schemeClr val="bg2"/>
        </a:solidFill>
        <a:effectLst/>
      </p:bgPr>
    </p:bg>
    <p:spTree>
      <p:nvGrpSpPr>
        <p:cNvPr id="1" name=""/>
        <p:cNvGrpSpPr/>
        <p:nvPr/>
      </p:nvGrpSpPr>
      <p:grpSpPr>
        <a:xfrm>
          <a:off x="0" y="0"/>
          <a:ext cx="0" cy="0"/>
          <a:chOff x="0" y="0"/>
          <a:chExt cx="0" cy="0"/>
        </a:xfrm>
      </p:grpSpPr>
      <p:sp>
        <p:nvSpPr>
          <p:cNvPr id="2" name="Gradient overlay">
            <a:extLst>
              <a:ext uri="{FF2B5EF4-FFF2-40B4-BE49-F238E27FC236}">
                <a16:creationId xmlns:a16="http://schemas.microsoft.com/office/drawing/2014/main" id="{02A90784-90AA-1B27-460D-B876463465E4}"/>
              </a:ext>
            </a:extLst>
          </p:cNvPr>
          <p:cNvSpPr>
            <a:spLocks/>
          </p:cNvSpPr>
          <p:nvPr/>
        </p:nvSpPr>
        <p:spPr>
          <a:xfrm>
            <a:off x="0" y="0"/>
            <a:ext cx="7467585" cy="6858000"/>
          </a:xfrm>
          <a:prstGeom prst="rect">
            <a:avLst/>
          </a:prstGeom>
          <a:gradFill>
            <a:gsLst>
              <a:gs pos="69000">
                <a:srgbClr val="2A2F2F">
                  <a:alpha val="70000"/>
                </a:srgbClr>
              </a:gs>
              <a:gs pos="0">
                <a:schemeClr val="bg1"/>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5">
            <a:extLst>
              <a:ext uri="{FF2B5EF4-FFF2-40B4-BE49-F238E27FC236}">
                <a16:creationId xmlns:a16="http://schemas.microsoft.com/office/drawing/2014/main" id="{2A8370DC-7E17-3B48-B968-7FBF1A513E5D}"/>
              </a:ext>
            </a:extLst>
          </p:cNvPr>
          <p:cNvSpPr>
            <a:spLocks noGrp="1"/>
          </p:cNvSpPr>
          <p:nvPr>
            <p:ph type="title" hasCustomPrompt="1"/>
          </p:nvPr>
        </p:nvSpPr>
        <p:spPr>
          <a:xfrm>
            <a:off x="768871" y="2337132"/>
            <a:ext cx="6217920" cy="1280160"/>
          </a:xfrm>
          <a:noFill/>
        </p:spPr>
        <p:txBody>
          <a:bodyPr vert="horz" wrap="square" lIns="0" tIns="0" rIns="0" bIns="0" rtlCol="0" anchor="b">
            <a:noAutofit/>
          </a:bodyPr>
          <a:lstStyle>
            <a:lvl1pPr>
              <a:lnSpc>
                <a:spcPct val="100000"/>
              </a:lnSpc>
              <a:defRPr lang="en-US" sz="4000" b="1" i="0" dirty="0">
                <a:solidFill>
                  <a:schemeClr val="tx1"/>
                </a:solidFill>
                <a:latin typeface="Oracle Sans Tab" panose="020B0503020204020204" pitchFamily="34" charset="0"/>
              </a:defRPr>
            </a:lvl1pPr>
          </a:lstStyle>
          <a:p>
            <a:pPr lvl="0">
              <a:lnSpc>
                <a:spcPct val="100000"/>
              </a:lnSpc>
            </a:pPr>
            <a:r>
              <a:rPr lang="en-US" dirty="0"/>
              <a:t>Cross-pillar, Industries, and General Divider Title</a:t>
            </a:r>
          </a:p>
        </p:txBody>
      </p:sp>
      <p:sp>
        <p:nvSpPr>
          <p:cNvPr id="11" name="Slide Number Placeholder 7">
            <a:extLst>
              <a:ext uri="{FF2B5EF4-FFF2-40B4-BE49-F238E27FC236}">
                <a16:creationId xmlns:a16="http://schemas.microsoft.com/office/drawing/2014/main" id="{F080221B-C8EC-00E9-AA2D-F8C154AA3CA5}"/>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13" name="Footer Placeholder 4">
            <a:extLst>
              <a:ext uri="{FF2B5EF4-FFF2-40B4-BE49-F238E27FC236}">
                <a16:creationId xmlns:a16="http://schemas.microsoft.com/office/drawing/2014/main" id="{6C539CEF-A482-43F9-5E0C-FBA849CD6ADB}"/>
              </a:ext>
            </a:extLst>
          </p:cNvPr>
          <p:cNvSpPr>
            <a:spLocks noGrp="1"/>
          </p:cNvSpPr>
          <p:nvPr>
            <p:ph type="ftr" sz="quarter" idx="11"/>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15" name="Date Placeholder 2">
            <a:extLst>
              <a:ext uri="{FF2B5EF4-FFF2-40B4-BE49-F238E27FC236}">
                <a16:creationId xmlns:a16="http://schemas.microsoft.com/office/drawing/2014/main" id="{F9083701-4310-37DF-B760-F9C5578E1E79}"/>
              </a:ext>
            </a:extLst>
          </p:cNvPr>
          <p:cNvSpPr>
            <a:spLocks noGrp="1"/>
          </p:cNvSpPr>
          <p:nvPr>
            <p:ph type="dt" sz="half" idx="10"/>
          </p:nvPr>
        </p:nvSpPr>
        <p:spPr>
          <a:xfrm>
            <a:off x="6873138" y="6997061"/>
            <a:ext cx="2743200" cy="363500"/>
          </a:xfrm>
        </p:spPr>
        <p:txBody>
          <a:bodyPr/>
          <a:lstStyle>
            <a:lvl1pPr>
              <a:defRPr>
                <a:noFill/>
              </a:defRPr>
            </a:lvl1pPr>
          </a:lstStyle>
          <a:p>
            <a:r>
              <a:rPr lang="en-US"/>
              <a:t>[Date]</a:t>
            </a:r>
            <a:endParaRPr lang="en-US" dirty="0"/>
          </a:p>
        </p:txBody>
      </p:sp>
      <p:sp>
        <p:nvSpPr>
          <p:cNvPr id="4" name="Subhead">
            <a:extLst>
              <a:ext uri="{FF2B5EF4-FFF2-40B4-BE49-F238E27FC236}">
                <a16:creationId xmlns:a16="http://schemas.microsoft.com/office/drawing/2014/main" id="{AC267B18-559A-5001-F10C-C0FCF070F435}"/>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7278324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ight - Divider_Image">
    <p:bg>
      <p:bgRef idx="1001">
        <a:schemeClr val="bg2"/>
      </p:bgRef>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DE8EE698-DD9E-FCA6-2E7D-4B8B85A548EA}"/>
              </a:ext>
            </a:extLst>
          </p:cNvPr>
          <p:cNvSpPr>
            <a:spLocks noGrp="1"/>
          </p:cNvSpPr>
          <p:nvPr>
            <p:ph type="title" hasCustomPrompt="1"/>
          </p:nvPr>
        </p:nvSpPr>
        <p:spPr>
          <a:xfrm>
            <a:off x="768871" y="2337132"/>
            <a:ext cx="43213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General divider with image</a:t>
            </a:r>
          </a:p>
        </p:txBody>
      </p:sp>
      <p:sp>
        <p:nvSpPr>
          <p:cNvPr id="16" name="Picture Placeholder 15">
            <a:extLst>
              <a:ext uri="{FF2B5EF4-FFF2-40B4-BE49-F238E27FC236}">
                <a16:creationId xmlns:a16="http://schemas.microsoft.com/office/drawing/2014/main" id="{7A66C82B-D6A6-34D6-659C-66E009B70507}"/>
              </a:ext>
            </a:extLst>
          </p:cNvPr>
          <p:cNvSpPr>
            <a:spLocks noGrp="1"/>
          </p:cNvSpPr>
          <p:nvPr>
            <p:ph type="pic" sz="quarter" idx="34" hasCustomPrompt="1"/>
          </p:nvPr>
        </p:nvSpPr>
        <p:spPr>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a:srgbClr val="AEA8A2"/>
          </a:solidFill>
        </p:spPr>
        <p:txBody>
          <a:bodyPr wrap="square" lIns="72000" tIns="72000" rIns="0">
            <a:noAutofit/>
          </a:bodyPr>
          <a:lstStyle>
            <a:lvl1pPr algn="ctr">
              <a:defRPr sz="1400" b="0" i="0">
                <a:solidFill>
                  <a:srgbClr val="2A2F2F"/>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95117"/>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95435"/>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97377"/>
            <a:ext cx="2743200" cy="363500"/>
          </a:xfrm>
        </p:spPr>
        <p:txBody>
          <a:bodyPr/>
          <a:lstStyle/>
          <a:p>
            <a:r>
              <a:rPr lang="en-US"/>
              <a:t>[Date]</a:t>
            </a:r>
            <a:endParaRPr lang="en-US" dirty="0"/>
          </a:p>
        </p:txBody>
      </p:sp>
      <p:sp>
        <p:nvSpPr>
          <p:cNvPr id="17" name="Rectangle 16">
            <a:extLst>
              <a:ext uri="{FF2B5EF4-FFF2-40B4-BE49-F238E27FC236}">
                <a16:creationId xmlns:a16="http://schemas.microsoft.com/office/drawing/2014/main" id="{4C4BAD36-D319-E820-410D-209A9A879A6E}"/>
              </a:ext>
            </a:extLst>
          </p:cNvPr>
          <p:cNvSpPr/>
          <p:nvPr/>
        </p:nvSpPr>
        <p:spPr>
          <a:xfrm>
            <a:off x="11399462" y="6450195"/>
            <a:ext cx="411480" cy="411480"/>
          </a:xfrm>
          <a:prstGeom prst="rect">
            <a:avLst/>
          </a:prstGeom>
          <a:solidFill>
            <a:srgbClr val="B74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Tag" descr="A small square in Oracle Red with the Oracle logo in the center in white">
            <a:extLst>
              <a:ext uri="{FF2B5EF4-FFF2-40B4-BE49-F238E27FC236}">
                <a16:creationId xmlns:a16="http://schemas.microsoft.com/office/drawing/2014/main" id="{DA013C64-ED63-DD03-9BE1-52DA3F10B52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9" name="Accent mark">
            <a:extLst>
              <a:ext uri="{FF2B5EF4-FFF2-40B4-BE49-F238E27FC236}">
                <a16:creationId xmlns:a16="http://schemas.microsoft.com/office/drawing/2014/main" id="{EF7E4D86-EF60-0FEC-3E94-F74C96841A9C}"/>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ubhead">
            <a:extLst>
              <a:ext uri="{FF2B5EF4-FFF2-40B4-BE49-F238E27FC236}">
                <a16:creationId xmlns:a16="http://schemas.microsoft.com/office/drawing/2014/main" id="{A763B6F6-4DFA-26D0-D8A9-4B0B1409391D}"/>
              </a:ext>
            </a:extLst>
          </p:cNvPr>
          <p:cNvSpPr>
            <a:spLocks noGrp="1"/>
          </p:cNvSpPr>
          <p:nvPr>
            <p:ph type="body" sz="quarter" idx="33" hasCustomPrompt="1"/>
          </p:nvPr>
        </p:nvSpPr>
        <p:spPr>
          <a:xfrm>
            <a:off x="776689" y="4135193"/>
            <a:ext cx="43891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40003801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ark- Divider_Image">
    <p:bg>
      <p:bgRef idx="1001">
        <a:schemeClr val="bg2"/>
      </p:bgRef>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A66C82B-D6A6-34D6-659C-66E009B70507}"/>
              </a:ext>
            </a:extLst>
          </p:cNvPr>
          <p:cNvSpPr>
            <a:spLocks noGrp="1"/>
          </p:cNvSpPr>
          <p:nvPr>
            <p:ph type="pic" sz="quarter" idx="34" hasCustomPrompt="1"/>
          </p:nvPr>
        </p:nvSpPr>
        <p:spPr>
          <a:xfrm>
            <a:off x="6096000" y="0"/>
            <a:ext cx="6099048"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a:srgbClr val="AEA8A2"/>
          </a:solidFill>
        </p:spPr>
        <p:txBody>
          <a:bodyPr wrap="square" lIns="72000" tIns="72000" rIns="0">
            <a:noAutofit/>
          </a:bodyPr>
          <a:lstStyle>
            <a:lvl1pPr algn="ctr">
              <a:defRPr sz="1400" b="0" i="0">
                <a:solidFill>
                  <a:srgbClr val="2A2F2F"/>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sp>
        <p:nvSpPr>
          <p:cNvPr id="7" name="Title 5">
            <a:extLst>
              <a:ext uri="{FF2B5EF4-FFF2-40B4-BE49-F238E27FC236}">
                <a16:creationId xmlns:a16="http://schemas.microsoft.com/office/drawing/2014/main" id="{DE8EE698-DD9E-FCA6-2E7D-4B8B85A548EA}"/>
              </a:ext>
            </a:extLst>
          </p:cNvPr>
          <p:cNvSpPr>
            <a:spLocks noGrp="1"/>
          </p:cNvSpPr>
          <p:nvPr>
            <p:ph type="title" hasCustomPrompt="1"/>
          </p:nvPr>
        </p:nvSpPr>
        <p:spPr>
          <a:xfrm>
            <a:off x="768871" y="2337132"/>
            <a:ext cx="438912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dirty="0"/>
              <a:t>General divider with image</a:t>
            </a:r>
          </a:p>
        </p:txBody>
      </p:sp>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05938"/>
            <a:ext cx="2743200" cy="363500"/>
          </a:xfrm>
        </p:spPr>
        <p:txBody>
          <a:bodyPr/>
          <a:lstStyle/>
          <a:p>
            <a:r>
              <a:rPr lang="en-US"/>
              <a:t>[Date]</a:t>
            </a:r>
            <a:endParaRPr lang="en-US" dirty="0"/>
          </a:p>
        </p:txBody>
      </p:sp>
      <p:sp>
        <p:nvSpPr>
          <p:cNvPr id="17" name="Rectangle 16">
            <a:extLst>
              <a:ext uri="{FF2B5EF4-FFF2-40B4-BE49-F238E27FC236}">
                <a16:creationId xmlns:a16="http://schemas.microsoft.com/office/drawing/2014/main" id="{4C4BAD36-D319-E820-410D-209A9A879A6E}"/>
              </a:ext>
            </a:extLst>
          </p:cNvPr>
          <p:cNvSpPr/>
          <p:nvPr/>
        </p:nvSpPr>
        <p:spPr>
          <a:xfrm>
            <a:off x="11399462" y="6450195"/>
            <a:ext cx="411480" cy="411480"/>
          </a:xfrm>
          <a:prstGeom prst="rect">
            <a:avLst/>
          </a:prstGeom>
          <a:solidFill>
            <a:srgbClr val="B74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Tag" descr="A small square in Oracle Red with the Oracle logo in the center in white">
            <a:extLst>
              <a:ext uri="{FF2B5EF4-FFF2-40B4-BE49-F238E27FC236}">
                <a16:creationId xmlns:a16="http://schemas.microsoft.com/office/drawing/2014/main" id="{DA013C64-ED63-DD03-9BE1-52DA3F10B520}"/>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 name="Accent mark">
            <a:extLst>
              <a:ext uri="{FF2B5EF4-FFF2-40B4-BE49-F238E27FC236}">
                <a16:creationId xmlns:a16="http://schemas.microsoft.com/office/drawing/2014/main" id="{D8947E02-814A-79D0-C68B-4A7749394CC0}"/>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head">
            <a:extLst>
              <a:ext uri="{FF2B5EF4-FFF2-40B4-BE49-F238E27FC236}">
                <a16:creationId xmlns:a16="http://schemas.microsoft.com/office/drawing/2014/main" id="{C91DD99A-805D-7654-58A3-D6532DB17964}"/>
              </a:ext>
            </a:extLst>
          </p:cNvPr>
          <p:cNvSpPr>
            <a:spLocks noGrp="1"/>
          </p:cNvSpPr>
          <p:nvPr>
            <p:ph type="body" sz="quarter" idx="33" hasCustomPrompt="1"/>
          </p:nvPr>
        </p:nvSpPr>
        <p:spPr>
          <a:xfrm>
            <a:off x="776689" y="4135193"/>
            <a:ext cx="43891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Tree>
    <p:extLst>
      <p:ext uri="{BB962C8B-B14F-4D97-AF65-F5344CB8AC3E}">
        <p14:creationId xmlns:p14="http://schemas.microsoft.com/office/powerpoint/2010/main" val="2226418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ight - Divider">
    <p:bg>
      <p:bgRef idx="1001">
        <a:schemeClr val="bg2"/>
      </p:bgRef>
    </p:bg>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1789F089-C8C8-AD9E-8C9E-E12DE8E679BF}"/>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Cross-pillar, Industries, and General Divider Title</a:t>
            </a:r>
          </a:p>
        </p:txBody>
      </p:sp>
      <p:sp>
        <p:nvSpPr>
          <p:cNvPr id="10" name="Subhead">
            <a:extLst>
              <a:ext uri="{FF2B5EF4-FFF2-40B4-BE49-F238E27FC236}">
                <a16:creationId xmlns:a16="http://schemas.microsoft.com/office/drawing/2014/main" id="{7698EDA6-BDA7-E689-E9CF-BD4E37893702}"/>
              </a:ext>
            </a:extLst>
          </p:cNvPr>
          <p:cNvSpPr>
            <a:spLocks noGrp="1"/>
          </p:cNvSpPr>
          <p:nvPr>
            <p:ph type="body" sz="quarter" idx="33" hasCustomPrompt="1"/>
          </p:nvPr>
        </p:nvSpPr>
        <p:spPr>
          <a:xfrm>
            <a:off x="776689" y="4135193"/>
            <a:ext cx="621792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pic>
        <p:nvPicPr>
          <p:cNvPr id="15" name="Picture 14">
            <a:extLst>
              <a:ext uri="{FF2B5EF4-FFF2-40B4-BE49-F238E27FC236}">
                <a16:creationId xmlns:a16="http://schemas.microsoft.com/office/drawing/2014/main" id="{FB7783C8-17F8-DB45-1463-F645BB3FC448}"/>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rcRect l="44000"/>
          <a:stretch/>
        </p:blipFill>
        <p:spPr>
          <a:xfrm>
            <a:off x="5364488" y="0"/>
            <a:ext cx="6827512" cy="6858000"/>
          </a:xfrm>
          <a:prstGeom prst="rect">
            <a:avLst/>
          </a:prstGeom>
        </p:spPr>
      </p:pic>
      <p:sp>
        <p:nvSpPr>
          <p:cNvPr id="8" name="Slide Number Placeholder 7">
            <a:extLst>
              <a:ext uri="{FF2B5EF4-FFF2-40B4-BE49-F238E27FC236}">
                <a16:creationId xmlns:a16="http://schemas.microsoft.com/office/drawing/2014/main" id="{AC119101-EC6A-4B95-9940-BAB31432AD02}"/>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6077CD67-74FC-43EC-912B-8B74B34E5B81}"/>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F89127AD-303E-4148-925B-F8D854942DC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93FBA7AF-1061-9E4C-9196-2D8F59748DFB}"/>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37278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ark - Divider">
    <p:bg>
      <p:bgPr>
        <a:solidFill>
          <a:schemeClr val="bg2"/>
        </a:solidFill>
        <a:effectLst/>
      </p:bgPr>
    </p:bg>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1232B6FB-CB36-8E10-0171-4DD434FB37AC}"/>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Cross-pillar, Industries, and General Divider Title</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endParaRPr lang="en-US" dirty="0"/>
          </a:p>
        </p:txBody>
      </p:sp>
      <p:pic>
        <p:nvPicPr>
          <p:cNvPr id="15" name="Picture 14">
            <a:extLst>
              <a:ext uri="{FF2B5EF4-FFF2-40B4-BE49-F238E27FC236}">
                <a16:creationId xmlns:a16="http://schemas.microsoft.com/office/drawing/2014/main" id="{66160DD4-C190-5E08-0719-27C0571182DA}"/>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rcRect l="44000"/>
          <a:stretch/>
        </p:blipFill>
        <p:spPr>
          <a:xfrm>
            <a:off x="5364488" y="0"/>
            <a:ext cx="6827512" cy="6858000"/>
          </a:xfrm>
          <a:prstGeom prst="rect">
            <a:avLst/>
          </a:prstGeom>
        </p:spPr>
      </p:pic>
      <p:sp>
        <p:nvSpPr>
          <p:cNvPr id="2" name="Accent mark">
            <a:extLst>
              <a:ext uri="{FF2B5EF4-FFF2-40B4-BE49-F238E27FC236}">
                <a16:creationId xmlns:a16="http://schemas.microsoft.com/office/drawing/2014/main" id="{FCC5560E-F594-D1CD-5CDD-54514D4DAED9}"/>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77796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_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Health &amp; Life Sciences </a:t>
            </a:r>
            <a:br>
              <a:rPr lang="en-US" dirty="0"/>
            </a:br>
            <a:r>
              <a:rPr lang="en-US" dirty="0"/>
              <a:t>section title</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B4CEE7C3-7EA8-C568-7AA2-03C7BCB4D729}"/>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80125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vider_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Fusion Suite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C6A04EFB-5851-0CBD-D5AD-B20EA6137C7E}"/>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10008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_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dirty="0"/>
              <a:t>SCM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61CB4AAC-156D-8F42-3B43-592451DF558D}"/>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54925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_6">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95000"/>
              </a:lnSpc>
              <a:defRPr lang="en-US" sz="4000" b="1" i="0" dirty="0">
                <a:latin typeface="Oracle Sans Tab" panose="020B0503020204020204" pitchFamily="34" charset="0"/>
              </a:defRPr>
            </a:lvl1pPr>
          </a:lstStyle>
          <a:p>
            <a:pPr lvl="0">
              <a:lnSpc>
                <a:spcPct val="100000"/>
              </a:lnSpc>
            </a:pPr>
            <a:r>
              <a:rPr lang="en-US" dirty="0"/>
              <a:t>ERP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BADA839C-E71A-1637-3B8E-ADCB8BC4BE79}"/>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97174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_7">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HCM Section </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82"/>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4000"/>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6"/>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AD2D13D9-5F9B-66C0-EF23-46B9931F9314}"/>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70293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vider_8">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CX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9FE68091-5CE6-8692-5C8A-45B15B0580ED}"/>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26150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ivider_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OCI and database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4364F74D-D1B7-957A-69E2-40ADCE3043EE}"/>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25223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vider_10">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7856B97A-8557-4DB6-9175-7EBD0C8937DD}"/>
              </a:ext>
            </a:extLst>
          </p:cNvPr>
          <p:cNvSpPr>
            <a:spLocks noGrp="1"/>
          </p:cNvSpPr>
          <p:nvPr>
            <p:ph type="title" hasCustomPrompt="1"/>
          </p:nvPr>
        </p:nvSpPr>
        <p:spPr>
          <a:xfrm>
            <a:off x="768871" y="2337132"/>
            <a:ext cx="6400800" cy="1280160"/>
          </a:xfrm>
          <a:noFill/>
        </p:spPr>
        <p:txBody>
          <a:bodyPr vert="horz" wrap="square" lIns="0" tIns="0" rIns="0" bIns="0" rtlCol="0" anchor="b">
            <a:noAutofit/>
          </a:bodyPr>
          <a:lstStyle>
            <a:lvl1pPr>
              <a:lnSpc>
                <a:spcPct val="100000"/>
              </a:lnSpc>
              <a:defRPr lang="en-US" sz="4000" b="1" i="0" dirty="0">
                <a:latin typeface="Oracle Sans Tab" panose="020B0503020204020204" pitchFamily="34" charset="0"/>
              </a:defRPr>
            </a:lvl1pPr>
          </a:lstStyle>
          <a:p>
            <a:pPr lvl="0">
              <a:lnSpc>
                <a:spcPct val="100000"/>
              </a:lnSpc>
            </a:pPr>
            <a:r>
              <a:rPr lang="en-US" dirty="0"/>
              <a:t>Dev Section</a:t>
            </a:r>
            <a:br>
              <a:rPr lang="en-US" dirty="0"/>
            </a:br>
            <a:r>
              <a:rPr lang="en-US" dirty="0"/>
              <a:t>Oracle Sans Tab Bold</a:t>
            </a:r>
          </a:p>
        </p:txBody>
      </p:sp>
      <p:sp>
        <p:nvSpPr>
          <p:cNvPr id="10" name="Subhead">
            <a:extLst>
              <a:ext uri="{FF2B5EF4-FFF2-40B4-BE49-F238E27FC236}">
                <a16:creationId xmlns:a16="http://schemas.microsoft.com/office/drawing/2014/main" id="{E9558DCD-9619-43EF-806C-010C13A11164}"/>
              </a:ext>
            </a:extLst>
          </p:cNvPr>
          <p:cNvSpPr>
            <a:spLocks noGrp="1"/>
          </p:cNvSpPr>
          <p:nvPr>
            <p:ph type="body" sz="quarter" idx="33" hasCustomPrompt="1"/>
          </p:nvPr>
        </p:nvSpPr>
        <p:spPr>
          <a:xfrm>
            <a:off x="776689" y="4135193"/>
            <a:ext cx="6400800" cy="681251"/>
          </a:xfrm>
          <a:prstGeom prst="rect">
            <a:avLst/>
          </a:prstGeom>
          <a:noFill/>
        </p:spPr>
        <p:txBody>
          <a:bodyPr>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2000" b="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Subhead goes here.</a:t>
            </a:r>
          </a:p>
        </p:txBody>
      </p:sp>
      <p:sp>
        <p:nvSpPr>
          <p:cNvPr id="8" name="Slide Number Placeholder 7">
            <a:extLst>
              <a:ext uri="{FF2B5EF4-FFF2-40B4-BE49-F238E27FC236}">
                <a16:creationId xmlns:a16="http://schemas.microsoft.com/office/drawing/2014/main" id="{848B57A4-1EA3-47FA-AD37-31BB82676BA8}"/>
              </a:ext>
            </a:extLst>
          </p:cNvPr>
          <p:cNvSpPr>
            <a:spLocks noGrp="1"/>
          </p:cNvSpPr>
          <p:nvPr>
            <p:ph type="sldNum" sz="quarter" idx="12"/>
          </p:nvPr>
        </p:nvSpPr>
        <p:spPr>
          <a:xfrm>
            <a:off x="762000" y="6903678"/>
            <a:ext cx="365760" cy="365760"/>
          </a:xfrm>
        </p:spPr>
        <p:txBody>
          <a:bodyPr/>
          <a:lstStyle>
            <a:lvl1pPr>
              <a:defRPr>
                <a:no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E8638588-07BC-4F98-97FA-975AE1443B66}"/>
              </a:ext>
            </a:extLst>
          </p:cNvPr>
          <p:cNvSpPr>
            <a:spLocks noGrp="1"/>
          </p:cNvSpPr>
          <p:nvPr>
            <p:ph type="ftr" sz="quarter" idx="11"/>
          </p:nvPr>
        </p:nvSpPr>
        <p:spPr>
          <a:xfrm>
            <a:off x="1127759" y="6903996"/>
            <a:ext cx="5745379" cy="365125"/>
          </a:xfrm>
        </p:spPr>
        <p:txBody>
          <a:bodyPr/>
          <a:lstStyle>
            <a:lvl1pPr>
              <a:defRPr>
                <a:no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DBAE7266-CBC0-47D9-85A0-91E011093819}"/>
              </a:ext>
            </a:extLst>
          </p:cNvPr>
          <p:cNvSpPr>
            <a:spLocks noGrp="1"/>
          </p:cNvSpPr>
          <p:nvPr>
            <p:ph type="dt" sz="half" idx="10"/>
          </p:nvPr>
        </p:nvSpPr>
        <p:spPr>
          <a:xfrm>
            <a:off x="6873138" y="6905622"/>
            <a:ext cx="2743200" cy="363500"/>
          </a:xfrm>
        </p:spPr>
        <p:txBody>
          <a:bodyPr/>
          <a:lstStyle>
            <a:lvl1pPr>
              <a:defRPr>
                <a:noFill/>
              </a:defRPr>
            </a:lvl1pPr>
          </a:lstStyle>
          <a:p>
            <a:r>
              <a:rPr lang="en-US"/>
              <a:t>[Date]</a:t>
            </a:r>
            <a:endParaRPr lang="en-US" dirty="0"/>
          </a:p>
        </p:txBody>
      </p:sp>
      <p:sp>
        <p:nvSpPr>
          <p:cNvPr id="2" name="Accent mark">
            <a:extLst>
              <a:ext uri="{FF2B5EF4-FFF2-40B4-BE49-F238E27FC236}">
                <a16:creationId xmlns:a16="http://schemas.microsoft.com/office/drawing/2014/main" id="{C6A04EFB-5851-0CBD-D5AD-B20EA6137C7E}"/>
              </a:ext>
              <a:ext uri="{C183D7F6-B498-43B3-948B-1728B52AA6E4}">
                <adec:decorative xmlns:adec="http://schemas.microsoft.com/office/drawing/2017/decorative" val="1"/>
              </a:ext>
            </a:extLst>
          </p:cNvPr>
          <p:cNvSpPr/>
          <p:nvPr/>
        </p:nvSpPr>
        <p:spPr>
          <a:xfrm>
            <a:off x="776689" y="386790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18073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ark - Impact Statement">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57F0AA-36FB-62D3-4D57-A93CAC9D503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lnSpc>
                <a:spcPct val="100000"/>
              </a:lnSpc>
              <a:defRPr sz="36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7" name="OTag" descr="A small square in Oracle Red with the Oracle logo in the center in white">
            <a:extLst>
              <a:ext uri="{FF2B5EF4-FFF2-40B4-BE49-F238E27FC236}">
                <a16:creationId xmlns:a16="http://schemas.microsoft.com/office/drawing/2014/main" id="{8C117C3E-42AE-CE02-CD58-506D8C1381D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32376570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ight - Impact Statement">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3F0458-244B-DEF1-4FC0-9B75AA8F4AE8}"/>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a:xfrm>
            <a:off x="768875" y="3017520"/>
            <a:ext cx="10671048" cy="822960"/>
          </a:xfrm>
        </p:spPr>
        <p:txBody>
          <a:bodyPr anchor="ctr"/>
          <a:lstStyle>
            <a:lvl1pPr>
              <a:lnSpc>
                <a:spcPct val="100000"/>
              </a:lnSpc>
              <a:defRPr sz="3600" b="1" i="0">
                <a:latin typeface="Oracle Sans Tab" panose="020B0503020204020204" pitchFamily="34" charset="0"/>
                <a:cs typeface="Oracle Sans Tab" panose="020B0503020204020204" pitchFamily="34" charset="0"/>
              </a:defRPr>
            </a:lvl1pPr>
          </a:lstStyle>
          <a:p>
            <a:r>
              <a:rPr lang="en-US" dirty="0"/>
              <a:t>Title</a:t>
            </a:r>
          </a:p>
        </p:txBody>
      </p:sp>
      <p:sp>
        <p:nvSpPr>
          <p:cNvPr id="2" name="Slide Number Placeholder 5">
            <a:extLst>
              <a:ext uri="{FF2B5EF4-FFF2-40B4-BE49-F238E27FC236}">
                <a16:creationId xmlns:a16="http://schemas.microsoft.com/office/drawing/2014/main" id="{9F0B1098-7D41-10CB-C5CD-2254F1A42B9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058C9C89-6343-52FD-C281-6396A1ADC58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F9876E5E-4D7F-5B32-636A-7AAD60A2DF72}"/>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pic>
        <p:nvPicPr>
          <p:cNvPr id="7" name="OTag" descr="A small square in Oracle Red with the Oracle logo in the center in white">
            <a:extLst>
              <a:ext uri="{FF2B5EF4-FFF2-40B4-BE49-F238E27FC236}">
                <a16:creationId xmlns:a16="http://schemas.microsoft.com/office/drawing/2014/main" id="{8C117C3E-42AE-CE02-CD58-506D8C1381D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37231355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ark - Quote with Data Texture Background">
    <p:bg>
      <p:bgPr>
        <a:solidFill>
          <a:schemeClr val="bg2"/>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solidFill>
                  <a:schemeClr val="tx1"/>
                </a:solidFill>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lnSpc>
                <a:spcPct val="100000"/>
              </a:lnSpc>
              <a:defRPr b="1">
                <a:solidFill>
                  <a:schemeClr val="tx1"/>
                </a:solidFill>
              </a:defRPr>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lnSpc>
                <a:spcPct val="100000"/>
              </a:lnSpc>
              <a:defRPr>
                <a:solidFill>
                  <a:schemeClr val="tx1"/>
                </a:solidFill>
              </a:defRPr>
            </a:lvl1pPr>
          </a:lstStyle>
          <a:p>
            <a:pPr lvl="0"/>
            <a:r>
              <a:rPr lang="en-US" dirty="0"/>
              <a:t>Additional information if needed</a:t>
            </a:r>
          </a:p>
        </p:txBody>
      </p:sp>
      <p:sp>
        <p:nvSpPr>
          <p:cNvPr id="3" name="Content Placeholder 2">
            <a:extLst>
              <a:ext uri="{FF2B5EF4-FFF2-40B4-BE49-F238E27FC236}">
                <a16:creationId xmlns:a16="http://schemas.microsoft.com/office/drawing/2014/main" id="{37E74DE0-55D3-42EA-9474-DC8A5193EF88}"/>
              </a:ext>
            </a:extLst>
          </p:cNvPr>
          <p:cNvSpPr>
            <a:spLocks noGrp="1" noChangeAspect="1"/>
          </p:cNvSpPr>
          <p:nvPr>
            <p:ph sz="quarter" idx="45" hasCustomPrompt="1"/>
          </p:nvPr>
        </p:nvSpPr>
        <p:spPr>
          <a:xfrm>
            <a:off x="701099" y="1143798"/>
            <a:ext cx="2447584" cy="673743"/>
          </a:xfrm>
        </p:spPr>
        <p:txBody>
          <a:bodyPr/>
          <a:lstStyle>
            <a:lvl1pPr>
              <a:defRPr>
                <a:solidFill>
                  <a:schemeClr val="tx1"/>
                </a:solidFill>
              </a:defRPr>
            </a:lvl1pPr>
            <a:lvl5pPr marL="731520" indent="0">
              <a:buNone/>
              <a:defRPr/>
            </a:lvl5pPr>
          </a:lstStyle>
          <a:p>
            <a:pPr lvl="0"/>
            <a:r>
              <a:rPr lang="en-US" dirty="0"/>
              <a:t>Click to add logo</a:t>
            </a:r>
          </a:p>
        </p:txBody>
      </p:sp>
      <p:sp>
        <p:nvSpPr>
          <p:cNvPr id="5" name="Accent mark">
            <a:extLst>
              <a:ext uri="{FF2B5EF4-FFF2-40B4-BE49-F238E27FC236}">
                <a16:creationId xmlns:a16="http://schemas.microsoft.com/office/drawing/2014/main" id="{E30FF1A2-459E-3E06-ED1E-7EEEFE917498}"/>
              </a:ext>
              <a:ext uri="{C183D7F6-B498-43B3-948B-1728B52AA6E4}">
                <adec:decorative xmlns:adec="http://schemas.microsoft.com/office/drawing/2017/decorative" val="1"/>
              </a:ext>
            </a:extLst>
          </p:cNvPr>
          <p:cNvSpPr/>
          <p:nvPr/>
        </p:nvSpPr>
        <p:spPr>
          <a:xfrm>
            <a:off x="762000" y="4142224"/>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D72BDD1C-BE59-17F1-F08E-E5659CE09569}"/>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4188201" y="1"/>
            <a:ext cx="8003799" cy="4114800"/>
          </a:xfrm>
          <a:prstGeom prst="rect">
            <a:avLst/>
          </a:prstGeom>
        </p:spPr>
      </p:pic>
      <p:sp>
        <p:nvSpPr>
          <p:cNvPr id="8" name="Date Placeholder 7">
            <a:extLst>
              <a:ext uri="{FF2B5EF4-FFF2-40B4-BE49-F238E27FC236}">
                <a16:creationId xmlns:a16="http://schemas.microsoft.com/office/drawing/2014/main" id="{4BE25085-4A1E-D179-F719-60F3221F88FC}"/>
              </a:ext>
            </a:extLst>
          </p:cNvPr>
          <p:cNvSpPr>
            <a:spLocks noGrp="1"/>
          </p:cNvSpPr>
          <p:nvPr>
            <p:ph type="dt" sz="half" idx="46"/>
          </p:nvPr>
        </p:nvSpPr>
        <p:spPr/>
        <p:txBody>
          <a:bodyPr/>
          <a:lstStyle>
            <a:lvl1pPr>
              <a:defRPr>
                <a:solidFill>
                  <a:srgbClr val="AEA8A2"/>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BDE401F7-9E49-F0E9-B298-16D634C82200}"/>
              </a:ext>
            </a:extLst>
          </p:cNvPr>
          <p:cNvSpPr>
            <a:spLocks noGrp="1"/>
          </p:cNvSpPr>
          <p:nvPr>
            <p:ph type="ftr" sz="quarter" idx="47"/>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0" name="Slide Number Placeholder 9">
            <a:extLst>
              <a:ext uri="{FF2B5EF4-FFF2-40B4-BE49-F238E27FC236}">
                <a16:creationId xmlns:a16="http://schemas.microsoft.com/office/drawing/2014/main" id="{0845080C-B81D-10C7-DC19-C0A0D33B390A}"/>
              </a:ext>
            </a:extLst>
          </p:cNvPr>
          <p:cNvSpPr>
            <a:spLocks noGrp="1"/>
          </p:cNvSpPr>
          <p:nvPr>
            <p:ph type="sldNum" sz="quarter" idx="48"/>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3892900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ight - Quote with Data Texture Background">
    <p:bg>
      <p:bgRef idx="1001">
        <a:schemeClr val="bg2"/>
      </p:bgRef>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2B525FB2-1105-4B12-B35F-60F4BFB07A2F}"/>
              </a:ext>
            </a:extLst>
          </p:cNvPr>
          <p:cNvSpPr>
            <a:spLocks noGrp="1"/>
          </p:cNvSpPr>
          <p:nvPr>
            <p:ph type="title" hasCustomPrompt="1"/>
          </p:nvPr>
        </p:nvSpPr>
        <p:spPr>
          <a:xfrm>
            <a:off x="585926" y="1828800"/>
            <a:ext cx="8232149" cy="2026447"/>
          </a:xfrm>
          <a:noFill/>
        </p:spPr>
        <p:txBody>
          <a:bodyPr vert="horz" wrap="square" lIns="0" tIns="0" rIns="0" bIns="0" rtlCol="0" anchor="b" anchorCtr="0">
            <a:noAutofit/>
          </a:bodyPr>
          <a:lstStyle>
            <a:lvl1pPr marL="184150" indent="-184150">
              <a:lnSpc>
                <a:spcPct val="100000"/>
              </a:lnSpc>
              <a:tabLst/>
              <a:defRPr lang="en-US" sz="3200" b="0" i="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B09058E5-A74E-C340-89D0-4D15C2F3B8D0}"/>
              </a:ext>
            </a:extLst>
          </p:cNvPr>
          <p:cNvSpPr>
            <a:spLocks noGrp="1"/>
          </p:cNvSpPr>
          <p:nvPr>
            <p:ph type="body" sz="quarter" idx="37" hasCustomPrompt="1"/>
          </p:nvPr>
        </p:nvSpPr>
        <p:spPr>
          <a:xfrm>
            <a:off x="761999" y="4540249"/>
            <a:ext cx="5333999" cy="266291"/>
          </a:xfrm>
          <a:prstGeom prst="rect">
            <a:avLst/>
          </a:prstGeom>
        </p:spPr>
        <p:txBody>
          <a:bodyPr>
            <a:noAutofit/>
          </a:bodyPr>
          <a:lstStyle>
            <a:lvl1pPr>
              <a:lnSpc>
                <a:spcPct val="100000"/>
              </a:lnSpc>
              <a:defRPr b="1"/>
            </a:lvl1pPr>
          </a:lstStyle>
          <a:p>
            <a:pPr lvl="0"/>
            <a:r>
              <a:rPr lang="en-US" dirty="0"/>
              <a:t>Name of person quoted</a:t>
            </a:r>
          </a:p>
        </p:txBody>
      </p:sp>
      <p:sp>
        <p:nvSpPr>
          <p:cNvPr id="12" name="Text Field 2">
            <a:extLst>
              <a:ext uri="{FF2B5EF4-FFF2-40B4-BE49-F238E27FC236}">
                <a16:creationId xmlns:a16="http://schemas.microsoft.com/office/drawing/2014/main" id="{36C31D35-A48A-6B46-A3DB-FDB99CCA72F4}"/>
              </a:ext>
            </a:extLst>
          </p:cNvPr>
          <p:cNvSpPr>
            <a:spLocks noGrp="1"/>
          </p:cNvSpPr>
          <p:nvPr>
            <p:ph type="body" sz="quarter" idx="36" hasCustomPrompt="1"/>
          </p:nvPr>
        </p:nvSpPr>
        <p:spPr>
          <a:xfrm>
            <a:off x="761999" y="4877842"/>
            <a:ext cx="5333999" cy="895181"/>
          </a:xfrm>
          <a:prstGeom prst="rect">
            <a:avLst/>
          </a:prstGeom>
        </p:spPr>
        <p:txBody>
          <a:bodyPr>
            <a:noAutofit/>
          </a:bodyPr>
          <a:lstStyle>
            <a:lvl1pPr>
              <a:lnSpc>
                <a:spcPct val="100000"/>
              </a:lnSpc>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768D3CF0-D6A4-3493-A61E-C80959981BE3}"/>
              </a:ext>
            </a:extLst>
          </p:cNvPr>
          <p:cNvSpPr>
            <a:spLocks noGrp="1" noChangeAspect="1"/>
          </p:cNvSpPr>
          <p:nvPr>
            <p:ph sz="quarter" idx="45" hasCustomPrompt="1"/>
          </p:nvPr>
        </p:nvSpPr>
        <p:spPr>
          <a:xfrm>
            <a:off x="701099" y="1143798"/>
            <a:ext cx="2447584" cy="673743"/>
          </a:xfrm>
        </p:spPr>
        <p:txBody>
          <a:bodyPr/>
          <a:lstStyle>
            <a:lvl1pPr>
              <a:defRPr>
                <a:solidFill>
                  <a:schemeClr val="tx1"/>
                </a:solidFill>
              </a:defRPr>
            </a:lvl1pPr>
            <a:lvl5pPr marL="731520" indent="0">
              <a:buNone/>
              <a:defRPr/>
            </a:lvl5pPr>
          </a:lstStyle>
          <a:p>
            <a:pPr lvl="0"/>
            <a:r>
              <a:rPr lang="en-US" dirty="0"/>
              <a:t>Click to add logo</a:t>
            </a:r>
          </a:p>
        </p:txBody>
      </p:sp>
      <p:sp>
        <p:nvSpPr>
          <p:cNvPr id="3" name="Accent mark">
            <a:extLst>
              <a:ext uri="{FF2B5EF4-FFF2-40B4-BE49-F238E27FC236}">
                <a16:creationId xmlns:a16="http://schemas.microsoft.com/office/drawing/2014/main" id="{9CBADFAD-5852-9F31-3F6B-B4A294448DE2}"/>
              </a:ext>
              <a:ext uri="{C183D7F6-B498-43B3-948B-1728B52AA6E4}">
                <adec:decorative xmlns:adec="http://schemas.microsoft.com/office/drawing/2017/decorative" val="1"/>
              </a:ext>
            </a:extLst>
          </p:cNvPr>
          <p:cNvSpPr/>
          <p:nvPr/>
        </p:nvSpPr>
        <p:spPr>
          <a:xfrm>
            <a:off x="762000" y="4142224"/>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A874A47A-5AA7-1775-46F8-4B4A91867200}"/>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4188201" y="0"/>
            <a:ext cx="8003799" cy="4114800"/>
          </a:xfrm>
          <a:prstGeom prst="rect">
            <a:avLst/>
          </a:prstGeom>
        </p:spPr>
      </p:pic>
      <p:sp>
        <p:nvSpPr>
          <p:cNvPr id="4" name="Date Placeholder 3">
            <a:extLst>
              <a:ext uri="{FF2B5EF4-FFF2-40B4-BE49-F238E27FC236}">
                <a16:creationId xmlns:a16="http://schemas.microsoft.com/office/drawing/2014/main" id="{3F5E1FD4-FF3D-53E2-B568-4096CAC1B9DC}"/>
              </a:ext>
            </a:extLst>
          </p:cNvPr>
          <p:cNvSpPr>
            <a:spLocks noGrp="1"/>
          </p:cNvSpPr>
          <p:nvPr>
            <p:ph type="dt" sz="half" idx="46"/>
          </p:nvPr>
        </p:nvSpPr>
        <p:spPr/>
        <p:txBody>
          <a:bodyPr/>
          <a:lstStyle>
            <a:lvl1pPr>
              <a:defRPr>
                <a:solidFill>
                  <a:srgbClr val="514C47"/>
                </a:solidFill>
              </a:defRPr>
            </a:lvl1pPr>
          </a:lstStyle>
          <a:p>
            <a:r>
              <a:rPr lang="en-US"/>
              <a:t>[Date]</a:t>
            </a:r>
            <a:endParaRPr lang="en-US" dirty="0"/>
          </a:p>
        </p:txBody>
      </p:sp>
      <p:sp>
        <p:nvSpPr>
          <p:cNvPr id="5" name="Footer Placeholder 4">
            <a:extLst>
              <a:ext uri="{FF2B5EF4-FFF2-40B4-BE49-F238E27FC236}">
                <a16:creationId xmlns:a16="http://schemas.microsoft.com/office/drawing/2014/main" id="{BBCA8205-86B8-B975-0254-A7323DE64A72}"/>
              </a:ext>
            </a:extLst>
          </p:cNvPr>
          <p:cNvSpPr>
            <a:spLocks noGrp="1"/>
          </p:cNvSpPr>
          <p:nvPr>
            <p:ph type="ftr" sz="quarter" idx="47"/>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10" name="Slide Number Placeholder 9">
            <a:extLst>
              <a:ext uri="{FF2B5EF4-FFF2-40B4-BE49-F238E27FC236}">
                <a16:creationId xmlns:a16="http://schemas.microsoft.com/office/drawing/2014/main" id="{99568EA0-EDF7-FD13-065F-C2A6ACEFCE3C}"/>
              </a:ext>
            </a:extLst>
          </p:cNvPr>
          <p:cNvSpPr>
            <a:spLocks noGrp="1"/>
          </p:cNvSpPr>
          <p:nvPr>
            <p:ph type="sldNum" sz="quarter" idx="48"/>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5657419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ark - Quote, Picture, and logo">
    <p:bg>
      <p:bgPr>
        <a:solidFill>
          <a:schemeClr val="bg2"/>
        </a:solidFill>
        <a:effectLst/>
      </p:bgPr>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32887" y="4911127"/>
            <a:ext cx="5853145"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32887" y="5248720"/>
            <a:ext cx="5853145" cy="786385"/>
          </a:xfrm>
          <a:prstGeom prst="rect">
            <a:avLst/>
          </a:prstGeom>
        </p:spPr>
        <p:txBody>
          <a:bodyPr>
            <a:noAutofit/>
          </a:bodyPr>
          <a:lstStyle>
            <a:lvl1pPr>
              <a:lnSpc>
                <a:spcPct val="100000"/>
              </a:lnSpc>
              <a:defRPr/>
            </a:lvl1pPr>
          </a:lstStyle>
          <a:p>
            <a:pPr lvl="0"/>
            <a:r>
              <a:rPr lang="en-US" dirty="0"/>
              <a:t>Additional information if needed</a:t>
            </a:r>
          </a:p>
        </p:txBody>
      </p:sp>
      <p:sp>
        <p:nvSpPr>
          <p:cNvPr id="9" name="Picture Placeholder 5">
            <a:extLst>
              <a:ext uri="{FF2B5EF4-FFF2-40B4-BE49-F238E27FC236}">
                <a16:creationId xmlns:a16="http://schemas.microsoft.com/office/drawing/2014/main" id="{DFB04560-5A82-4303-F4F4-247222B350E0}"/>
              </a:ext>
            </a:extLst>
          </p:cNvPr>
          <p:cNvSpPr>
            <a:spLocks noGrp="1"/>
          </p:cNvSpPr>
          <p:nvPr>
            <p:ph type="pic" sz="quarter" idx="47"/>
          </p:nvPr>
        </p:nvSpPr>
        <p:spPr>
          <a:xfrm>
            <a:off x="0" y="0"/>
            <a:ext cx="4937092" cy="6292035"/>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endParaRPr lang="en-US" dirty="0"/>
          </a:p>
        </p:txBody>
      </p:sp>
      <p:sp>
        <p:nvSpPr>
          <p:cNvPr id="8" name="Slide Number Placeholder 7">
            <a:extLst>
              <a:ext uri="{FF2B5EF4-FFF2-40B4-BE49-F238E27FC236}">
                <a16:creationId xmlns:a16="http://schemas.microsoft.com/office/drawing/2014/main" id="{FA2E22D8-777D-4A4E-8190-9C7E9654A636}"/>
              </a:ext>
            </a:extLst>
          </p:cNvPr>
          <p:cNvSpPr>
            <a:spLocks noGrp="1"/>
          </p:cNvSpPr>
          <p:nvPr>
            <p:ph type="sldNum" sz="quarter" idx="45"/>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0F175504-AA80-48D0-ABE0-C3B4B0480FBA}"/>
              </a:ext>
            </a:extLst>
          </p:cNvPr>
          <p:cNvSpPr>
            <a:spLocks noGrp="1"/>
          </p:cNvSpPr>
          <p:nvPr>
            <p:ph type="ftr" sz="quarter" idx="44"/>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4" name="Date Placeholder 3">
            <a:extLst>
              <a:ext uri="{FF2B5EF4-FFF2-40B4-BE49-F238E27FC236}">
                <a16:creationId xmlns:a16="http://schemas.microsoft.com/office/drawing/2014/main" id="{F3C7CAF2-5875-4790-8762-15A8CDD16E08}"/>
              </a:ext>
            </a:extLst>
          </p:cNvPr>
          <p:cNvSpPr>
            <a:spLocks noGrp="1"/>
          </p:cNvSpPr>
          <p:nvPr>
            <p:ph type="dt" sz="half" idx="43"/>
          </p:nvPr>
        </p:nvSpPr>
        <p:spPr/>
        <p:txBody>
          <a:bodyPr/>
          <a:lstStyle>
            <a:lvl1pPr>
              <a:defRPr>
                <a:solidFill>
                  <a:srgbClr val="AEA8A2"/>
                </a:solidFill>
              </a:defRPr>
            </a:lvl1pPr>
          </a:lstStyle>
          <a:p>
            <a:r>
              <a:rPr lang="en-US"/>
              <a:t>[Date]</a:t>
            </a:r>
            <a:endParaRPr lang="en-US" dirty="0"/>
          </a:p>
        </p:txBody>
      </p:sp>
      <p:sp>
        <p:nvSpPr>
          <p:cNvPr id="2" name="Content Placeholder 2">
            <a:extLst>
              <a:ext uri="{FF2B5EF4-FFF2-40B4-BE49-F238E27FC236}">
                <a16:creationId xmlns:a16="http://schemas.microsoft.com/office/drawing/2014/main" id="{97B60F2A-F2ED-70AD-4768-5B8EF9B56420}"/>
              </a:ext>
            </a:extLst>
          </p:cNvPr>
          <p:cNvSpPr>
            <a:spLocks noGrp="1" noChangeAspect="1"/>
          </p:cNvSpPr>
          <p:nvPr>
            <p:ph sz="quarter" idx="48" hasCustomPrompt="1"/>
          </p:nvPr>
        </p:nvSpPr>
        <p:spPr>
          <a:xfrm>
            <a:off x="5828788" y="1560624"/>
            <a:ext cx="2447584" cy="673743"/>
          </a:xfrm>
        </p:spPr>
        <p:txBody>
          <a:bodyPr/>
          <a:lstStyle>
            <a:lvl5pPr marL="731520" indent="0">
              <a:buNone/>
              <a:defRPr/>
            </a:lvl5pPr>
          </a:lstStyle>
          <a:p>
            <a:pPr lvl="0"/>
            <a:r>
              <a:rPr lang="en-US" dirty="0"/>
              <a:t>Click to add logo</a:t>
            </a:r>
          </a:p>
        </p:txBody>
      </p:sp>
      <p:pic>
        <p:nvPicPr>
          <p:cNvPr id="6" name="Graphic 5">
            <a:extLst>
              <a:ext uri="{FF2B5EF4-FFF2-40B4-BE49-F238E27FC236}">
                <a16:creationId xmlns:a16="http://schemas.microsoft.com/office/drawing/2014/main" id="{DF4092F5-1A1B-33F4-5A48-CC487AB4D6D3}"/>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Tree>
    <p:extLst>
      <p:ext uri="{BB962C8B-B14F-4D97-AF65-F5344CB8AC3E}">
        <p14:creationId xmlns:p14="http://schemas.microsoft.com/office/powerpoint/2010/main" val="5043624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ight - Quote, Picture, and logo">
    <p:bg>
      <p:bgPr>
        <a:solidFill>
          <a:schemeClr val="bg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97F2045-62B9-84EC-C330-B04C4D3A0662}"/>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12" name="Quote">
            <a:extLst>
              <a:ext uri="{FF2B5EF4-FFF2-40B4-BE49-F238E27FC236}">
                <a16:creationId xmlns:a16="http://schemas.microsoft.com/office/drawing/2014/main" id="{B3A79ECA-28E8-A857-97F4-082EF2B1CAB8}"/>
              </a:ext>
            </a:extLst>
          </p:cNvPr>
          <p:cNvSpPr>
            <a:spLocks noGrp="1"/>
          </p:cNvSpPr>
          <p:nvPr>
            <p:ph type="title" hasCustomPrompt="1"/>
          </p:nvPr>
        </p:nvSpPr>
        <p:spPr>
          <a:xfrm>
            <a:off x="5677787" y="2896192"/>
            <a:ext cx="6020298"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828788" y="4911127"/>
            <a:ext cx="5864400"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828788" y="5248720"/>
            <a:ext cx="5864400" cy="786385"/>
          </a:xfrm>
          <a:prstGeom prst="rect">
            <a:avLst/>
          </a:prstGeom>
        </p:spPr>
        <p:txBody>
          <a:bodyPr>
            <a:noAutofit/>
          </a:bodyPr>
          <a:lstStyle>
            <a:lvl1pPr>
              <a:lnSpc>
                <a:spcPct val="100000"/>
              </a:lnSpc>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B89773B8-8237-C7B1-9DF8-93B5D5BF7DEE}"/>
              </a:ext>
            </a:extLst>
          </p:cNvPr>
          <p:cNvSpPr>
            <a:spLocks noGrp="1" noChangeAspect="1"/>
          </p:cNvSpPr>
          <p:nvPr>
            <p:ph sz="quarter" idx="48" hasCustomPrompt="1"/>
          </p:nvPr>
        </p:nvSpPr>
        <p:spPr>
          <a:xfrm>
            <a:off x="5828788" y="1560624"/>
            <a:ext cx="2447584" cy="673743"/>
          </a:xfrm>
        </p:spPr>
        <p:txBody>
          <a:bodyPr/>
          <a:lstStyle>
            <a:lvl5pPr marL="731520" indent="0">
              <a:buNone/>
              <a:defRPr/>
            </a:lvl5pPr>
          </a:lstStyle>
          <a:p>
            <a:pPr lvl="0"/>
            <a:r>
              <a:rPr lang="en-US" dirty="0"/>
              <a:t>Click to add logo</a:t>
            </a:r>
          </a:p>
        </p:txBody>
      </p:sp>
      <p:sp>
        <p:nvSpPr>
          <p:cNvPr id="5" name="Picture Placeholder 5">
            <a:extLst>
              <a:ext uri="{FF2B5EF4-FFF2-40B4-BE49-F238E27FC236}">
                <a16:creationId xmlns:a16="http://schemas.microsoft.com/office/drawing/2014/main" id="{1F10E851-3567-F699-4B5F-02ABBB3355AC}"/>
              </a:ext>
            </a:extLst>
          </p:cNvPr>
          <p:cNvSpPr>
            <a:spLocks noGrp="1"/>
          </p:cNvSpPr>
          <p:nvPr>
            <p:ph type="pic" sz="quarter" idx="47"/>
          </p:nvPr>
        </p:nvSpPr>
        <p:spPr>
          <a:xfrm>
            <a:off x="0" y="0"/>
            <a:ext cx="4937092" cy="6292035"/>
          </a:xfrm>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txBody>
          <a:bodyPr wrap="square">
            <a:noAutofit/>
          </a:bodyPr>
          <a:lstStyle/>
          <a:p>
            <a:r>
              <a:rPr lang="en-US"/>
              <a:t>Click icon to add picture</a:t>
            </a:r>
            <a:endParaRPr lang="en-US" dirty="0"/>
          </a:p>
        </p:txBody>
      </p:sp>
      <p:sp>
        <p:nvSpPr>
          <p:cNvPr id="8" name="Slide Number Placeholder 7">
            <a:extLst>
              <a:ext uri="{FF2B5EF4-FFF2-40B4-BE49-F238E27FC236}">
                <a16:creationId xmlns:a16="http://schemas.microsoft.com/office/drawing/2014/main" id="{21257FF2-E055-B5F9-4582-79A01E21822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432B7A5-BCFF-0B37-3621-48E5B163BE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10" name="Date Placeholder 4">
            <a:extLst>
              <a:ext uri="{FF2B5EF4-FFF2-40B4-BE49-F238E27FC236}">
                <a16:creationId xmlns:a16="http://schemas.microsoft.com/office/drawing/2014/main" id="{54EBA6F0-8007-BA20-B49E-4F5863B4E1E3}"/>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3" name="Accent mark">
            <a:extLst>
              <a:ext uri="{FF2B5EF4-FFF2-40B4-BE49-F238E27FC236}">
                <a16:creationId xmlns:a16="http://schemas.microsoft.com/office/drawing/2014/main" id="{F6E69B24-94C1-6ACB-ADE4-5BD87AD69DCA}"/>
              </a:ext>
              <a:ext uri="{C183D7F6-B498-43B3-948B-1728B52AA6E4}">
                <adec:decorative xmlns:adec="http://schemas.microsoft.com/office/drawing/2017/decorative" val="1"/>
              </a:ext>
            </a:extLst>
          </p:cNvPr>
          <p:cNvSpPr/>
          <p:nvPr/>
        </p:nvSpPr>
        <p:spPr>
          <a:xfrm>
            <a:off x="5828788" y="4599419"/>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74787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ark - Single metric">
    <p:bg>
      <p:bgPr>
        <a:solidFill>
          <a:schemeClr val="bg2"/>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0EFC288-7D92-06D8-D5A4-4ADE89B89D2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39458" y="0"/>
            <a:ext cx="5052542" cy="4015900"/>
          </a:xfrm>
          <a:prstGeom prst="rect">
            <a:avLst/>
          </a:prstGeom>
        </p:spPr>
      </p:pic>
      <p:sp>
        <p:nvSpPr>
          <p:cNvPr id="3" name="Title 2">
            <a:extLst>
              <a:ext uri="{FF2B5EF4-FFF2-40B4-BE49-F238E27FC236}">
                <a16:creationId xmlns:a16="http://schemas.microsoft.com/office/drawing/2014/main" id="{B099EEEE-62A5-DE0D-FD45-A3C465FD76A0}"/>
              </a:ext>
            </a:extLst>
          </p:cNvPr>
          <p:cNvSpPr>
            <a:spLocks noGrp="1"/>
          </p:cNvSpPr>
          <p:nvPr>
            <p:ph type="title"/>
          </p:nvPr>
        </p:nvSpPr>
        <p:spPr/>
        <p:txBody>
          <a:bodyPr/>
          <a:lstStyle/>
          <a:p>
            <a:r>
              <a:rPr lang="en-US"/>
              <a:t>Click to edit Master title style</a:t>
            </a:r>
            <a:endParaRPr lang="en-US" dirty="0"/>
          </a:p>
        </p:txBody>
      </p:sp>
      <p:sp>
        <p:nvSpPr>
          <p:cNvPr id="9" name="Text Placeholder 4">
            <a:extLst>
              <a:ext uri="{FF2B5EF4-FFF2-40B4-BE49-F238E27FC236}">
                <a16:creationId xmlns:a16="http://schemas.microsoft.com/office/drawing/2014/main" id="{52A6D6F1-EBC4-4335-819B-433720EB173D}"/>
              </a:ext>
            </a:extLst>
          </p:cNvPr>
          <p:cNvSpPr>
            <a:spLocks noGrp="1"/>
          </p:cNvSpPr>
          <p:nvPr>
            <p:ph type="body" sz="quarter" idx="15" hasCustomPrompt="1"/>
          </p:nvPr>
        </p:nvSpPr>
        <p:spPr>
          <a:xfrm>
            <a:off x="789734" y="1600200"/>
            <a:ext cx="5085287" cy="2415700"/>
          </a:xfrm>
        </p:spPr>
        <p:txBody>
          <a:bodyPr anchor="b" anchorCtr="0"/>
          <a:lstStyle>
            <a:lvl1pPr>
              <a:defRPr sz="8000" b="1">
                <a:solidFill>
                  <a:schemeClr val="tx1"/>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841059" y="4649788"/>
            <a:ext cx="5072063" cy="145732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OTag">
            <a:extLst>
              <a:ext uri="{FF2B5EF4-FFF2-40B4-BE49-F238E27FC236}">
                <a16:creationId xmlns:a16="http://schemas.microsoft.com/office/drawing/2014/main" id="{ACA200C3-3C73-A496-B531-A76CB8CAAD8C}"/>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6" name="Slide Number Placeholder 7">
            <a:extLst>
              <a:ext uri="{FF2B5EF4-FFF2-40B4-BE49-F238E27FC236}">
                <a16:creationId xmlns:a16="http://schemas.microsoft.com/office/drawing/2014/main" id="{CB737692-EBCE-3DB2-EEE6-98690BCF926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4F04817E-BD68-D98E-68D4-B156602982EB}"/>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1" name="Date Placeholder 4">
            <a:extLst>
              <a:ext uri="{FF2B5EF4-FFF2-40B4-BE49-F238E27FC236}">
                <a16:creationId xmlns:a16="http://schemas.microsoft.com/office/drawing/2014/main" id="{D8490AA6-ABB7-8870-D034-F44F2026B242}"/>
              </a:ext>
            </a:extLst>
          </p:cNvPr>
          <p:cNvSpPr>
            <a:spLocks noGrp="1"/>
          </p:cNvSpPr>
          <p:nvPr>
            <p:ph type="dt" sz="half" idx="18"/>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7" name="Accent mark">
            <a:extLst>
              <a:ext uri="{FF2B5EF4-FFF2-40B4-BE49-F238E27FC236}">
                <a16:creationId xmlns:a16="http://schemas.microsoft.com/office/drawing/2014/main" id="{F914C2C0-AA33-B6B2-67CF-DCC0E7C6D76B}"/>
              </a:ext>
              <a:ext uri="{C183D7F6-B498-43B3-948B-1728B52AA6E4}">
                <adec:decorative xmlns:adec="http://schemas.microsoft.com/office/drawing/2017/decorative" val="1"/>
              </a:ext>
            </a:extLst>
          </p:cNvPr>
          <p:cNvSpPr/>
          <p:nvPr/>
        </p:nvSpPr>
        <p:spPr>
          <a:xfrm>
            <a:off x="805293" y="4325102"/>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21324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ight - Single metric">
    <p:bg>
      <p:bgRef idx="1001">
        <a:schemeClr val="bg2"/>
      </p:bgRef>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C834F4C-E96D-655B-5790-3D3144B54C1C}"/>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9A83AB0E-EC5F-476F-B6A9-E6F9CE84E95A}"/>
              </a:ext>
            </a:extLst>
          </p:cNvPr>
          <p:cNvSpPr>
            <a:spLocks noGrp="1"/>
          </p:cNvSpPr>
          <p:nvPr>
            <p:ph type="body" sz="quarter" idx="15" hasCustomPrompt="1"/>
          </p:nvPr>
        </p:nvSpPr>
        <p:spPr>
          <a:xfrm>
            <a:off x="792538" y="1600200"/>
            <a:ext cx="5072063" cy="2415700"/>
          </a:xfrm>
        </p:spPr>
        <p:txBody>
          <a:bodyPr anchor="b" anchorCtr="0"/>
          <a:lstStyle>
            <a:lvl1pPr>
              <a:lnSpc>
                <a:spcPct val="100000"/>
              </a:lnSpc>
              <a:defRPr sz="8000" b="1">
                <a:solidFill>
                  <a:schemeClr val="tx1"/>
                </a:solidFill>
              </a:defRPr>
            </a:lvl1pPr>
          </a:lstStyle>
          <a:p>
            <a:pPr lvl="0"/>
            <a:r>
              <a:rPr lang="en-US" dirty="0"/>
              <a:t>00%</a:t>
            </a:r>
          </a:p>
        </p:txBody>
      </p:sp>
      <p:sp>
        <p:nvSpPr>
          <p:cNvPr id="4" name="Content">
            <a:extLst>
              <a:ext uri="{FF2B5EF4-FFF2-40B4-BE49-F238E27FC236}">
                <a16:creationId xmlns:a16="http://schemas.microsoft.com/office/drawing/2014/main" id="{6FFB33C6-31EA-4D15-AC3F-377D699FA842}"/>
              </a:ext>
            </a:extLst>
          </p:cNvPr>
          <p:cNvSpPr>
            <a:spLocks noGrp="1"/>
          </p:cNvSpPr>
          <p:nvPr>
            <p:ph sz="quarter" idx="14"/>
          </p:nvPr>
        </p:nvSpPr>
        <p:spPr>
          <a:xfrm>
            <a:off x="792538" y="4649788"/>
            <a:ext cx="5072063" cy="145732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CBADD7B5-9676-40DE-A88A-5EC3D33A6577}"/>
              </a:ext>
            </a:extLst>
          </p:cNvPr>
          <p:cNvSpPr>
            <a:spLocks noGrp="1"/>
          </p:cNvSpPr>
          <p:nvPr>
            <p:ph type="sldNum" sz="quarter" idx="18"/>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89C4B030-1E0B-4CB0-87B4-DF607257368B}"/>
              </a:ext>
            </a:extLst>
          </p:cNvPr>
          <p:cNvSpPr>
            <a:spLocks noGrp="1"/>
          </p:cNvSpPr>
          <p:nvPr>
            <p:ph type="ftr" sz="quarter" idx="17"/>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3" name="Date Placeholder 2">
            <a:extLst>
              <a:ext uri="{FF2B5EF4-FFF2-40B4-BE49-F238E27FC236}">
                <a16:creationId xmlns:a16="http://schemas.microsoft.com/office/drawing/2014/main" id="{14EF74DF-FD68-4CDF-B4CE-342E7A165BCB}"/>
              </a:ext>
            </a:extLst>
          </p:cNvPr>
          <p:cNvSpPr>
            <a:spLocks noGrp="1"/>
          </p:cNvSpPr>
          <p:nvPr>
            <p:ph type="dt" sz="half" idx="16"/>
          </p:nvPr>
        </p:nvSpPr>
        <p:spPr/>
        <p:txBody>
          <a:bodyPr/>
          <a:lstStyle>
            <a:lvl1pPr>
              <a:defRPr>
                <a:solidFill>
                  <a:srgbClr val="514C47"/>
                </a:solidFill>
              </a:defRPr>
            </a:lvl1pPr>
          </a:lstStyle>
          <a:p>
            <a:r>
              <a:rPr lang="en-US"/>
              <a:t>[Date]</a:t>
            </a:r>
            <a:endParaRPr lang="en-US" dirty="0"/>
          </a:p>
        </p:txBody>
      </p:sp>
      <p:pic>
        <p:nvPicPr>
          <p:cNvPr id="6" name="Graphic 5">
            <a:extLst>
              <a:ext uri="{FF2B5EF4-FFF2-40B4-BE49-F238E27FC236}">
                <a16:creationId xmlns:a16="http://schemas.microsoft.com/office/drawing/2014/main" id="{090275FD-F388-23AA-69ED-D3443D4384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39458" y="0"/>
            <a:ext cx="5052542" cy="4015900"/>
          </a:xfrm>
          <a:prstGeom prst="rect">
            <a:avLst/>
          </a:prstGeom>
        </p:spPr>
      </p:pic>
      <p:sp>
        <p:nvSpPr>
          <p:cNvPr id="10" name="Accent mark">
            <a:extLst>
              <a:ext uri="{FF2B5EF4-FFF2-40B4-BE49-F238E27FC236}">
                <a16:creationId xmlns:a16="http://schemas.microsoft.com/office/drawing/2014/main" id="{92B14C41-985E-E73E-2DEF-63120221F3B5}"/>
              </a:ext>
              <a:ext uri="{C183D7F6-B498-43B3-948B-1728B52AA6E4}">
                <adec:decorative xmlns:adec="http://schemas.microsoft.com/office/drawing/2017/decorative" val="1"/>
              </a:ext>
            </a:extLst>
          </p:cNvPr>
          <p:cNvSpPr/>
          <p:nvPr/>
        </p:nvSpPr>
        <p:spPr>
          <a:xfrm>
            <a:off x="805293" y="4325102"/>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00080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ark - Thank You">
    <p:bg>
      <p:bgPr>
        <a:solidFill>
          <a:schemeClr val="bg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AA3C0A9-D49F-07D5-E8FF-674CD1A1FB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19600" y="0"/>
            <a:ext cx="7772400" cy="5181600"/>
          </a:xfrm>
          <a:prstGeom prst="rect">
            <a:avLst/>
          </a:prstGeom>
        </p:spPr>
      </p:pic>
      <p:sp>
        <p:nvSpPr>
          <p:cNvPr id="3" name="Thank you">
            <a:extLst>
              <a:ext uri="{FF2B5EF4-FFF2-40B4-BE49-F238E27FC236}">
                <a16:creationId xmlns:a16="http://schemas.microsoft.com/office/drawing/2014/main" id="{1F390879-C7C7-4224-97BB-1C165BFB5AA3}"/>
              </a:ext>
            </a:extLst>
          </p:cNvPr>
          <p:cNvSpPr>
            <a:spLocks noGrp="1"/>
          </p:cNvSpPr>
          <p:nvPr>
            <p:ph type="title" hasCustomPrompt="1"/>
          </p:nvPr>
        </p:nvSpPr>
        <p:spPr>
          <a:xfrm>
            <a:off x="768875" y="3483973"/>
            <a:ext cx="5029200" cy="822960"/>
          </a:xfrm>
          <a:noFill/>
        </p:spPr>
        <p:txBody>
          <a:bodyPr vert="horz" lIns="0" tIns="0" rIns="0" bIns="0" rtlCol="0" anchor="b" anchorCtr="0">
            <a:noAutofit/>
          </a:bodyPr>
          <a:lstStyle>
            <a:lvl1pPr>
              <a:lnSpc>
                <a:spcPct val="100000"/>
              </a:lnSpc>
              <a:defRPr lang="en-US" sz="40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lnSpc>
                <a:spcPct val="100000"/>
              </a:lnSpc>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lnSpc>
                <a:spcPct val="100000"/>
              </a:lnSpc>
              <a:defRPr/>
            </a:lvl1pPr>
          </a:lstStyle>
          <a:p>
            <a:pPr lvl="0"/>
            <a:r>
              <a:rPr lang="en-US"/>
              <a:t>Click to edit Master text styles</a:t>
            </a:r>
          </a:p>
        </p:txBody>
      </p:sp>
      <p:pic>
        <p:nvPicPr>
          <p:cNvPr id="6" name="OTag" descr="A small square in Oracle Red with the Oracle logo in the center in white">
            <a:extLst>
              <a:ext uri="{FF2B5EF4-FFF2-40B4-BE49-F238E27FC236}">
                <a16:creationId xmlns:a16="http://schemas.microsoft.com/office/drawing/2014/main" id="{D1B4FDA6-5EB7-1320-2A88-8EA99418C4FF}"/>
              </a:ext>
              <a:ext uri="{C183D7F6-B498-43B3-948B-1728B52AA6E4}">
                <adec:decorative xmlns:adec="http://schemas.microsoft.com/office/drawing/2017/decorative" val="0"/>
              </a:ext>
            </a:extLst>
          </p:cNvPr>
          <p:cNvPicPr/>
          <p:nvPr/>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13" name="Date Placeholder 12">
            <a:extLst>
              <a:ext uri="{FF2B5EF4-FFF2-40B4-BE49-F238E27FC236}">
                <a16:creationId xmlns:a16="http://schemas.microsoft.com/office/drawing/2014/main" id="{3476C750-59D6-EB09-06A9-634F34474538}"/>
              </a:ext>
            </a:extLst>
          </p:cNvPr>
          <p:cNvSpPr>
            <a:spLocks noGrp="1"/>
          </p:cNvSpPr>
          <p:nvPr>
            <p:ph type="dt" sz="half" idx="38"/>
          </p:nvPr>
        </p:nvSpPr>
        <p:spPr/>
        <p:txBody>
          <a:bodyPr/>
          <a:lstStyle>
            <a:lvl1pPr>
              <a:defRPr>
                <a:solidFill>
                  <a:srgbClr val="AEA8A2"/>
                </a:solidFill>
              </a:defRPr>
            </a:lvl1pPr>
          </a:lstStyle>
          <a:p>
            <a:r>
              <a:rPr lang="en-US"/>
              <a:t>[Date]</a:t>
            </a:r>
            <a:endParaRPr lang="en-US" dirty="0"/>
          </a:p>
        </p:txBody>
      </p:sp>
      <p:sp>
        <p:nvSpPr>
          <p:cNvPr id="14" name="Footer Placeholder 13">
            <a:extLst>
              <a:ext uri="{FF2B5EF4-FFF2-40B4-BE49-F238E27FC236}">
                <a16:creationId xmlns:a16="http://schemas.microsoft.com/office/drawing/2014/main" id="{C0D2E1ED-2B0F-7B22-726D-4623578504D2}"/>
              </a:ext>
            </a:extLst>
          </p:cNvPr>
          <p:cNvSpPr>
            <a:spLocks noGrp="1"/>
          </p:cNvSpPr>
          <p:nvPr>
            <p:ph type="ftr" sz="quarter" idx="39"/>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5" name="Slide Number Placeholder 14">
            <a:extLst>
              <a:ext uri="{FF2B5EF4-FFF2-40B4-BE49-F238E27FC236}">
                <a16:creationId xmlns:a16="http://schemas.microsoft.com/office/drawing/2014/main" id="{83E4861B-95EB-30B4-4A73-1871E7B14738}"/>
              </a:ext>
            </a:extLst>
          </p:cNvPr>
          <p:cNvSpPr>
            <a:spLocks noGrp="1"/>
          </p:cNvSpPr>
          <p:nvPr>
            <p:ph type="sldNum" sz="quarter" idx="40"/>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2" name="Accent mark">
            <a:extLst>
              <a:ext uri="{FF2B5EF4-FFF2-40B4-BE49-F238E27FC236}">
                <a16:creationId xmlns:a16="http://schemas.microsoft.com/office/drawing/2014/main" id="{AED05725-671E-C225-6DF9-7BB572CF6458}"/>
              </a:ext>
              <a:ext uri="{C183D7F6-B498-43B3-948B-1728B52AA6E4}">
                <adec:decorative xmlns:adec="http://schemas.microsoft.com/office/drawing/2017/decorative" val="1"/>
              </a:ext>
            </a:extLst>
          </p:cNvPr>
          <p:cNvSpPr/>
          <p:nvPr/>
        </p:nvSpPr>
        <p:spPr>
          <a:xfrm>
            <a:off x="792538" y="4502811"/>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44363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ight - Thank You">
    <p:bg>
      <p:bgPr>
        <a:solidFill>
          <a:schemeClr val="bg2"/>
        </a:solidFill>
        <a:effectLst/>
      </p:bgPr>
    </p:bg>
    <p:spTree>
      <p:nvGrpSpPr>
        <p:cNvPr id="1" name=""/>
        <p:cNvGrpSpPr/>
        <p:nvPr/>
      </p:nvGrpSpPr>
      <p:grpSpPr>
        <a:xfrm>
          <a:off x="0" y="0"/>
          <a:ext cx="0" cy="0"/>
          <a:chOff x="0" y="0"/>
          <a:chExt cx="0" cy="0"/>
        </a:xfrm>
      </p:grpSpPr>
      <p:sp>
        <p:nvSpPr>
          <p:cNvPr id="3" name="Thank You">
            <a:extLst>
              <a:ext uri="{FF2B5EF4-FFF2-40B4-BE49-F238E27FC236}">
                <a16:creationId xmlns:a16="http://schemas.microsoft.com/office/drawing/2014/main" id="{701BFB4F-AD1A-4B21-826E-A2F61F5D8AAB}"/>
              </a:ext>
            </a:extLst>
          </p:cNvPr>
          <p:cNvSpPr>
            <a:spLocks noGrp="1"/>
          </p:cNvSpPr>
          <p:nvPr>
            <p:ph type="title" hasCustomPrompt="1"/>
          </p:nvPr>
        </p:nvSpPr>
        <p:spPr>
          <a:xfrm>
            <a:off x="768875" y="3482230"/>
            <a:ext cx="5022325" cy="822960"/>
          </a:xfrm>
          <a:noFill/>
        </p:spPr>
        <p:txBody>
          <a:bodyPr vert="horz" lIns="0" tIns="0" rIns="0" bIns="0" rtlCol="0" anchor="b" anchorCtr="0">
            <a:noAutofit/>
          </a:bodyPr>
          <a:lstStyle>
            <a:lvl1pPr>
              <a:lnSpc>
                <a:spcPct val="100000"/>
              </a:lnSpc>
              <a:defRPr lang="en-US" sz="4000" b="1" i="0">
                <a:latin typeface="Oracle Sans Tab" panose="020B0503020204020204" pitchFamily="34" charset="0"/>
                <a:cs typeface="Oracle Sans Tab" panose="020B0503020204020204" pitchFamily="34" charset="0"/>
              </a:defRPr>
            </a:lvl1pPr>
          </a:lstStyle>
          <a:p>
            <a:pPr marL="0" marR="0" lvl="0" indent="0" fontAlgn="t">
              <a:lnSpc>
                <a:spcPct val="100000"/>
              </a:lnSpc>
              <a:spcBef>
                <a:spcPts val="0"/>
              </a:spcBef>
              <a:spcAft>
                <a:spcPts val="0"/>
              </a:spcAft>
              <a:buClrTx/>
              <a:buSzTx/>
              <a:buFont typeface="System Font Regular"/>
              <a:tabLst/>
            </a:pPr>
            <a:r>
              <a:rPr lang="en-US" dirty="0"/>
              <a:t>Thank you</a:t>
            </a:r>
          </a:p>
        </p:txBody>
      </p:sp>
      <p:sp>
        <p:nvSpPr>
          <p:cNvPr id="11" name="Text Field">
            <a:extLst>
              <a:ext uri="{FF2B5EF4-FFF2-40B4-BE49-F238E27FC236}">
                <a16:creationId xmlns:a16="http://schemas.microsoft.com/office/drawing/2014/main" id="{F273E805-B8FF-F84B-99E6-4636F8BD3EBF}"/>
              </a:ext>
            </a:extLst>
          </p:cNvPr>
          <p:cNvSpPr>
            <a:spLocks noGrp="1"/>
          </p:cNvSpPr>
          <p:nvPr>
            <p:ph type="body" sz="quarter" idx="37"/>
          </p:nvPr>
        </p:nvSpPr>
        <p:spPr>
          <a:xfrm>
            <a:off x="762000" y="4773585"/>
            <a:ext cx="5029200" cy="266291"/>
          </a:xfrm>
          <a:prstGeom prst="rect">
            <a:avLst/>
          </a:prstGeom>
        </p:spPr>
        <p:txBody>
          <a:bodyPr>
            <a:noAutofit/>
          </a:bodyPr>
          <a:lstStyle>
            <a:lvl1pPr>
              <a:lnSpc>
                <a:spcPct val="100000"/>
              </a:lnSpc>
              <a:defRPr b="1"/>
            </a:lvl1pPr>
          </a:lstStyle>
          <a:p>
            <a:pPr lvl="0"/>
            <a:r>
              <a:rPr lang="en-US"/>
              <a:t>Click to edit Master text styles</a:t>
            </a:r>
          </a:p>
        </p:txBody>
      </p:sp>
      <p:sp>
        <p:nvSpPr>
          <p:cNvPr id="10" name="Text Field 2">
            <a:extLst>
              <a:ext uri="{FF2B5EF4-FFF2-40B4-BE49-F238E27FC236}">
                <a16:creationId xmlns:a16="http://schemas.microsoft.com/office/drawing/2014/main" id="{283762D0-0D31-A347-AD9E-095398CD17C5}"/>
              </a:ext>
            </a:extLst>
          </p:cNvPr>
          <p:cNvSpPr>
            <a:spLocks noGrp="1"/>
          </p:cNvSpPr>
          <p:nvPr>
            <p:ph type="body" sz="quarter" idx="36"/>
          </p:nvPr>
        </p:nvSpPr>
        <p:spPr>
          <a:xfrm>
            <a:off x="762000" y="5111178"/>
            <a:ext cx="5029200" cy="895181"/>
          </a:xfrm>
          <a:prstGeom prst="rect">
            <a:avLst/>
          </a:prstGeom>
        </p:spPr>
        <p:txBody>
          <a:bodyPr>
            <a:noAutofit/>
          </a:bodyPr>
          <a:lstStyle>
            <a:lvl1pPr>
              <a:lnSpc>
                <a:spcPct val="100000"/>
              </a:lnSpc>
              <a:defRPr/>
            </a:lvl1pPr>
          </a:lstStyle>
          <a:p>
            <a:pPr lvl="0"/>
            <a:r>
              <a:rPr lang="en-US"/>
              <a:t>Click to edit Master text styles</a:t>
            </a:r>
          </a:p>
        </p:txBody>
      </p:sp>
      <p:pic>
        <p:nvPicPr>
          <p:cNvPr id="12" name="OTag" descr="A small square in Oracle Red with the Oracle logo in the center in white">
            <a:extLst>
              <a:ext uri="{FF2B5EF4-FFF2-40B4-BE49-F238E27FC236}">
                <a16:creationId xmlns:a16="http://schemas.microsoft.com/office/drawing/2014/main" id="{7700FDE2-E876-37BC-F60A-8AE5E462616A}"/>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3" name="Date Placeholder 32">
            <a:extLst>
              <a:ext uri="{FF2B5EF4-FFF2-40B4-BE49-F238E27FC236}">
                <a16:creationId xmlns:a16="http://schemas.microsoft.com/office/drawing/2014/main" id="{C757BBF7-1C67-AA09-584F-7A752DCB4BC9}"/>
              </a:ext>
            </a:extLst>
          </p:cNvPr>
          <p:cNvSpPr>
            <a:spLocks noGrp="1"/>
          </p:cNvSpPr>
          <p:nvPr>
            <p:ph type="dt" sz="half" idx="38"/>
          </p:nvPr>
        </p:nvSpPr>
        <p:spPr/>
        <p:txBody>
          <a:bodyPr/>
          <a:lstStyle>
            <a:lvl1pPr>
              <a:defRPr>
                <a:solidFill>
                  <a:srgbClr val="514C47"/>
                </a:solidFill>
              </a:defRPr>
            </a:lvl1pPr>
          </a:lstStyle>
          <a:p>
            <a:r>
              <a:rPr lang="en-US"/>
              <a:t>[Date]</a:t>
            </a:r>
            <a:endParaRPr lang="en-US" dirty="0"/>
          </a:p>
        </p:txBody>
      </p:sp>
      <p:sp>
        <p:nvSpPr>
          <p:cNvPr id="34" name="Footer Placeholder 33">
            <a:extLst>
              <a:ext uri="{FF2B5EF4-FFF2-40B4-BE49-F238E27FC236}">
                <a16:creationId xmlns:a16="http://schemas.microsoft.com/office/drawing/2014/main" id="{2B12D776-70C0-CC40-00F8-F8AB6108C9AA}"/>
              </a:ext>
            </a:extLst>
          </p:cNvPr>
          <p:cNvSpPr>
            <a:spLocks noGrp="1"/>
          </p:cNvSpPr>
          <p:nvPr>
            <p:ph type="ftr" sz="quarter" idx="39"/>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35" name="Slide Number Placeholder 34">
            <a:extLst>
              <a:ext uri="{FF2B5EF4-FFF2-40B4-BE49-F238E27FC236}">
                <a16:creationId xmlns:a16="http://schemas.microsoft.com/office/drawing/2014/main" id="{2021DDA7-EEBD-CE8D-1221-C07F76A0D39F}"/>
              </a:ext>
            </a:extLst>
          </p:cNvPr>
          <p:cNvSpPr>
            <a:spLocks noGrp="1"/>
          </p:cNvSpPr>
          <p:nvPr>
            <p:ph type="sldNum" sz="quarter" idx="40"/>
          </p:nvPr>
        </p:nvSpPr>
        <p:spPr/>
        <p:txBody>
          <a:bodyPr/>
          <a:lstStyle>
            <a:lvl1pPr>
              <a:defRPr>
                <a:solidFill>
                  <a:srgbClr val="514C47"/>
                </a:solidFill>
              </a:defRPr>
            </a:lvl1pPr>
          </a:lstStyle>
          <a:p>
            <a:fld id="{345D60D9-5372-5F40-9443-0F9AE5BDC3C8}" type="slidenum">
              <a:rPr lang="en-US" smtClean="0"/>
              <a:pPr/>
              <a:t>‹#›</a:t>
            </a:fld>
            <a:endParaRPr lang="en-US" dirty="0"/>
          </a:p>
        </p:txBody>
      </p:sp>
      <p:pic>
        <p:nvPicPr>
          <p:cNvPr id="8" name="OTag" descr="A small square in Oracle Red with the Oracle logo in the center in white">
            <a:extLst>
              <a:ext uri="{FF2B5EF4-FFF2-40B4-BE49-F238E27FC236}">
                <a16:creationId xmlns:a16="http://schemas.microsoft.com/office/drawing/2014/main" id="{3DA2B7A2-ED34-D984-C93F-D98D3EC21C92}"/>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1402373" y="6464808"/>
            <a:ext cx="393192" cy="393192"/>
          </a:xfrm>
          <a:prstGeom prst="rect">
            <a:avLst/>
          </a:prstGeom>
        </p:spPr>
      </p:pic>
      <p:pic>
        <p:nvPicPr>
          <p:cNvPr id="4" name="Graphic 3">
            <a:extLst>
              <a:ext uri="{FF2B5EF4-FFF2-40B4-BE49-F238E27FC236}">
                <a16:creationId xmlns:a16="http://schemas.microsoft.com/office/drawing/2014/main" id="{155E893B-EF24-A19F-8592-D226B82D51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19600" y="0"/>
            <a:ext cx="7772400" cy="5181600"/>
          </a:xfrm>
          <a:prstGeom prst="rect">
            <a:avLst/>
          </a:prstGeom>
        </p:spPr>
      </p:pic>
      <p:sp>
        <p:nvSpPr>
          <p:cNvPr id="2" name="Accent mark">
            <a:extLst>
              <a:ext uri="{FF2B5EF4-FFF2-40B4-BE49-F238E27FC236}">
                <a16:creationId xmlns:a16="http://schemas.microsoft.com/office/drawing/2014/main" id="{B0EC2F66-9907-2F15-B317-36B39B8BBE6F}"/>
              </a:ext>
              <a:ext uri="{C183D7F6-B498-43B3-948B-1728B52AA6E4}">
                <adec:decorative xmlns:adec="http://schemas.microsoft.com/office/drawing/2017/decorative" val="1"/>
              </a:ext>
            </a:extLst>
          </p:cNvPr>
          <p:cNvSpPr/>
          <p:nvPr/>
        </p:nvSpPr>
        <p:spPr>
          <a:xfrm>
            <a:off x="792538" y="4502811"/>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39529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ark - Safe harbor_Pillar">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 statement</a:t>
            </a:r>
          </a:p>
        </p:txBody>
      </p:sp>
      <p:sp>
        <p:nvSpPr>
          <p:cNvPr id="5" name="Slide Number Placeholder 7">
            <a:extLst>
              <a:ext uri="{FF2B5EF4-FFF2-40B4-BE49-F238E27FC236}">
                <a16:creationId xmlns:a16="http://schemas.microsoft.com/office/drawing/2014/main" id="{BAE1FE92-0B5A-C3C7-4D80-295A1C03DE54}"/>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F12714ED-3627-881E-09BA-8AF5C228303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1E845CA1-2B55-2D69-3680-9CE99F31519C}"/>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8" name="TextBox 7">
            <a:extLst>
              <a:ext uri="{FF2B5EF4-FFF2-40B4-BE49-F238E27FC236}">
                <a16:creationId xmlns:a16="http://schemas.microsoft.com/office/drawing/2014/main" id="{F2087D21-F78B-45C7-2C05-43C5D2F54367}"/>
              </a:ext>
            </a:extLst>
          </p:cNvPr>
          <p:cNvSpPr txBox="1"/>
          <p:nvPr/>
        </p:nvSpPr>
        <p:spPr>
          <a:xfrm>
            <a:off x="762000" y="2344333"/>
            <a:ext cx="8854338" cy="1709763"/>
          </a:xfrm>
          <a:prstGeom prst="rect">
            <a:avLst/>
          </a:prstGeom>
          <a:noFill/>
        </p:spPr>
        <p:txBody>
          <a:bodyPr wrap="square">
            <a:spAutoFit/>
          </a:bodyPr>
          <a:lstStyle/>
          <a:p>
            <a:pPr>
              <a:lnSpc>
                <a:spcPts val="2120"/>
              </a:lnSpc>
              <a:spcAft>
                <a:spcPts val="0"/>
              </a:spcAft>
            </a:pPr>
            <a:r>
              <a:rPr lang="en-US" sz="180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20992443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Light - Safe harbor_Pillar">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 statement</a:t>
            </a:r>
          </a:p>
        </p:txBody>
      </p: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5" name="TextBox 4">
            <a:extLst>
              <a:ext uri="{FF2B5EF4-FFF2-40B4-BE49-F238E27FC236}">
                <a16:creationId xmlns:a16="http://schemas.microsoft.com/office/drawing/2014/main" id="{CA4392FF-7C2C-D37B-DD7D-60C8C946E8C6}"/>
              </a:ext>
            </a:extLst>
          </p:cNvPr>
          <p:cNvSpPr txBox="1"/>
          <p:nvPr/>
        </p:nvSpPr>
        <p:spPr>
          <a:xfrm>
            <a:off x="762000" y="2344333"/>
            <a:ext cx="8854338" cy="1709763"/>
          </a:xfrm>
          <a:prstGeom prst="rect">
            <a:avLst/>
          </a:prstGeom>
          <a:noFill/>
        </p:spPr>
        <p:txBody>
          <a:bodyPr wrap="square">
            <a:spAutoFit/>
          </a:bodyPr>
          <a:lstStyle/>
          <a:p>
            <a:pPr>
              <a:lnSpc>
                <a:spcPts val="2120"/>
              </a:lnSpc>
              <a:spcAft>
                <a:spcPts val="0"/>
              </a:spcAft>
            </a:pPr>
            <a:r>
              <a:rPr lang="en-US" sz="1800" b="0" i="0" dirty="0">
                <a:solidFill>
                  <a:schemeClr val="tx1"/>
                </a:solidFill>
                <a:latin typeface="+mn-lt"/>
                <a:cs typeface="Oracle Sans Light" panose="020B0403020204020204" pitchFamily="34" charset="0"/>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4859195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ote on safe harbor/forward looking">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E051E1-71EC-4D3F-847F-0BC7D691C8E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Safe harbor/forward looking</a:t>
            </a:r>
          </a:p>
        </p:txBody>
      </p:sp>
      <p:sp>
        <p:nvSpPr>
          <p:cNvPr id="4" name="Slide Number Placeholder 5">
            <a:extLst>
              <a:ext uri="{FF2B5EF4-FFF2-40B4-BE49-F238E27FC236}">
                <a16:creationId xmlns:a16="http://schemas.microsoft.com/office/drawing/2014/main" id="{BC646B5F-9A04-2345-9C7A-6782C7E4993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FFEE0BDB-5EA2-52EC-445D-A4A5ED94A7B0}"/>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7" name="Date Placeholder 3">
            <a:extLst>
              <a:ext uri="{FF2B5EF4-FFF2-40B4-BE49-F238E27FC236}">
                <a16:creationId xmlns:a16="http://schemas.microsoft.com/office/drawing/2014/main" id="{462F21D1-B67F-E9FA-456D-B3EE99FD662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17" name="TextBox 16">
            <a:extLst>
              <a:ext uri="{FF2B5EF4-FFF2-40B4-BE49-F238E27FC236}">
                <a16:creationId xmlns:a16="http://schemas.microsoft.com/office/drawing/2014/main" id="{E5EA32E2-5AE7-3199-6814-98A3082209E7}"/>
              </a:ext>
            </a:extLst>
          </p:cNvPr>
          <p:cNvSpPr txBox="1"/>
          <p:nvPr/>
        </p:nvSpPr>
        <p:spPr>
          <a:xfrm>
            <a:off x="762000" y="1608575"/>
            <a:ext cx="5084064" cy="3278398"/>
          </a:xfrm>
          <a:prstGeom prst="rect">
            <a:avLst/>
          </a:prstGeom>
          <a:noFill/>
        </p:spPr>
        <p:txBody>
          <a:bodyPr wrap="square">
            <a:spAutoFit/>
          </a:bodyPr>
          <a:lstStyle/>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Legal Entity footer is required on every slide.</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Regulatory Statement is required on the title slide, and Forward-Looking statement slide (if the Forward-Looking statement slide is needed).</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Forward-Looking statement and Safe Harbor slides are required only for external presentations that pertain to:</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Product launches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Executive presentations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Keynotes at major events</a:t>
            </a:r>
          </a:p>
          <a:p>
            <a:pPr marL="171441" marR="0" lvl="0" indent="-171441" algn="l" defTabSz="685766" rtl="0" eaLnBrk="1" fontAlgn="base" latinLnBrk="0" hangingPunct="1">
              <a:lnSpc>
                <a:spcPct val="110000"/>
              </a:lnSpc>
              <a:spcBef>
                <a:spcPts val="0"/>
              </a:spcBef>
              <a:spcAft>
                <a:spcPts val="900"/>
              </a:spcAft>
              <a:buClrTx/>
              <a:buSzTx/>
              <a:buFont typeface="Arial" panose="020B0604020202020204" pitchFamily="34" charset="0"/>
              <a:buChar char="•"/>
              <a:tabLst/>
              <a:defRPr/>
            </a:pPr>
            <a:r>
              <a:rPr lang="en-US" sz="1400" b="0" i="0" kern="1200" dirty="0">
                <a:solidFill>
                  <a:schemeClr val="tx1"/>
                </a:solidFill>
                <a:latin typeface="Oracle Sans" panose="020B0503020204020204" pitchFamily="34" charset="0"/>
                <a:ea typeface="+mn-ea"/>
                <a:cs typeface="Oracle Sans" panose="020B0503020204020204" pitchFamily="34" charset="0"/>
              </a:rPr>
              <a:t>Events attended by financial analysts</a:t>
            </a:r>
          </a:p>
        </p:txBody>
      </p:sp>
      <p:sp>
        <p:nvSpPr>
          <p:cNvPr id="19" name="TextBox 18">
            <a:extLst>
              <a:ext uri="{FF2B5EF4-FFF2-40B4-BE49-F238E27FC236}">
                <a16:creationId xmlns:a16="http://schemas.microsoft.com/office/drawing/2014/main" id="{08E9360F-1286-D2C8-A87B-E68B6EAEB555}"/>
              </a:ext>
            </a:extLst>
          </p:cNvPr>
          <p:cNvSpPr txBox="1"/>
          <p:nvPr/>
        </p:nvSpPr>
        <p:spPr>
          <a:xfrm>
            <a:off x="6345936" y="1608575"/>
            <a:ext cx="5084064" cy="3414589"/>
          </a:xfrm>
          <a:prstGeom prst="rect">
            <a:avLst/>
          </a:prstGeom>
          <a:noFill/>
        </p:spPr>
        <p:txBody>
          <a:bodyPr wrap="square">
            <a:spAutoFit/>
          </a:bodyPr>
          <a:lstStyle/>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If it is required, it should appear twice: after the title slide and at the end of the slide deck.  When video recording, there should be a 3  second camera hold on the final slide. </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chemeClr val="tx1"/>
                </a:solidFill>
                <a:latin typeface="Oracle Sans" panose="020B0503020204020204" pitchFamily="34" charset="0"/>
                <a:ea typeface="+mn-ea"/>
                <a:cs typeface="+mn-cs"/>
              </a:rPr>
              <a:t>The Safe harbor slide should be placed immediately following the title slide. </a:t>
            </a:r>
          </a:p>
          <a:p>
            <a:pPr marL="0" marR="0" lvl="0" indent="0" algn="l" defTabSz="171443" rtl="0" eaLnBrk="1" fontAlgn="auto" latinLnBrk="0" hangingPunct="1">
              <a:lnSpc>
                <a:spcPct val="120000"/>
              </a:lnSpc>
              <a:spcBef>
                <a:spcPts val="0"/>
              </a:spcBef>
              <a:spcAft>
                <a:spcPts val="900"/>
              </a:spcAft>
              <a:buClrTx/>
              <a:buSzTx/>
              <a:buFontTx/>
              <a:buNone/>
              <a:tabLst/>
              <a:defRPr/>
            </a:pPr>
            <a:r>
              <a:rPr lang="en-US" sz="1400" b="0" i="0" kern="1200" dirty="0">
                <a:solidFill>
                  <a:srgbClr val="C74634"/>
                </a:solidFill>
                <a:latin typeface="Oracle Sans" panose="020B0503020204020204" pitchFamily="34" charset="0"/>
                <a:ea typeface="+mn-ea"/>
                <a:cs typeface="+mn-cs"/>
              </a:rPr>
              <a:t>If the presentation does not pertain to any one of the above, the Forward-Looking statement and Safe harbor slides can be left out entirely and should be deleted</a:t>
            </a:r>
          </a:p>
        </p:txBody>
      </p:sp>
      <p:cxnSp>
        <p:nvCxnSpPr>
          <p:cNvPr id="21" name="Column Divider">
            <a:extLst>
              <a:ext uri="{FF2B5EF4-FFF2-40B4-BE49-F238E27FC236}">
                <a16:creationId xmlns:a16="http://schemas.microsoft.com/office/drawing/2014/main" id="{FE86E375-F9AA-0C37-50B8-D4BCE2883B9B}"/>
              </a:ext>
              <a:ext uri="{C183D7F6-B498-43B3-948B-1728B52AA6E4}">
                <adec:decorative xmlns:adec="http://schemas.microsoft.com/office/drawing/2017/decorative" val="1"/>
              </a:ext>
            </a:extLst>
          </p:cNvPr>
          <p:cNvCxnSpPr>
            <a:cxnSpLocks/>
          </p:cNvCxnSpPr>
          <p:nvPr/>
        </p:nvCxnSpPr>
        <p:spPr>
          <a:xfrm>
            <a:off x="6109577" y="160857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17732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peaker_1_Name">
    <p:bg>
      <p:bgRef idx="1001">
        <a:schemeClr val="bg2"/>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BAF64E6-5E39-81BB-7AF4-2A1C20BBC0E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rot="10800000">
            <a:off x="0" y="3611878"/>
            <a:ext cx="6314112" cy="3246122"/>
          </a:xfrm>
          <a:prstGeom prst="rect">
            <a:avLst/>
          </a:prstGeom>
        </p:spPr>
      </p:pic>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One speaker on stage</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Text Placeholder 33">
            <a:extLst>
              <a:ext uri="{FF2B5EF4-FFF2-40B4-BE49-F238E27FC236}">
                <a16:creationId xmlns:a16="http://schemas.microsoft.com/office/drawing/2014/main" id="{23FEB0B4-B182-7549-DC07-DDA74F8C8764}"/>
              </a:ext>
            </a:extLst>
          </p:cNvPr>
          <p:cNvSpPr>
            <a:spLocks noGrp="1"/>
          </p:cNvSpPr>
          <p:nvPr>
            <p:ph type="body" sz="quarter" idx="13" hasCustomPrompt="1"/>
          </p:nvPr>
        </p:nvSpPr>
        <p:spPr>
          <a:xfrm>
            <a:off x="3810000" y="2720621"/>
            <a:ext cx="4572000" cy="640073"/>
          </a:xfrm>
        </p:spPr>
        <p:txBody>
          <a:bodyPr vert="horz" lIns="0" tIns="0" rIns="0" bIns="0" rtlCol="0" anchor="b" anchorCtr="0">
            <a:noAutofit/>
          </a:bodyPr>
          <a:lstStyle>
            <a:lvl1pPr algn="ctr">
              <a:lnSpc>
                <a:spcPct val="100000"/>
              </a:lnSpc>
              <a:defRPr lang="en-US" sz="28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 name="Text Placeholder 33">
            <a:extLst>
              <a:ext uri="{FF2B5EF4-FFF2-40B4-BE49-F238E27FC236}">
                <a16:creationId xmlns:a16="http://schemas.microsoft.com/office/drawing/2014/main" id="{580B83F2-896B-0C6B-B807-89AAAC67626C}"/>
              </a:ext>
            </a:extLst>
          </p:cNvPr>
          <p:cNvSpPr>
            <a:spLocks noGrp="1"/>
          </p:cNvSpPr>
          <p:nvPr>
            <p:ph type="body" sz="quarter" idx="14" hasCustomPrompt="1"/>
          </p:nvPr>
        </p:nvSpPr>
        <p:spPr>
          <a:xfrm>
            <a:off x="3810000" y="3359674"/>
            <a:ext cx="4572000" cy="640073"/>
          </a:xfrm>
        </p:spPr>
        <p:txBody>
          <a:bodyPr vert="horz" lIns="0" tIns="0" rIns="0" bIns="0" rtlCol="0" anchor="t" anchorCtr="0">
            <a:noAutofit/>
          </a:bodyPr>
          <a:lstStyle>
            <a:lvl1pPr algn="ctr">
              <a:lnSpc>
                <a:spcPct val="100000"/>
              </a:lnSpc>
              <a:defRPr lang="en-US" sz="2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dirty="0"/>
              <a:t>Copyright © 2026, Oracle and/or its affiliates |  Confidential: Internal/Restricted/Highly Restricted</a:t>
            </a:r>
          </a:p>
        </p:txBody>
      </p:sp>
    </p:spTree>
    <p:extLst>
      <p:ext uri="{BB962C8B-B14F-4D97-AF65-F5344CB8AC3E}">
        <p14:creationId xmlns:p14="http://schemas.microsoft.com/office/powerpoint/2010/main" val="32018236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peaker_2_Nam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Two speakers on stage</a:t>
            </a:r>
          </a:p>
        </p:txBody>
      </p:sp>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6" name="Text Placeholder 33">
            <a:extLst>
              <a:ext uri="{FF2B5EF4-FFF2-40B4-BE49-F238E27FC236}">
                <a16:creationId xmlns:a16="http://schemas.microsoft.com/office/drawing/2014/main" id="{B08936F9-0286-6F6F-D932-A07929F397D4}"/>
              </a:ext>
            </a:extLst>
          </p:cNvPr>
          <p:cNvSpPr>
            <a:spLocks noGrp="1"/>
          </p:cNvSpPr>
          <p:nvPr>
            <p:ph type="body" sz="quarter" idx="13" hasCustomPrompt="1"/>
          </p:nvPr>
        </p:nvSpPr>
        <p:spPr>
          <a:xfrm>
            <a:off x="807676" y="1937607"/>
            <a:ext cx="5120640" cy="640073"/>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7" name="Text Placeholder 33">
            <a:extLst>
              <a:ext uri="{FF2B5EF4-FFF2-40B4-BE49-F238E27FC236}">
                <a16:creationId xmlns:a16="http://schemas.microsoft.com/office/drawing/2014/main" id="{0715FEE8-35E5-A66D-91EB-17A751EFD8E6}"/>
              </a:ext>
            </a:extLst>
          </p:cNvPr>
          <p:cNvSpPr>
            <a:spLocks noGrp="1"/>
          </p:cNvSpPr>
          <p:nvPr>
            <p:ph type="body" sz="quarter" idx="14" hasCustomPrompt="1"/>
          </p:nvPr>
        </p:nvSpPr>
        <p:spPr>
          <a:xfrm>
            <a:off x="807676" y="2576660"/>
            <a:ext cx="5120640" cy="640073"/>
          </a:xfrm>
        </p:spPr>
        <p:txBody>
          <a:bodyPr vert="horz" lIns="0" tIns="0" rIns="0" bIns="0" rtlCol="0" anchor="t" anchorCtr="0">
            <a:noAutofit/>
          </a:bodyPr>
          <a:lstStyle>
            <a:lvl1pPr algn="l">
              <a:lnSpc>
                <a:spcPct val="100000"/>
              </a:lnSpc>
              <a:defRPr lang="en-US" sz="20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2" name="Text Placeholder 33">
            <a:extLst>
              <a:ext uri="{FF2B5EF4-FFF2-40B4-BE49-F238E27FC236}">
                <a16:creationId xmlns:a16="http://schemas.microsoft.com/office/drawing/2014/main" id="{A476E992-5CB8-77CD-3D59-FC21C7FE9867}"/>
              </a:ext>
            </a:extLst>
          </p:cNvPr>
          <p:cNvSpPr>
            <a:spLocks noGrp="1"/>
          </p:cNvSpPr>
          <p:nvPr>
            <p:ph type="body" sz="quarter" idx="19" hasCustomPrompt="1"/>
          </p:nvPr>
        </p:nvSpPr>
        <p:spPr>
          <a:xfrm>
            <a:off x="792538" y="3429000"/>
            <a:ext cx="5120640" cy="640073"/>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3" name="Text Placeholder 33">
            <a:extLst>
              <a:ext uri="{FF2B5EF4-FFF2-40B4-BE49-F238E27FC236}">
                <a16:creationId xmlns:a16="http://schemas.microsoft.com/office/drawing/2014/main" id="{A493C7D7-4F9B-DA7C-D7EB-59661A8EBDF7}"/>
              </a:ext>
            </a:extLst>
          </p:cNvPr>
          <p:cNvSpPr>
            <a:spLocks noGrp="1"/>
          </p:cNvSpPr>
          <p:nvPr>
            <p:ph type="body" sz="quarter" idx="20" hasCustomPrompt="1"/>
          </p:nvPr>
        </p:nvSpPr>
        <p:spPr>
          <a:xfrm>
            <a:off x="792538" y="4068053"/>
            <a:ext cx="5120640" cy="640073"/>
          </a:xfrm>
        </p:spPr>
        <p:txBody>
          <a:bodyPr vert="horz" lIns="0" tIns="0" rIns="0" bIns="0" rtlCol="0" anchor="t" anchorCtr="0">
            <a:noAutofit/>
          </a:bodyPr>
          <a:lstStyle>
            <a:lvl1pPr algn="l">
              <a:lnSpc>
                <a:spcPct val="100000"/>
              </a:lnSpc>
              <a:defRPr lang="en-US" sz="20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724425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peaker_3_Nam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Three speakers on stage</a:t>
            </a:r>
          </a:p>
        </p:txBody>
      </p:sp>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2" name="Text Placeholder 33">
            <a:extLst>
              <a:ext uri="{FF2B5EF4-FFF2-40B4-BE49-F238E27FC236}">
                <a16:creationId xmlns:a16="http://schemas.microsoft.com/office/drawing/2014/main" id="{B9B847CE-1494-EB76-B9F7-38F201281C5C}"/>
              </a:ext>
            </a:extLst>
          </p:cNvPr>
          <p:cNvSpPr>
            <a:spLocks noGrp="1"/>
          </p:cNvSpPr>
          <p:nvPr>
            <p:ph type="body" sz="quarter" idx="13" hasCustomPrompt="1"/>
          </p:nvPr>
        </p:nvSpPr>
        <p:spPr>
          <a:xfrm>
            <a:off x="797773" y="1325903"/>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4" name="Text Placeholder 33">
            <a:extLst>
              <a:ext uri="{FF2B5EF4-FFF2-40B4-BE49-F238E27FC236}">
                <a16:creationId xmlns:a16="http://schemas.microsoft.com/office/drawing/2014/main" id="{2CBD8601-0EE0-1C22-9AF2-15631BDB0B16}"/>
              </a:ext>
            </a:extLst>
          </p:cNvPr>
          <p:cNvSpPr>
            <a:spLocks noGrp="1"/>
          </p:cNvSpPr>
          <p:nvPr>
            <p:ph type="body" sz="quarter" idx="14" hasCustomPrompt="1"/>
          </p:nvPr>
        </p:nvSpPr>
        <p:spPr>
          <a:xfrm>
            <a:off x="797774" y="1964957"/>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 name="Text Placeholder 33">
            <a:extLst>
              <a:ext uri="{FF2B5EF4-FFF2-40B4-BE49-F238E27FC236}">
                <a16:creationId xmlns:a16="http://schemas.microsoft.com/office/drawing/2014/main" id="{0A0EB793-5D1B-7CAC-A983-72F74B5C0FB6}"/>
              </a:ext>
            </a:extLst>
          </p:cNvPr>
          <p:cNvSpPr>
            <a:spLocks noGrp="1"/>
          </p:cNvSpPr>
          <p:nvPr>
            <p:ph type="body" sz="quarter" idx="28" hasCustomPrompt="1"/>
          </p:nvPr>
        </p:nvSpPr>
        <p:spPr>
          <a:xfrm>
            <a:off x="792538" y="2792454"/>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4" name="Text Placeholder 33">
            <a:extLst>
              <a:ext uri="{FF2B5EF4-FFF2-40B4-BE49-F238E27FC236}">
                <a16:creationId xmlns:a16="http://schemas.microsoft.com/office/drawing/2014/main" id="{C8830B92-077C-42C2-7CF4-32E57CCAA196}"/>
              </a:ext>
            </a:extLst>
          </p:cNvPr>
          <p:cNvSpPr>
            <a:spLocks noGrp="1"/>
          </p:cNvSpPr>
          <p:nvPr>
            <p:ph type="body" sz="quarter" idx="29" hasCustomPrompt="1"/>
          </p:nvPr>
        </p:nvSpPr>
        <p:spPr>
          <a:xfrm>
            <a:off x="792539" y="3431508"/>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5" name="Text Placeholder 33">
            <a:extLst>
              <a:ext uri="{FF2B5EF4-FFF2-40B4-BE49-F238E27FC236}">
                <a16:creationId xmlns:a16="http://schemas.microsoft.com/office/drawing/2014/main" id="{283801B3-C270-4242-E8A4-95C95B9D6FBD}"/>
              </a:ext>
            </a:extLst>
          </p:cNvPr>
          <p:cNvSpPr>
            <a:spLocks noGrp="1"/>
          </p:cNvSpPr>
          <p:nvPr>
            <p:ph type="body" sz="quarter" idx="30" hasCustomPrompt="1"/>
          </p:nvPr>
        </p:nvSpPr>
        <p:spPr>
          <a:xfrm>
            <a:off x="795484" y="4312293"/>
            <a:ext cx="512064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6" name="Text Placeholder 33">
            <a:extLst>
              <a:ext uri="{FF2B5EF4-FFF2-40B4-BE49-F238E27FC236}">
                <a16:creationId xmlns:a16="http://schemas.microsoft.com/office/drawing/2014/main" id="{BF454C50-6F7C-4662-4836-A1158EEF6D4C}"/>
              </a:ext>
            </a:extLst>
          </p:cNvPr>
          <p:cNvSpPr>
            <a:spLocks noGrp="1"/>
          </p:cNvSpPr>
          <p:nvPr>
            <p:ph type="body" sz="quarter" idx="31" hasCustomPrompt="1"/>
          </p:nvPr>
        </p:nvSpPr>
        <p:spPr>
          <a:xfrm>
            <a:off x="795485" y="4951347"/>
            <a:ext cx="512064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0448029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peaker_4_Nam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Four speakers on stage</a:t>
            </a:r>
          </a:p>
        </p:txBody>
      </p:sp>
      <p:pic>
        <p:nvPicPr>
          <p:cNvPr id="3" name="Graphic 2">
            <a:extLst>
              <a:ext uri="{FF2B5EF4-FFF2-40B4-BE49-F238E27FC236}">
                <a16:creationId xmlns:a16="http://schemas.microsoft.com/office/drawing/2014/main" id="{DE974A59-D800-68BE-8309-EEE427E7FB6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5877887" y="1"/>
            <a:ext cx="6314112" cy="3246122"/>
          </a:xfrm>
          <a:prstGeom prst="rect">
            <a:avLst/>
          </a:prstGeom>
        </p:spPr>
      </p:pic>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Text Placeholder 33">
            <a:extLst>
              <a:ext uri="{FF2B5EF4-FFF2-40B4-BE49-F238E27FC236}">
                <a16:creationId xmlns:a16="http://schemas.microsoft.com/office/drawing/2014/main" id="{F9F38D12-CAEB-FD20-511D-40562DCAA1EA}"/>
              </a:ext>
            </a:extLst>
          </p:cNvPr>
          <p:cNvSpPr>
            <a:spLocks noGrp="1"/>
          </p:cNvSpPr>
          <p:nvPr>
            <p:ph type="body" sz="quarter" idx="13" hasCustomPrompt="1"/>
          </p:nvPr>
        </p:nvSpPr>
        <p:spPr>
          <a:xfrm>
            <a:off x="784794" y="2108629"/>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7" name="Text Placeholder 33">
            <a:extLst>
              <a:ext uri="{FF2B5EF4-FFF2-40B4-BE49-F238E27FC236}">
                <a16:creationId xmlns:a16="http://schemas.microsoft.com/office/drawing/2014/main" id="{A141B714-1A78-6D82-F378-939B470D8736}"/>
              </a:ext>
            </a:extLst>
          </p:cNvPr>
          <p:cNvSpPr>
            <a:spLocks noGrp="1"/>
          </p:cNvSpPr>
          <p:nvPr>
            <p:ph type="body" sz="quarter" idx="14" hasCustomPrompt="1"/>
          </p:nvPr>
        </p:nvSpPr>
        <p:spPr>
          <a:xfrm>
            <a:off x="784795" y="2747683"/>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2" name="Text Placeholder 33">
            <a:extLst>
              <a:ext uri="{FF2B5EF4-FFF2-40B4-BE49-F238E27FC236}">
                <a16:creationId xmlns:a16="http://schemas.microsoft.com/office/drawing/2014/main" id="{B1EDA4C5-F281-1193-82E6-0BFE5AE994AE}"/>
              </a:ext>
            </a:extLst>
          </p:cNvPr>
          <p:cNvSpPr>
            <a:spLocks noGrp="1"/>
          </p:cNvSpPr>
          <p:nvPr>
            <p:ph type="body" sz="quarter" idx="35" hasCustomPrompt="1"/>
          </p:nvPr>
        </p:nvSpPr>
        <p:spPr>
          <a:xfrm>
            <a:off x="784795" y="3484327"/>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3" name="Text Placeholder 33">
            <a:extLst>
              <a:ext uri="{FF2B5EF4-FFF2-40B4-BE49-F238E27FC236}">
                <a16:creationId xmlns:a16="http://schemas.microsoft.com/office/drawing/2014/main" id="{F247EF2C-2986-0D95-AC50-EE6C68BB5CE4}"/>
              </a:ext>
            </a:extLst>
          </p:cNvPr>
          <p:cNvSpPr>
            <a:spLocks noGrp="1"/>
          </p:cNvSpPr>
          <p:nvPr>
            <p:ph type="body" sz="quarter" idx="36" hasCustomPrompt="1"/>
          </p:nvPr>
        </p:nvSpPr>
        <p:spPr>
          <a:xfrm>
            <a:off x="784796" y="4123381"/>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7" name="Text Placeholder 33">
            <a:extLst>
              <a:ext uri="{FF2B5EF4-FFF2-40B4-BE49-F238E27FC236}">
                <a16:creationId xmlns:a16="http://schemas.microsoft.com/office/drawing/2014/main" id="{0B404AA4-79A5-18F0-CE9F-3921A0925B1E}"/>
              </a:ext>
            </a:extLst>
          </p:cNvPr>
          <p:cNvSpPr>
            <a:spLocks noGrp="1"/>
          </p:cNvSpPr>
          <p:nvPr>
            <p:ph type="body" sz="quarter" idx="37" hasCustomPrompt="1"/>
          </p:nvPr>
        </p:nvSpPr>
        <p:spPr>
          <a:xfrm>
            <a:off x="5806438" y="2130723"/>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8" name="Text Placeholder 33">
            <a:extLst>
              <a:ext uri="{FF2B5EF4-FFF2-40B4-BE49-F238E27FC236}">
                <a16:creationId xmlns:a16="http://schemas.microsoft.com/office/drawing/2014/main" id="{097CCA77-6454-4A36-DDFB-A9DE63B5C7E2}"/>
              </a:ext>
            </a:extLst>
          </p:cNvPr>
          <p:cNvSpPr>
            <a:spLocks noGrp="1"/>
          </p:cNvSpPr>
          <p:nvPr>
            <p:ph type="body" sz="quarter" idx="38" hasCustomPrompt="1"/>
          </p:nvPr>
        </p:nvSpPr>
        <p:spPr>
          <a:xfrm>
            <a:off x="5806439" y="2769777"/>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
        <p:nvSpPr>
          <p:cNvPr id="19" name="Text Placeholder 33">
            <a:extLst>
              <a:ext uri="{FF2B5EF4-FFF2-40B4-BE49-F238E27FC236}">
                <a16:creationId xmlns:a16="http://schemas.microsoft.com/office/drawing/2014/main" id="{644A9E89-1875-451D-C69D-99660290007D}"/>
              </a:ext>
            </a:extLst>
          </p:cNvPr>
          <p:cNvSpPr>
            <a:spLocks noGrp="1"/>
          </p:cNvSpPr>
          <p:nvPr>
            <p:ph type="body" sz="quarter" idx="39" hasCustomPrompt="1"/>
          </p:nvPr>
        </p:nvSpPr>
        <p:spPr>
          <a:xfrm>
            <a:off x="5806439" y="3506421"/>
            <a:ext cx="4480560" cy="640080"/>
          </a:xfrm>
        </p:spPr>
        <p:txBody>
          <a:bodyPr vert="horz" lIns="0" tIns="0" rIns="0" bIns="0" rtlCol="0" anchor="b" anchorCtr="0">
            <a:noAutofit/>
          </a:bodyPr>
          <a:lstStyle>
            <a:lvl1pPr algn="l">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0" name="Text Placeholder 33">
            <a:extLst>
              <a:ext uri="{FF2B5EF4-FFF2-40B4-BE49-F238E27FC236}">
                <a16:creationId xmlns:a16="http://schemas.microsoft.com/office/drawing/2014/main" id="{EC89510A-FA47-936C-E9A3-AD214B164A82}"/>
              </a:ext>
            </a:extLst>
          </p:cNvPr>
          <p:cNvSpPr>
            <a:spLocks noGrp="1"/>
          </p:cNvSpPr>
          <p:nvPr>
            <p:ph type="body" sz="quarter" idx="40" hasCustomPrompt="1"/>
          </p:nvPr>
        </p:nvSpPr>
        <p:spPr>
          <a:xfrm>
            <a:off x="5806440" y="4145475"/>
            <a:ext cx="4480560" cy="640073"/>
          </a:xfrm>
        </p:spPr>
        <p:txBody>
          <a:bodyPr vert="horz" lIns="0" tIns="0" rIns="0" bIns="0" rtlCol="0" anchor="t" anchorCtr="0">
            <a:noAutofit/>
          </a:bodyPr>
          <a:lstStyle>
            <a:lvl1pPr algn="l">
              <a:lnSpc>
                <a:spcPct val="100000"/>
              </a:lnSpc>
              <a:defRPr lang="en-US" sz="18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br>
              <a:rPr lang="en-US" dirty="0"/>
            </a:br>
            <a:r>
              <a:rPr lang="en-US" dirty="0"/>
              <a:t>Title</a:t>
            </a:r>
          </a:p>
        </p:txBody>
      </p:sp>
    </p:spTree>
    <p:extLst>
      <p:ext uri="{BB962C8B-B14F-4D97-AF65-F5344CB8AC3E}">
        <p14:creationId xmlns:p14="http://schemas.microsoft.com/office/powerpoint/2010/main" val="12560967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ark - Agenda">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6" name="Graphic 5">
            <a:extLst>
              <a:ext uri="{FF2B5EF4-FFF2-40B4-BE49-F238E27FC236}">
                <a16:creationId xmlns:a16="http://schemas.microsoft.com/office/drawing/2014/main" id="{B7C245D0-133C-ECC7-9932-A6CB83D09C6C}"/>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6856133" y="0"/>
            <a:ext cx="5335866" cy="2743200"/>
          </a:xfrm>
          <a:prstGeom prst="rect">
            <a:avLst/>
          </a:prstGeom>
        </p:spPr>
      </p:pic>
    </p:spTree>
    <p:extLst>
      <p:ext uri="{BB962C8B-B14F-4D97-AF65-F5344CB8AC3E}">
        <p14:creationId xmlns:p14="http://schemas.microsoft.com/office/powerpoint/2010/main" val="28382410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ight - Agenda">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pic>
        <p:nvPicPr>
          <p:cNvPr id="6" name="Graphic 5">
            <a:extLst>
              <a:ext uri="{FF2B5EF4-FFF2-40B4-BE49-F238E27FC236}">
                <a16:creationId xmlns:a16="http://schemas.microsoft.com/office/drawing/2014/main" id="{B7C245D0-133C-ECC7-9932-A6CB83D09C6C}"/>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6856133" y="0"/>
            <a:ext cx="5335866" cy="2743200"/>
          </a:xfrm>
          <a:prstGeom prst="rect">
            <a:avLst/>
          </a:prstGeom>
        </p:spPr>
      </p:pic>
    </p:spTree>
    <p:extLst>
      <p:ext uri="{BB962C8B-B14F-4D97-AF65-F5344CB8AC3E}">
        <p14:creationId xmlns:p14="http://schemas.microsoft.com/office/powerpoint/2010/main" val="18113938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ark - Agenda Table">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table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6" name="Graphic 5">
            <a:extLst>
              <a:ext uri="{FF2B5EF4-FFF2-40B4-BE49-F238E27FC236}">
                <a16:creationId xmlns:a16="http://schemas.microsoft.com/office/drawing/2014/main" id="{B7C245D0-133C-ECC7-9932-A6CB83D09C6C}"/>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6856133" y="0"/>
            <a:ext cx="5335866" cy="2743200"/>
          </a:xfrm>
          <a:prstGeom prst="rect">
            <a:avLst/>
          </a:prstGeom>
        </p:spPr>
      </p:pic>
      <p:sp>
        <p:nvSpPr>
          <p:cNvPr id="4" name="Content">
            <a:extLst>
              <a:ext uri="{FF2B5EF4-FFF2-40B4-BE49-F238E27FC236}">
                <a16:creationId xmlns:a16="http://schemas.microsoft.com/office/drawing/2014/main" id="{7C26F066-12CB-D353-59F3-1C902B9ED83A}"/>
              </a:ext>
            </a:extLst>
          </p:cNvPr>
          <p:cNvSpPr>
            <a:spLocks noGrp="1"/>
          </p:cNvSpPr>
          <p:nvPr>
            <p:ph sz="quarter" idx="14" hasCustomPrompt="1"/>
          </p:nvPr>
        </p:nvSpPr>
        <p:spPr>
          <a:xfrm>
            <a:off x="769939" y="1286828"/>
            <a:ext cx="439101" cy="3711892"/>
          </a:xfrm>
        </p:spPr>
        <p:txBody>
          <a:bodyPr/>
          <a:lstStyle>
            <a:lvl1pPr>
              <a:lnSpc>
                <a:spcPct val="200000"/>
              </a:lnSpc>
              <a:defRPr sz="1800" b="1"/>
            </a:lvl1pPr>
            <a:lvl2pPr>
              <a:lnSpc>
                <a:spcPct val="200000"/>
              </a:lnSpc>
              <a:defRPr sz="1800" b="1"/>
            </a:lvl2pPr>
            <a:lvl3pPr>
              <a:lnSpc>
                <a:spcPct val="200000"/>
              </a:lnSpc>
              <a:defRPr sz="1800" b="1"/>
            </a:lvl3pPr>
            <a:lvl4pPr>
              <a:lnSpc>
                <a:spcPct val="200000"/>
              </a:lnSpc>
              <a:defRPr sz="1800" b="1"/>
            </a:lvl4pPr>
            <a:lvl5pPr>
              <a:lnSpc>
                <a:spcPct val="200000"/>
              </a:lnSpc>
              <a:defRPr sz="1800" b="1"/>
            </a:lvl5pPr>
          </a:lstStyle>
          <a:p>
            <a:pPr lvl="0"/>
            <a:r>
              <a:rPr lang="en-US" dirty="0"/>
              <a:t>1</a:t>
            </a:r>
          </a:p>
          <a:p>
            <a:pPr lvl="0"/>
            <a:r>
              <a:rPr lang="en-US" dirty="0"/>
              <a:t>2</a:t>
            </a:r>
          </a:p>
          <a:p>
            <a:pPr lvl="0"/>
            <a:r>
              <a:rPr lang="en-US" dirty="0"/>
              <a:t>3</a:t>
            </a:r>
          </a:p>
          <a:p>
            <a:pPr lvl="0"/>
            <a:r>
              <a:rPr lang="en-US" dirty="0"/>
              <a:t>4</a:t>
            </a:r>
          </a:p>
          <a:p>
            <a:pPr lvl="0"/>
            <a:r>
              <a:rPr lang="en-US" dirty="0"/>
              <a:t>5</a:t>
            </a:r>
          </a:p>
          <a:p>
            <a:pPr lvl="0"/>
            <a:r>
              <a:rPr lang="en-US" dirty="0"/>
              <a:t>5</a:t>
            </a:r>
          </a:p>
        </p:txBody>
      </p:sp>
      <p:sp>
        <p:nvSpPr>
          <p:cNvPr id="7" name="Content">
            <a:extLst>
              <a:ext uri="{FF2B5EF4-FFF2-40B4-BE49-F238E27FC236}">
                <a16:creationId xmlns:a16="http://schemas.microsoft.com/office/drawing/2014/main" id="{B179DF50-86A5-C843-43AD-752F0FB33DCB}"/>
              </a:ext>
            </a:extLst>
          </p:cNvPr>
          <p:cNvSpPr>
            <a:spLocks noGrp="1"/>
          </p:cNvSpPr>
          <p:nvPr>
            <p:ph sz="quarter" idx="18"/>
          </p:nvPr>
        </p:nvSpPr>
        <p:spPr>
          <a:xfrm>
            <a:off x="1389699" y="1286828"/>
            <a:ext cx="6880541" cy="3711892"/>
          </a:xfrm>
        </p:spPr>
        <p:txBody>
          <a:bodyPr/>
          <a:lstStyle>
            <a:lvl1pPr>
              <a:lnSpc>
                <a:spcPct val="200000"/>
              </a:lnSpc>
              <a:defRPr sz="1800" b="0"/>
            </a:lvl1pPr>
            <a:lvl2pPr>
              <a:lnSpc>
                <a:spcPct val="200000"/>
              </a:lnSpc>
              <a:defRPr sz="1800" b="0"/>
            </a:lvl2pPr>
            <a:lvl3pPr>
              <a:lnSpc>
                <a:spcPct val="200000"/>
              </a:lnSpc>
              <a:defRPr sz="1800" b="0"/>
            </a:lvl3pPr>
            <a:lvl4pPr>
              <a:lnSpc>
                <a:spcPct val="200000"/>
              </a:lnSpc>
              <a:defRPr sz="1800" b="0"/>
            </a:lvl4pPr>
            <a:lvl5pPr>
              <a:lnSpc>
                <a:spcPct val="200000"/>
              </a:lnSpc>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775930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Light - Agenda Table">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F7DB7-92B5-4EA1-8540-53C2A222376E}"/>
              </a:ext>
            </a:extLst>
          </p:cNvPr>
          <p:cNvSpPr>
            <a:spLocks noGrp="1"/>
          </p:cNvSpPr>
          <p:nvPr>
            <p:ph type="title" hasCustomPrompt="1"/>
          </p:nvPr>
        </p:nvSpPr>
        <p:spPr>
          <a:xfrm>
            <a:off x="768875" y="182403"/>
            <a:ext cx="538338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Agenda table title</a:t>
            </a:r>
          </a:p>
        </p:txBody>
      </p:sp>
      <p:sp>
        <p:nvSpPr>
          <p:cNvPr id="2" name="Slide Number Placeholder 7">
            <a:extLst>
              <a:ext uri="{FF2B5EF4-FFF2-40B4-BE49-F238E27FC236}">
                <a16:creationId xmlns:a16="http://schemas.microsoft.com/office/drawing/2014/main" id="{28D9ACAF-6547-62AC-0612-33ACEEA4384B}"/>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9C717BFB-739A-8ECB-A222-BA193D79F699}"/>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8" name="Date Placeholder 4">
            <a:extLst>
              <a:ext uri="{FF2B5EF4-FFF2-40B4-BE49-F238E27FC236}">
                <a16:creationId xmlns:a16="http://schemas.microsoft.com/office/drawing/2014/main" id="{D6AB9331-6119-874E-6BF2-D968C0DB95A7}"/>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pic>
        <p:nvPicPr>
          <p:cNvPr id="6" name="Graphic 5">
            <a:extLst>
              <a:ext uri="{FF2B5EF4-FFF2-40B4-BE49-F238E27FC236}">
                <a16:creationId xmlns:a16="http://schemas.microsoft.com/office/drawing/2014/main" id="{B7C245D0-133C-ECC7-9932-A6CB83D09C6C}"/>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6856133" y="0"/>
            <a:ext cx="5335866" cy="2743200"/>
          </a:xfrm>
          <a:prstGeom prst="rect">
            <a:avLst/>
          </a:prstGeom>
        </p:spPr>
      </p:pic>
      <p:sp>
        <p:nvSpPr>
          <p:cNvPr id="4" name="Content">
            <a:extLst>
              <a:ext uri="{FF2B5EF4-FFF2-40B4-BE49-F238E27FC236}">
                <a16:creationId xmlns:a16="http://schemas.microsoft.com/office/drawing/2014/main" id="{7C26F066-12CB-D353-59F3-1C902B9ED83A}"/>
              </a:ext>
            </a:extLst>
          </p:cNvPr>
          <p:cNvSpPr>
            <a:spLocks noGrp="1"/>
          </p:cNvSpPr>
          <p:nvPr>
            <p:ph sz="quarter" idx="14" hasCustomPrompt="1"/>
          </p:nvPr>
        </p:nvSpPr>
        <p:spPr>
          <a:xfrm>
            <a:off x="769939" y="1286828"/>
            <a:ext cx="439101" cy="3711892"/>
          </a:xfrm>
        </p:spPr>
        <p:txBody>
          <a:bodyPr/>
          <a:lstStyle>
            <a:lvl1pPr>
              <a:lnSpc>
                <a:spcPct val="200000"/>
              </a:lnSpc>
              <a:defRPr sz="1800" b="1"/>
            </a:lvl1pPr>
            <a:lvl2pPr>
              <a:lnSpc>
                <a:spcPct val="200000"/>
              </a:lnSpc>
              <a:defRPr sz="1800" b="1"/>
            </a:lvl2pPr>
            <a:lvl3pPr>
              <a:lnSpc>
                <a:spcPct val="200000"/>
              </a:lnSpc>
              <a:defRPr sz="1800" b="1"/>
            </a:lvl3pPr>
            <a:lvl4pPr>
              <a:lnSpc>
                <a:spcPct val="200000"/>
              </a:lnSpc>
              <a:defRPr sz="1800" b="1"/>
            </a:lvl4pPr>
            <a:lvl5pPr>
              <a:lnSpc>
                <a:spcPct val="200000"/>
              </a:lnSpc>
              <a:defRPr sz="1800" b="1"/>
            </a:lvl5pPr>
          </a:lstStyle>
          <a:p>
            <a:pPr lvl="0"/>
            <a:r>
              <a:rPr lang="en-US" dirty="0"/>
              <a:t>1</a:t>
            </a:r>
          </a:p>
          <a:p>
            <a:pPr lvl="0"/>
            <a:r>
              <a:rPr lang="en-US" dirty="0"/>
              <a:t>2</a:t>
            </a:r>
          </a:p>
          <a:p>
            <a:pPr lvl="0"/>
            <a:r>
              <a:rPr lang="en-US" dirty="0"/>
              <a:t>3</a:t>
            </a:r>
          </a:p>
          <a:p>
            <a:pPr lvl="0"/>
            <a:r>
              <a:rPr lang="en-US" dirty="0"/>
              <a:t>4</a:t>
            </a:r>
          </a:p>
          <a:p>
            <a:pPr lvl="0"/>
            <a:r>
              <a:rPr lang="en-US" dirty="0"/>
              <a:t>5</a:t>
            </a:r>
          </a:p>
          <a:p>
            <a:pPr lvl="0"/>
            <a:r>
              <a:rPr lang="en-US" dirty="0"/>
              <a:t>5</a:t>
            </a:r>
          </a:p>
        </p:txBody>
      </p:sp>
      <p:sp>
        <p:nvSpPr>
          <p:cNvPr id="7" name="Content">
            <a:extLst>
              <a:ext uri="{FF2B5EF4-FFF2-40B4-BE49-F238E27FC236}">
                <a16:creationId xmlns:a16="http://schemas.microsoft.com/office/drawing/2014/main" id="{B179DF50-86A5-C843-43AD-752F0FB33DCB}"/>
              </a:ext>
            </a:extLst>
          </p:cNvPr>
          <p:cNvSpPr>
            <a:spLocks noGrp="1"/>
          </p:cNvSpPr>
          <p:nvPr>
            <p:ph sz="quarter" idx="18"/>
          </p:nvPr>
        </p:nvSpPr>
        <p:spPr>
          <a:xfrm>
            <a:off x="1389699" y="1286828"/>
            <a:ext cx="6880541" cy="3711892"/>
          </a:xfrm>
        </p:spPr>
        <p:txBody>
          <a:bodyPr/>
          <a:lstStyle>
            <a:lvl1pPr>
              <a:lnSpc>
                <a:spcPct val="200000"/>
              </a:lnSpc>
              <a:defRPr sz="1800" b="0"/>
            </a:lvl1pPr>
            <a:lvl2pPr>
              <a:lnSpc>
                <a:spcPct val="200000"/>
              </a:lnSpc>
              <a:defRPr sz="1800" b="0"/>
            </a:lvl2pPr>
            <a:lvl3pPr>
              <a:lnSpc>
                <a:spcPct val="200000"/>
              </a:lnSpc>
              <a:defRPr sz="1800" b="0"/>
            </a:lvl3pPr>
            <a:lvl4pPr>
              <a:lnSpc>
                <a:spcPct val="200000"/>
              </a:lnSpc>
              <a:defRPr sz="1800" b="0"/>
            </a:lvl4pPr>
            <a:lvl5pPr>
              <a:lnSpc>
                <a:spcPct val="200000"/>
              </a:lnSpc>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646791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Multi Statement – Dark">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02316B0-6023-861C-5784-4ACA42BE9631}"/>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4861624" y="0"/>
            <a:ext cx="7330375" cy="3768589"/>
          </a:xfrm>
          <a:prstGeom prst="rect">
            <a:avLst/>
          </a:prstGeom>
        </p:spPr>
      </p:pic>
      <p:sp>
        <p:nvSpPr>
          <p:cNvPr id="9" name="Date Placeholder 4">
            <a:extLst>
              <a:ext uri="{FF2B5EF4-FFF2-40B4-BE49-F238E27FC236}">
                <a16:creationId xmlns:a16="http://schemas.microsoft.com/office/drawing/2014/main" id="{22E0D5EC-D2F7-32C7-0542-FE33CC5E7C6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6" name="Text Placeholder 2">
            <a:extLst>
              <a:ext uri="{FF2B5EF4-FFF2-40B4-BE49-F238E27FC236}">
                <a16:creationId xmlns:a16="http://schemas.microsoft.com/office/drawing/2014/main" id="{E4DCF24B-59BC-04B0-B557-EEF59BF81E12}"/>
              </a:ext>
            </a:extLst>
          </p:cNvPr>
          <p:cNvSpPr>
            <a:spLocks noGrp="1"/>
          </p:cNvSpPr>
          <p:nvPr>
            <p:ph type="body" sz="quarter" idx="17" hasCustomPrompt="1"/>
          </p:nvPr>
        </p:nvSpPr>
        <p:spPr>
          <a:xfrm>
            <a:off x="777284" y="1143025"/>
            <a:ext cx="7330143" cy="1158571"/>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10" name="Text Placeholder 4">
            <a:extLst>
              <a:ext uri="{FF2B5EF4-FFF2-40B4-BE49-F238E27FC236}">
                <a16:creationId xmlns:a16="http://schemas.microsoft.com/office/drawing/2014/main" id="{44B2EADF-9C30-D624-9DFD-FDBFF41F8B1B}"/>
              </a:ext>
            </a:extLst>
          </p:cNvPr>
          <p:cNvSpPr>
            <a:spLocks noGrp="1"/>
          </p:cNvSpPr>
          <p:nvPr>
            <p:ph type="body" sz="quarter" idx="18" hasCustomPrompt="1"/>
          </p:nvPr>
        </p:nvSpPr>
        <p:spPr>
          <a:xfrm>
            <a:off x="777285" y="2602080"/>
            <a:ext cx="7330373" cy="1166509"/>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11" name="Text Placeholder 7">
            <a:extLst>
              <a:ext uri="{FF2B5EF4-FFF2-40B4-BE49-F238E27FC236}">
                <a16:creationId xmlns:a16="http://schemas.microsoft.com/office/drawing/2014/main" id="{E7E762A4-B873-A5F3-276F-B1A4DD5DC4A0}"/>
              </a:ext>
            </a:extLst>
          </p:cNvPr>
          <p:cNvSpPr>
            <a:spLocks noGrp="1"/>
          </p:cNvSpPr>
          <p:nvPr>
            <p:ph type="body" sz="quarter" idx="19" hasCustomPrompt="1"/>
          </p:nvPr>
        </p:nvSpPr>
        <p:spPr>
          <a:xfrm>
            <a:off x="777283" y="4069073"/>
            <a:ext cx="7330375" cy="1182688"/>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2" name="Slide Number Placeholder 7">
            <a:extLst>
              <a:ext uri="{FF2B5EF4-FFF2-40B4-BE49-F238E27FC236}">
                <a16:creationId xmlns:a16="http://schemas.microsoft.com/office/drawing/2014/main" id="{7987ACB5-95D6-365C-795A-D276B2B66E15}"/>
              </a:ext>
            </a:extLst>
          </p:cNvPr>
          <p:cNvSpPr>
            <a:spLocks noGrp="1"/>
          </p:cNvSpPr>
          <p:nvPr>
            <p:ph type="sldNum" sz="quarter" idx="2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2CDB5C85-6ACF-BB32-518A-0AE8B7DD3CEC}"/>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pic>
        <p:nvPicPr>
          <p:cNvPr id="24" name="OTag" descr="A small square in Oracle Red with the Oracle logo in the center in white">
            <a:extLst>
              <a:ext uri="{FF2B5EF4-FFF2-40B4-BE49-F238E27FC236}">
                <a16:creationId xmlns:a16="http://schemas.microsoft.com/office/drawing/2014/main" id="{20586AEB-369F-B90B-F6AA-3183CB320619}"/>
              </a:ext>
              <a:ext uri="{C183D7F6-B498-43B3-948B-1728B52AA6E4}">
                <adec:decorative xmlns:adec="http://schemas.microsoft.com/office/drawing/2017/decorative" val="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26" name="Freeform 25">
            <a:extLst>
              <a:ext uri="{FF2B5EF4-FFF2-40B4-BE49-F238E27FC236}">
                <a16:creationId xmlns:a16="http://schemas.microsoft.com/office/drawing/2014/main" id="{2ECFE8BC-FBC3-206E-F574-E904CA38AAAE}"/>
              </a:ext>
            </a:extLst>
          </p:cNvPr>
          <p:cNvSpPr/>
          <p:nvPr/>
        </p:nvSpPr>
        <p:spPr>
          <a:xfrm>
            <a:off x="11405616" y="6857748"/>
            <a:ext cx="393192" cy="253"/>
          </a:xfrm>
          <a:custGeom>
            <a:avLst/>
            <a:gdLst>
              <a:gd name="connsiteX0" fmla="*/ 0 w 393192"/>
              <a:gd name="connsiteY0" fmla="*/ 0 h 253"/>
              <a:gd name="connsiteX1" fmla="*/ 393192 w 393192"/>
              <a:gd name="connsiteY1" fmla="*/ 0 h 253"/>
              <a:gd name="connsiteX2" fmla="*/ 393192 w 393192"/>
              <a:gd name="connsiteY2" fmla="*/ 253 h 253"/>
              <a:gd name="connsiteX3" fmla="*/ 0 w 393192"/>
              <a:gd name="connsiteY3" fmla="*/ 253 h 253"/>
              <a:gd name="connsiteX4" fmla="*/ 0 w 393192"/>
              <a:gd name="connsiteY4" fmla="*/ 0 h 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192" h="253">
                <a:moveTo>
                  <a:pt x="0" y="0"/>
                </a:moveTo>
                <a:lnTo>
                  <a:pt x="393192" y="0"/>
                </a:lnTo>
                <a:lnTo>
                  <a:pt x="393192" y="253"/>
                </a:lnTo>
                <a:lnTo>
                  <a:pt x="0" y="25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079851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Multi Statement – Light">
    <p:bg>
      <p:bgPr>
        <a:solidFill>
          <a:schemeClr val="bg2"/>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B7A5E8C-0FE3-7777-7682-62EBF9B2D814}"/>
              </a:ext>
            </a:extLst>
          </p:cNvPr>
          <p:cNvPicPr>
            <a:picLocks noChangeAspect="1"/>
          </p:cNvPicPr>
          <p:nvPr/>
        </p:nvPicPr>
        <p:blipFill>
          <a:blip>
            <a:extLst>
              <a:ext uri="{96DAC541-7B7A-43D3-8B79-37D633B846F1}">
                <asvg:svgBlip xmlns:asvg="http://schemas.microsoft.com/office/drawing/2016/SVG/main" r:embed="rId2"/>
              </a:ext>
            </a:extLst>
          </a:blip>
          <a:srcRect l="5687" b="27270"/>
          <a:stretch/>
        </p:blipFill>
        <p:spPr>
          <a:xfrm>
            <a:off x="4861624" y="0"/>
            <a:ext cx="7330375" cy="3768589"/>
          </a:xfrm>
          <a:prstGeom prst="rect">
            <a:avLst/>
          </a:prstGeom>
        </p:spPr>
      </p:pic>
      <p:sp>
        <p:nvSpPr>
          <p:cNvPr id="8" name="Date Placeholder 3">
            <a:extLst>
              <a:ext uri="{FF2B5EF4-FFF2-40B4-BE49-F238E27FC236}">
                <a16:creationId xmlns:a16="http://schemas.microsoft.com/office/drawing/2014/main" id="{B215CC06-6A9B-37FA-76CA-2CC091DA6489}"/>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3" name="Slide Number Placeholder 5">
            <a:extLst>
              <a:ext uri="{FF2B5EF4-FFF2-40B4-BE49-F238E27FC236}">
                <a16:creationId xmlns:a16="http://schemas.microsoft.com/office/drawing/2014/main" id="{4CB7A4E7-BA75-2474-D545-863B866F6A2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5C0E802C-9235-4781-9E8F-2C922A88134B}"/>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2" name="Text Placeholder 2">
            <a:extLst>
              <a:ext uri="{FF2B5EF4-FFF2-40B4-BE49-F238E27FC236}">
                <a16:creationId xmlns:a16="http://schemas.microsoft.com/office/drawing/2014/main" id="{BC4944C4-BCA7-F523-CDDB-B2F7B43789BD}"/>
              </a:ext>
            </a:extLst>
          </p:cNvPr>
          <p:cNvSpPr>
            <a:spLocks noGrp="1"/>
          </p:cNvSpPr>
          <p:nvPr>
            <p:ph type="body" sz="quarter" idx="17" hasCustomPrompt="1"/>
          </p:nvPr>
        </p:nvSpPr>
        <p:spPr>
          <a:xfrm>
            <a:off x="777284" y="1143025"/>
            <a:ext cx="7330143" cy="1158571"/>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7" name="Text Placeholder 4">
            <a:extLst>
              <a:ext uri="{FF2B5EF4-FFF2-40B4-BE49-F238E27FC236}">
                <a16:creationId xmlns:a16="http://schemas.microsoft.com/office/drawing/2014/main" id="{D42F262B-FAC2-7DDF-70B7-0EBEADDA66A9}"/>
              </a:ext>
            </a:extLst>
          </p:cNvPr>
          <p:cNvSpPr>
            <a:spLocks noGrp="1"/>
          </p:cNvSpPr>
          <p:nvPr>
            <p:ph type="body" sz="quarter" idx="18" hasCustomPrompt="1"/>
          </p:nvPr>
        </p:nvSpPr>
        <p:spPr>
          <a:xfrm>
            <a:off x="777285" y="2602080"/>
            <a:ext cx="7330373" cy="1166509"/>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
        <p:nvSpPr>
          <p:cNvPr id="9" name="Text Placeholder 7">
            <a:extLst>
              <a:ext uri="{FF2B5EF4-FFF2-40B4-BE49-F238E27FC236}">
                <a16:creationId xmlns:a16="http://schemas.microsoft.com/office/drawing/2014/main" id="{90E686AD-7CAC-8695-D0AC-A474A9002ACB}"/>
              </a:ext>
            </a:extLst>
          </p:cNvPr>
          <p:cNvSpPr>
            <a:spLocks noGrp="1"/>
          </p:cNvSpPr>
          <p:nvPr>
            <p:ph type="body" sz="quarter" idx="19" hasCustomPrompt="1"/>
          </p:nvPr>
        </p:nvSpPr>
        <p:spPr>
          <a:xfrm>
            <a:off x="777283" y="4069073"/>
            <a:ext cx="7330375" cy="1182688"/>
          </a:xfrm>
        </p:spPr>
        <p:txBody>
          <a:bodyPr anchor="ctr">
            <a:normAutofit/>
          </a:bodyPr>
          <a:lstStyle>
            <a:lvl1pPr>
              <a:lnSpc>
                <a:spcPct val="100000"/>
              </a:lnSpc>
              <a:spcBef>
                <a:spcPts val="0"/>
              </a:spcBef>
              <a:defRPr sz="2800" b="1" i="0">
                <a:latin typeface="Oracle Sans Tab" panose="020B0503020204020204" pitchFamily="34" charset="0"/>
                <a:cs typeface="Oracle Sans Tab" panose="020B0503020204020204" pitchFamily="34" charset="0"/>
              </a:defRPr>
            </a:lvl1pPr>
          </a:lstStyle>
          <a:p>
            <a:pPr lvl="0"/>
            <a:r>
              <a:rPr lang="en-US" dirty="0"/>
              <a:t>Click to edit Headline</a:t>
            </a:r>
          </a:p>
        </p:txBody>
      </p:sp>
    </p:spTree>
    <p:extLst>
      <p:ext uri="{BB962C8B-B14F-4D97-AF65-F5344CB8AC3E}">
        <p14:creationId xmlns:p14="http://schemas.microsoft.com/office/powerpoint/2010/main" val="19588146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peaker_1">
    <p:bg>
      <p:bgRef idx="1001">
        <a:schemeClr val="bg2"/>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F6CD89E-7AE0-E661-9D5E-A40AA44B6A05}"/>
              </a:ext>
            </a:extLst>
          </p:cNvPr>
          <p:cNvPicPr>
            <a:picLocks noChangeAspect="1"/>
          </p:cNvPicPr>
          <p:nvPr/>
        </p:nvPicPr>
        <p:blipFill>
          <a:blip>
            <a:extLst>
              <a:ext uri="{96DAC541-7B7A-43D3-8B79-37D633B846F1}">
                <asvg:svgBlip xmlns:asvg="http://schemas.microsoft.com/office/drawing/2016/SVG/main" r:embed="rId2"/>
              </a:ext>
            </a:extLst>
          </a:blip>
          <a:srcRect l="42612" t="12210" r="14437" b="12837"/>
          <a:stretch/>
        </p:blipFill>
        <p:spPr>
          <a:xfrm>
            <a:off x="6307189" y="868568"/>
            <a:ext cx="4093374" cy="4103470"/>
          </a:xfrm>
          <a:prstGeom prst="rect">
            <a:avLst/>
          </a:prstGeom>
        </p:spPr>
      </p:pic>
      <p:sp>
        <p:nvSpPr>
          <p:cNvPr id="2" name="Title 1">
            <a:extLst>
              <a:ext uri="{FF2B5EF4-FFF2-40B4-BE49-F238E27FC236}">
                <a16:creationId xmlns:a16="http://schemas.microsoft.com/office/drawing/2014/main" id="{5F8DD237-1E40-4383-9C51-545B9C5DD604}"/>
              </a:ext>
            </a:extLst>
          </p:cNvPr>
          <p:cNvSpPr>
            <a:spLocks noGrp="1"/>
          </p:cNvSpPr>
          <p:nvPr>
            <p:ph type="title" hasCustomPrompt="1"/>
          </p:nvPr>
        </p:nvSpPr>
        <p:spPr>
          <a:xfrm>
            <a:off x="762000" y="1600200"/>
            <a:ext cx="3697357" cy="1320103"/>
          </a:xfrm>
        </p:spPr>
        <p:txBody>
          <a:bodyPr vert="horz" wrap="square" lIns="0" tIns="0" rIns="0" bIns="0" rtlCol="0" anchor="b" anchorCtr="0">
            <a:normAutofit/>
          </a:bodyPr>
          <a:lstStyle>
            <a:lvl1pPr>
              <a:defRPr lang="en-US" sz="3200" b="1" i="0">
                <a:latin typeface="Oracle Sans Tab" panose="020B0503020204020204" pitchFamily="34" charset="0"/>
                <a:ea typeface="+mj-ea"/>
              </a:defRPr>
            </a:lvl1pPr>
          </a:lstStyle>
          <a:p>
            <a:pPr marL="0" lvl="0">
              <a:lnSpc>
                <a:spcPct val="100000"/>
              </a:lnSpc>
            </a:pPr>
            <a:r>
              <a:rPr lang="en-US" dirty="0"/>
              <a:t>Speaker</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6730914" y="1325903"/>
            <a:ext cx="3227476" cy="3247119"/>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730914" y="4847342"/>
            <a:ext cx="3236480"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730914" y="5211447"/>
            <a:ext cx="3236480" cy="365125"/>
          </a:xfrm>
        </p:spPr>
        <p:txBody>
          <a:bodyPr vert="horz" lIns="0" tIns="0" rIns="0" bIns="0" rtlCol="0" anchor="t" anchorCtr="0">
            <a:noAutofit/>
          </a:bodyPr>
          <a:lstStyle>
            <a:lvl1pPr algn="ctr">
              <a:lnSpc>
                <a:spcPct val="100000"/>
              </a:lnSpc>
              <a:defRPr lang="en-US"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372A12C9-976F-C50B-EE5B-FC3F2A92A43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6D5DD198-A04A-6BCB-84FC-559437A1F04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9D89F2E8-180E-4047-0986-0F230D404FF7}"/>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0708489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peaker_1-Profile">
    <p:bg>
      <p:bgPr>
        <a:solidFill>
          <a:schemeClr val="bg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56C4851-0720-CC7C-66E8-BA46A2EF3CD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42612" t="12210" r="14437" b="12837"/>
          <a:stretch/>
        </p:blipFill>
        <p:spPr>
          <a:xfrm>
            <a:off x="456701" y="1247933"/>
            <a:ext cx="3908153" cy="3917792"/>
          </a:xfrm>
          <a:prstGeom prst="rect">
            <a:avLst/>
          </a:prstGeom>
        </p:spPr>
      </p:pic>
      <p:sp>
        <p:nvSpPr>
          <p:cNvPr id="3" name="Title 3">
            <a:extLst>
              <a:ext uri="{FF2B5EF4-FFF2-40B4-BE49-F238E27FC236}">
                <a16:creationId xmlns:a16="http://schemas.microsoft.com/office/drawing/2014/main" id="{7B692C7B-23D2-F815-AA7B-2A7E53056DF4}"/>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797039" y="1583270"/>
            <a:ext cx="3227476" cy="3247119"/>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92538" y="5135879"/>
            <a:ext cx="3236480"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92538" y="5499984"/>
            <a:ext cx="3236480" cy="365125"/>
          </a:xfrm>
        </p:spPr>
        <p:txBody>
          <a:bodyPr vert="horz" lIns="0" tIns="0" rIns="0" bIns="0" rtlCol="0" anchor="t" anchorCtr="0">
            <a:noAutofit/>
          </a:bodyPr>
          <a:lstStyle>
            <a:lvl1pPr algn="ctr">
              <a:lnSpc>
                <a:spcPct val="100000"/>
              </a:lnSpc>
              <a:defRPr lang="en-US"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 name="Content Placeholder 4">
            <a:extLst>
              <a:ext uri="{FF2B5EF4-FFF2-40B4-BE49-F238E27FC236}">
                <a16:creationId xmlns:a16="http://schemas.microsoft.com/office/drawing/2014/main" id="{746E9417-F0B6-6477-88CA-D06650D0745B}"/>
              </a:ext>
            </a:extLst>
          </p:cNvPr>
          <p:cNvSpPr>
            <a:spLocks noGrp="1"/>
          </p:cNvSpPr>
          <p:nvPr>
            <p:ph sz="quarter" idx="16"/>
          </p:nvPr>
        </p:nvSpPr>
        <p:spPr>
          <a:xfrm>
            <a:off x="4541838" y="2514610"/>
            <a:ext cx="6907212" cy="2651115"/>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26CED8E-3269-CBEE-AC17-550ECD6FB69A}"/>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31110449-8712-D872-C8D5-93B229DFBFDE}"/>
              </a:ext>
            </a:extLst>
          </p:cNvPr>
          <p:cNvSpPr>
            <a:spLocks noGrp="1"/>
          </p:cNvSpPr>
          <p:nvPr>
            <p:ph type="ftr" sz="quarter" idx="18"/>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6" name="Date Placeholder 4">
            <a:extLst>
              <a:ext uri="{FF2B5EF4-FFF2-40B4-BE49-F238E27FC236}">
                <a16:creationId xmlns:a16="http://schemas.microsoft.com/office/drawing/2014/main" id="{EF4EF84C-2C31-7D08-88D6-853E01865AA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1086269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peaker_2">
    <p:bg>
      <p:bgPr>
        <a:solidFill>
          <a:schemeClr val="bg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2C73BFA-B70C-477F-EF13-729539E27CB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42612" t="12210" r="14437" b="12837"/>
          <a:stretch/>
        </p:blipFill>
        <p:spPr>
          <a:xfrm>
            <a:off x="7734150" y="1182539"/>
            <a:ext cx="3567993" cy="3576793"/>
          </a:xfrm>
          <a:prstGeom prst="rect">
            <a:avLst/>
          </a:prstGeom>
        </p:spPr>
      </p:pic>
      <p:sp>
        <p:nvSpPr>
          <p:cNvPr id="2" name="Title 1">
            <a:extLst>
              <a:ext uri="{FF2B5EF4-FFF2-40B4-BE49-F238E27FC236}">
                <a16:creationId xmlns:a16="http://schemas.microsoft.com/office/drawing/2014/main" id="{31D55E47-4DBE-46C5-AA1D-6AC25D117460}"/>
              </a:ext>
            </a:extLst>
          </p:cNvPr>
          <p:cNvSpPr>
            <a:spLocks noGrp="1"/>
          </p:cNvSpPr>
          <p:nvPr>
            <p:ph type="title" hasCustomPrompt="1"/>
          </p:nvPr>
        </p:nvSpPr>
        <p:spPr>
          <a:xfrm>
            <a:off x="762000" y="1600200"/>
            <a:ext cx="25603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p:cNvSpPr>
          <p:nvPr>
            <p:ph type="pic" sz="quarter" idx="10"/>
          </p:nvPr>
        </p:nvSpPr>
        <p:spPr>
          <a:xfrm>
            <a:off x="4446925" y="1548702"/>
            <a:ext cx="2743200" cy="274320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4166157" y="4636935"/>
            <a:ext cx="3227832"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4166157" y="5001040"/>
            <a:ext cx="3227832" cy="365125"/>
          </a:xfrm>
        </p:spPr>
        <p:txBody>
          <a:bodyPr vert="horz" lIns="0" tIns="0" rIns="0" bIns="0" rtlCol="0" anchor="t" anchorCtr="0">
            <a:noAutofit/>
          </a:bodyPr>
          <a:lstStyle>
            <a:lvl1pPr algn="ctr">
              <a:lnSpc>
                <a:spcPct val="100000"/>
              </a:lnSpc>
              <a:defRPr lang="en-US" sz="16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7" name="Picture Placeholder 4">
            <a:extLst>
              <a:ext uri="{FF2B5EF4-FFF2-40B4-BE49-F238E27FC236}">
                <a16:creationId xmlns:a16="http://schemas.microsoft.com/office/drawing/2014/main" id="{AD80FD35-1640-4598-BFDA-3E05A9FCEBBE}"/>
              </a:ext>
            </a:extLst>
          </p:cNvPr>
          <p:cNvSpPr>
            <a:spLocks noGrp="1"/>
          </p:cNvSpPr>
          <p:nvPr>
            <p:ph type="pic" sz="quarter" idx="19"/>
          </p:nvPr>
        </p:nvSpPr>
        <p:spPr>
          <a:xfrm>
            <a:off x="8157472" y="1599336"/>
            <a:ext cx="2743200" cy="274320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1" name="Text Placeholder 33">
            <a:extLst>
              <a:ext uri="{FF2B5EF4-FFF2-40B4-BE49-F238E27FC236}">
                <a16:creationId xmlns:a16="http://schemas.microsoft.com/office/drawing/2014/main" id="{AF0CFD6E-C443-4D08-B5C0-973C8F72617B}"/>
              </a:ext>
            </a:extLst>
          </p:cNvPr>
          <p:cNvSpPr>
            <a:spLocks noGrp="1"/>
          </p:cNvSpPr>
          <p:nvPr>
            <p:ph type="body" sz="quarter" idx="20" hasCustomPrompt="1"/>
          </p:nvPr>
        </p:nvSpPr>
        <p:spPr>
          <a:xfrm>
            <a:off x="7915156" y="4636935"/>
            <a:ext cx="3227832" cy="365125"/>
          </a:xfrm>
        </p:spPr>
        <p:txBody>
          <a:bodyPr vert="horz" lIns="0" tIns="0" rIns="0" bIns="0" rtlCol="0" anchor="t" anchorCtr="0">
            <a:noAutofit/>
          </a:bodyPr>
          <a:lstStyle>
            <a:lvl1pPr algn="ctr">
              <a:lnSpc>
                <a:spcPct val="100000"/>
              </a:lnSpc>
              <a:defRPr lang="en-US" sz="20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5" name="Text Placeholder 33">
            <a:extLst>
              <a:ext uri="{FF2B5EF4-FFF2-40B4-BE49-F238E27FC236}">
                <a16:creationId xmlns:a16="http://schemas.microsoft.com/office/drawing/2014/main" id="{F3C3D640-B9ED-4162-9C4F-0F9F774E639B}"/>
              </a:ext>
            </a:extLst>
          </p:cNvPr>
          <p:cNvSpPr>
            <a:spLocks noGrp="1"/>
          </p:cNvSpPr>
          <p:nvPr>
            <p:ph type="body" sz="quarter" idx="21" hasCustomPrompt="1"/>
          </p:nvPr>
        </p:nvSpPr>
        <p:spPr>
          <a:xfrm>
            <a:off x="7915156" y="5001040"/>
            <a:ext cx="3227832" cy="365125"/>
          </a:xfrm>
        </p:spPr>
        <p:txBody>
          <a:bodyPr vert="horz" lIns="0" tIns="0" rIns="0" bIns="0" rtlCol="0" anchor="t" anchorCtr="0">
            <a:noAutofit/>
          </a:bodyPr>
          <a:lstStyle>
            <a:lvl1pPr algn="ctr">
              <a:lnSpc>
                <a:spcPct val="100000"/>
              </a:lnSpc>
              <a:defRPr lang="en-US" sz="16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 name="Slide Number Placeholder 7">
            <a:extLst>
              <a:ext uri="{FF2B5EF4-FFF2-40B4-BE49-F238E27FC236}">
                <a16:creationId xmlns:a16="http://schemas.microsoft.com/office/drawing/2014/main" id="{90537780-8302-81C2-C045-4F2DEDF594EF}"/>
              </a:ext>
            </a:extLst>
          </p:cNvPr>
          <p:cNvSpPr>
            <a:spLocks noGrp="1"/>
          </p:cNvSpPr>
          <p:nvPr>
            <p:ph type="sldNum" sz="quarter" idx="17"/>
          </p:nvPr>
        </p:nvSpPr>
        <p:spPr>
          <a:xfrm>
            <a:off x="762000" y="6423660"/>
            <a:ext cx="365760" cy="365760"/>
          </a:xfrm>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A92B0D41-4168-EC0C-ADF5-AC9E34B1653B}"/>
              </a:ext>
            </a:extLst>
          </p:cNvPr>
          <p:cNvSpPr>
            <a:spLocks noGrp="1"/>
          </p:cNvSpPr>
          <p:nvPr>
            <p:ph type="ftr" sz="quarter" idx="16"/>
          </p:nvPr>
        </p:nvSpPr>
        <p:spPr>
          <a:xfrm>
            <a:off x="1127759" y="6423978"/>
            <a:ext cx="5745379" cy="365125"/>
          </a:xfrm>
        </p:spPr>
        <p:txBody>
          <a:bodyPr/>
          <a:lstStyle>
            <a:lvl1pPr>
              <a:defRPr sz="800">
                <a:solidFill>
                  <a:srgbClr val="AEA8A2"/>
                </a:solidFill>
                <a:latin typeface="+mn-lt"/>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D753EE4A-4B0D-E70D-3900-1851E13A291D}"/>
              </a:ext>
            </a:extLst>
          </p:cNvPr>
          <p:cNvSpPr>
            <a:spLocks noGrp="1"/>
          </p:cNvSpPr>
          <p:nvPr>
            <p:ph type="dt" sz="half" idx="15"/>
          </p:nvPr>
        </p:nvSpPr>
        <p:spPr>
          <a:xfrm>
            <a:off x="6873138" y="6425604"/>
            <a:ext cx="2743200" cy="363500"/>
          </a:xfrm>
        </p:spPr>
        <p:txBody>
          <a:bodyPr/>
          <a:lstStyle>
            <a:lvl1pPr>
              <a:defRPr sz="800">
                <a:solidFill>
                  <a:srgbClr val="AEA8A2"/>
                </a:solidFill>
                <a:latin typeface="+mn-lt"/>
              </a:defRPr>
            </a:lvl1pPr>
          </a:lstStyle>
          <a:p>
            <a:r>
              <a:rPr lang="en-US"/>
              <a:t>[Date]</a:t>
            </a:r>
            <a:endParaRPr lang="en-US" dirty="0"/>
          </a:p>
        </p:txBody>
      </p:sp>
      <p:pic>
        <p:nvPicPr>
          <p:cNvPr id="6" name="Graphic 5">
            <a:extLst>
              <a:ext uri="{FF2B5EF4-FFF2-40B4-BE49-F238E27FC236}">
                <a16:creationId xmlns:a16="http://schemas.microsoft.com/office/drawing/2014/main" id="{1943D0D1-946F-4723-614F-CF829E9EEAB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42612" t="12210" r="14437" b="12837"/>
          <a:stretch/>
        </p:blipFill>
        <p:spPr>
          <a:xfrm>
            <a:off x="4034529" y="1131906"/>
            <a:ext cx="3567993" cy="3576793"/>
          </a:xfrm>
          <a:prstGeom prst="rect">
            <a:avLst/>
          </a:prstGeom>
        </p:spPr>
      </p:pic>
    </p:spTree>
    <p:extLst>
      <p:ext uri="{BB962C8B-B14F-4D97-AF65-F5344CB8AC3E}">
        <p14:creationId xmlns:p14="http://schemas.microsoft.com/office/powerpoint/2010/main" val="42039628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peaker_3">
    <p:bg>
      <p:bgPr>
        <a:solidFill>
          <a:schemeClr val="bg2"/>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F61107A6-7831-4EC7-8264-2809B94682DD}"/>
              </a:ext>
            </a:extLst>
          </p:cNvPr>
          <p:cNvSpPr>
            <a:spLocks noGrp="1"/>
          </p:cNvSpPr>
          <p:nvPr>
            <p:ph type="title" hasCustomPrompt="1"/>
          </p:nvPr>
        </p:nvSpPr>
        <p:spPr>
          <a:xfrm>
            <a:off x="762000" y="1600200"/>
            <a:ext cx="320040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832060" y="502952"/>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653752" y="2682622"/>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653752" y="3011421"/>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FDC25F51-F732-4DED-B41F-218C4B09A992}"/>
              </a:ext>
            </a:extLst>
          </p:cNvPr>
          <p:cNvSpPr>
            <a:spLocks noGrp="1" noChangeAspect="1"/>
          </p:cNvSpPr>
          <p:nvPr>
            <p:ph type="pic" sz="quarter" idx="28"/>
          </p:nvPr>
        </p:nvSpPr>
        <p:spPr>
          <a:xfrm>
            <a:off x="4463764" y="2868976"/>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3" name="Text Placeholder 33">
            <a:extLst>
              <a:ext uri="{FF2B5EF4-FFF2-40B4-BE49-F238E27FC236}">
                <a16:creationId xmlns:a16="http://schemas.microsoft.com/office/drawing/2014/main" id="{D1B52A4B-0972-4F91-92C6-8090BEF5CCCB}"/>
              </a:ext>
            </a:extLst>
          </p:cNvPr>
          <p:cNvSpPr>
            <a:spLocks noGrp="1"/>
          </p:cNvSpPr>
          <p:nvPr>
            <p:ph type="body" sz="quarter" idx="29" hasCustomPrompt="1"/>
          </p:nvPr>
        </p:nvSpPr>
        <p:spPr>
          <a:xfrm>
            <a:off x="4285456" y="5021187"/>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4" name="Text Placeholder 33">
            <a:extLst>
              <a:ext uri="{FF2B5EF4-FFF2-40B4-BE49-F238E27FC236}">
                <a16:creationId xmlns:a16="http://schemas.microsoft.com/office/drawing/2014/main" id="{D6D713D8-07E2-4DC7-808A-1A9CD0EBCC6B}"/>
              </a:ext>
            </a:extLst>
          </p:cNvPr>
          <p:cNvSpPr>
            <a:spLocks noGrp="1"/>
          </p:cNvSpPr>
          <p:nvPr>
            <p:ph type="body" sz="quarter" idx="30" hasCustomPrompt="1"/>
          </p:nvPr>
        </p:nvSpPr>
        <p:spPr>
          <a:xfrm>
            <a:off x="4285456" y="5349986"/>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5" name="Picture Placeholder 4">
            <a:extLst>
              <a:ext uri="{FF2B5EF4-FFF2-40B4-BE49-F238E27FC236}">
                <a16:creationId xmlns:a16="http://schemas.microsoft.com/office/drawing/2014/main" id="{D54CB0FE-E711-41BE-AE1E-539BC7B7761E}"/>
              </a:ext>
            </a:extLst>
          </p:cNvPr>
          <p:cNvSpPr>
            <a:spLocks noGrp="1" noChangeAspect="1"/>
          </p:cNvSpPr>
          <p:nvPr>
            <p:ph type="pic" sz="quarter" idx="31"/>
          </p:nvPr>
        </p:nvSpPr>
        <p:spPr>
          <a:xfrm>
            <a:off x="9593466" y="2868976"/>
            <a:ext cx="2011680" cy="20116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6" name="Text Placeholder 33">
            <a:extLst>
              <a:ext uri="{FF2B5EF4-FFF2-40B4-BE49-F238E27FC236}">
                <a16:creationId xmlns:a16="http://schemas.microsoft.com/office/drawing/2014/main" id="{C9D94F0F-A124-427C-8B51-4EA7A2DA41ED}"/>
              </a:ext>
            </a:extLst>
          </p:cNvPr>
          <p:cNvSpPr>
            <a:spLocks noGrp="1"/>
          </p:cNvSpPr>
          <p:nvPr>
            <p:ph type="body" sz="quarter" idx="32" hasCustomPrompt="1"/>
          </p:nvPr>
        </p:nvSpPr>
        <p:spPr>
          <a:xfrm>
            <a:off x="9415158" y="5018407"/>
            <a:ext cx="2368296" cy="31244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9" name="Text Placeholder 33">
            <a:extLst>
              <a:ext uri="{FF2B5EF4-FFF2-40B4-BE49-F238E27FC236}">
                <a16:creationId xmlns:a16="http://schemas.microsoft.com/office/drawing/2014/main" id="{D51FC9E3-DCC2-4D0A-80C8-4CB3924EC6CD}"/>
              </a:ext>
            </a:extLst>
          </p:cNvPr>
          <p:cNvSpPr>
            <a:spLocks noGrp="1"/>
          </p:cNvSpPr>
          <p:nvPr>
            <p:ph type="body" sz="quarter" idx="33" hasCustomPrompt="1"/>
          </p:nvPr>
        </p:nvSpPr>
        <p:spPr>
          <a:xfrm>
            <a:off x="9415158" y="5347206"/>
            <a:ext cx="2368296" cy="278431"/>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9551C7D5-93CF-BA74-CCF0-4136B0743763}"/>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5C84E735-4FBC-11F2-537D-944E6BCA9E4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4" name="Date Placeholder 4">
            <a:extLst>
              <a:ext uri="{FF2B5EF4-FFF2-40B4-BE49-F238E27FC236}">
                <a16:creationId xmlns:a16="http://schemas.microsoft.com/office/drawing/2014/main" id="{C254BE3A-04D0-D60F-3E47-CF743F97370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1228220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7362">
          <p15:clr>
            <a:srgbClr val="FBAE40"/>
          </p15:clr>
        </p15:guide>
        <p15:guide id="2" pos="567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peaker_4">
    <p:bg>
      <p:bgPr>
        <a:solidFill>
          <a:schemeClr val="bg2"/>
        </a:solidFill>
        <a:effectLst/>
      </p:bgPr>
    </p:bg>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AD59539A-0265-4CF1-A242-1D32DF1299D9}"/>
              </a:ext>
            </a:extLst>
          </p:cNvPr>
          <p:cNvSpPr>
            <a:spLocks noGrp="1"/>
          </p:cNvSpPr>
          <p:nvPr>
            <p:ph type="title" hasCustomPrompt="1"/>
          </p:nvPr>
        </p:nvSpPr>
        <p:spPr>
          <a:xfrm>
            <a:off x="761998" y="1600200"/>
            <a:ext cx="3474720" cy="1320103"/>
          </a:xfrm>
        </p:spPr>
        <p:txBody>
          <a:bodyPr vert="horz" wrap="square" lIns="0" tIns="0" rIns="0" bIns="0" rtlCol="0" anchor="b" anchorCtr="0">
            <a:normAutofit/>
          </a:bodyPr>
          <a:lstStyle>
            <a:lvl1pPr marL="0" algn="l" defTabSz="914400" rtl="0" eaLnBrk="1" latinLnBrk="0" hangingPunct="1">
              <a:lnSpc>
                <a:spcPct val="100000"/>
              </a:lnSpc>
              <a:spcBef>
                <a:spcPct val="0"/>
              </a:spcBef>
              <a:buNone/>
              <a:defRPr lang="en-US" sz="3200" b="1" i="0" kern="1200" baseline="0" dirty="0">
                <a:solidFill>
                  <a:schemeClr val="tx1"/>
                </a:solidFill>
                <a:latin typeface="Oracle Sans Tab" panose="020B0503020204020204" pitchFamily="34" charset="0"/>
                <a:ea typeface="+mj-ea"/>
                <a:cs typeface="+mj-cs"/>
              </a:defRPr>
            </a:lvl1pPr>
          </a:lstStyle>
          <a:p>
            <a:pPr marL="0" lvl="0">
              <a:lnSpc>
                <a:spcPct val="100000"/>
              </a:lnSpc>
            </a:pPr>
            <a:r>
              <a:rPr lang="en-US" dirty="0"/>
              <a:t>Speakers</a:t>
            </a:r>
          </a:p>
        </p:txBody>
      </p:sp>
      <p:sp>
        <p:nvSpPr>
          <p:cNvPr id="19" name="Picture Placeholder 4">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6285744" y="594391"/>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37" name="Text Placeholder 33">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6102256" y="2288684"/>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ext Placeholder 33">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6102256" y="2636490"/>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0" name="Picture Placeholder 4">
            <a:extLst>
              <a:ext uri="{FF2B5EF4-FFF2-40B4-BE49-F238E27FC236}">
                <a16:creationId xmlns:a16="http://schemas.microsoft.com/office/drawing/2014/main" id="{13E21815-6A02-4A6A-80C9-0617BE9066A4}"/>
              </a:ext>
            </a:extLst>
          </p:cNvPr>
          <p:cNvSpPr>
            <a:spLocks noGrp="1" noChangeAspect="1"/>
          </p:cNvSpPr>
          <p:nvPr>
            <p:ph type="pic" sz="quarter" idx="16"/>
          </p:nvPr>
        </p:nvSpPr>
        <p:spPr>
          <a:xfrm>
            <a:off x="9096824" y="594391"/>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2" name="Text Placeholder 33">
            <a:extLst>
              <a:ext uri="{FF2B5EF4-FFF2-40B4-BE49-F238E27FC236}">
                <a16:creationId xmlns:a16="http://schemas.microsoft.com/office/drawing/2014/main" id="{B1E285A0-A2E7-DE49-A7D9-B15F13096B4D}"/>
              </a:ext>
            </a:extLst>
          </p:cNvPr>
          <p:cNvSpPr>
            <a:spLocks noGrp="1"/>
          </p:cNvSpPr>
          <p:nvPr>
            <p:ph type="body" sz="quarter" idx="23" hasCustomPrompt="1"/>
          </p:nvPr>
        </p:nvSpPr>
        <p:spPr>
          <a:xfrm>
            <a:off x="8913336" y="2288684"/>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3" name="Text Placeholder 33">
            <a:extLst>
              <a:ext uri="{FF2B5EF4-FFF2-40B4-BE49-F238E27FC236}">
                <a16:creationId xmlns:a16="http://schemas.microsoft.com/office/drawing/2014/main" id="{824EDADA-2643-C24E-A532-5AF7FDEFBB0A}"/>
              </a:ext>
            </a:extLst>
          </p:cNvPr>
          <p:cNvSpPr>
            <a:spLocks noGrp="1"/>
          </p:cNvSpPr>
          <p:nvPr>
            <p:ph type="body" sz="quarter" idx="24" hasCustomPrompt="1"/>
          </p:nvPr>
        </p:nvSpPr>
        <p:spPr>
          <a:xfrm>
            <a:off x="8913336" y="2636490"/>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0" name="Picture Placeholder 4">
            <a:extLst>
              <a:ext uri="{FF2B5EF4-FFF2-40B4-BE49-F238E27FC236}">
                <a16:creationId xmlns:a16="http://schemas.microsoft.com/office/drawing/2014/main" id="{EFC6E2D0-3B2A-2942-B1BA-2FB20BD0EEC6}"/>
              </a:ext>
            </a:extLst>
          </p:cNvPr>
          <p:cNvSpPr>
            <a:spLocks noGrp="1" noChangeAspect="1"/>
          </p:cNvSpPr>
          <p:nvPr>
            <p:ph type="pic" sz="quarter" idx="27"/>
          </p:nvPr>
        </p:nvSpPr>
        <p:spPr>
          <a:xfrm>
            <a:off x="6285744" y="3429000"/>
            <a:ext cx="1553265" cy="1554480"/>
          </a:xfrm>
          <a:prstGeom prst="ellipse">
            <a:avLst/>
          </a:prstGeom>
        </p:spPr>
        <p:txBody>
          <a:bodyPr/>
          <a:lstStyle>
            <a:lvl1pPr algn="ctr">
              <a:defRPr>
                <a:solidFill>
                  <a:schemeClr val="tx1"/>
                </a:solidFill>
              </a:defRPr>
            </a:lvl1pPr>
          </a:lstStyle>
          <a:p>
            <a:r>
              <a:rPr lang="en-US"/>
              <a:t>Click icon to add picture</a:t>
            </a:r>
            <a:endParaRPr lang="en-US" dirty="0"/>
          </a:p>
        </p:txBody>
      </p:sp>
      <p:sp>
        <p:nvSpPr>
          <p:cNvPr id="28" name="Text Placeholder 33">
            <a:extLst>
              <a:ext uri="{FF2B5EF4-FFF2-40B4-BE49-F238E27FC236}">
                <a16:creationId xmlns:a16="http://schemas.microsoft.com/office/drawing/2014/main" id="{C58C0826-10EF-F849-A3C1-413E3484114A}"/>
              </a:ext>
            </a:extLst>
          </p:cNvPr>
          <p:cNvSpPr>
            <a:spLocks noGrp="1"/>
          </p:cNvSpPr>
          <p:nvPr>
            <p:ph type="body" sz="quarter" idx="25" hasCustomPrompt="1"/>
          </p:nvPr>
        </p:nvSpPr>
        <p:spPr>
          <a:xfrm>
            <a:off x="6102256" y="5146172"/>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9" name="Text Placeholder 33">
            <a:extLst>
              <a:ext uri="{FF2B5EF4-FFF2-40B4-BE49-F238E27FC236}">
                <a16:creationId xmlns:a16="http://schemas.microsoft.com/office/drawing/2014/main" id="{31FE92C1-9507-1C45-8CA1-FA2A0EA3FCED}"/>
              </a:ext>
            </a:extLst>
          </p:cNvPr>
          <p:cNvSpPr>
            <a:spLocks noGrp="1"/>
          </p:cNvSpPr>
          <p:nvPr>
            <p:ph type="body" sz="quarter" idx="26" hasCustomPrompt="1"/>
          </p:nvPr>
        </p:nvSpPr>
        <p:spPr>
          <a:xfrm>
            <a:off x="6102256" y="5493978"/>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31" name="Picture Placeholder 4">
            <a:extLst>
              <a:ext uri="{FF2B5EF4-FFF2-40B4-BE49-F238E27FC236}">
                <a16:creationId xmlns:a16="http://schemas.microsoft.com/office/drawing/2014/main" id="{ED40B0E3-F4BB-EC49-8D7A-713B54016EEA}"/>
              </a:ext>
            </a:extLst>
          </p:cNvPr>
          <p:cNvSpPr>
            <a:spLocks noGrp="1" noChangeAspect="1"/>
          </p:cNvSpPr>
          <p:nvPr>
            <p:ph type="pic" sz="quarter" idx="28"/>
          </p:nvPr>
        </p:nvSpPr>
        <p:spPr>
          <a:xfrm>
            <a:off x="9096824" y="3429000"/>
            <a:ext cx="1553265" cy="1554480"/>
          </a:xfrm>
          <a:prstGeom prst="ellipse">
            <a:avLst/>
          </a:prstGeom>
        </p:spPr>
        <p:txBody>
          <a:bodyPr/>
          <a:lstStyle>
            <a:lvl1pPr algn="ctr">
              <a:defRPr>
                <a:solidFill>
                  <a:schemeClr val="tx1"/>
                </a:solidFill>
              </a:defRPr>
            </a:lvl1pPr>
          </a:lstStyle>
          <a:p>
            <a:r>
              <a:rPr lang="en-US"/>
              <a:t>Click icon to add picture</a:t>
            </a:r>
          </a:p>
        </p:txBody>
      </p:sp>
      <p:sp>
        <p:nvSpPr>
          <p:cNvPr id="32" name="Text Placeholder 33">
            <a:extLst>
              <a:ext uri="{FF2B5EF4-FFF2-40B4-BE49-F238E27FC236}">
                <a16:creationId xmlns:a16="http://schemas.microsoft.com/office/drawing/2014/main" id="{75EA1EAA-9631-6446-9C35-80FDF680DE0B}"/>
              </a:ext>
            </a:extLst>
          </p:cNvPr>
          <p:cNvSpPr>
            <a:spLocks noGrp="1"/>
          </p:cNvSpPr>
          <p:nvPr>
            <p:ph type="body" sz="quarter" idx="29" hasCustomPrompt="1"/>
          </p:nvPr>
        </p:nvSpPr>
        <p:spPr>
          <a:xfrm>
            <a:off x="8913336" y="5146172"/>
            <a:ext cx="1920240" cy="298064"/>
          </a:xfrm>
        </p:spPr>
        <p:txBody>
          <a:bodyPr vert="horz" lIns="0" tIns="0" rIns="0" bIns="0" rtlCol="0" anchor="t" anchorCtr="0">
            <a:noAutofit/>
          </a:bodyPr>
          <a:lstStyle>
            <a:lvl1pPr algn="ctr">
              <a:lnSpc>
                <a:spcPct val="100000"/>
              </a:lnSpc>
              <a:defRPr lang="en-US" sz="16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3" name="Text Placeholder 33">
            <a:extLst>
              <a:ext uri="{FF2B5EF4-FFF2-40B4-BE49-F238E27FC236}">
                <a16:creationId xmlns:a16="http://schemas.microsoft.com/office/drawing/2014/main" id="{D9FA6B46-487D-254B-8AB6-DCB6C449BF8B}"/>
              </a:ext>
            </a:extLst>
          </p:cNvPr>
          <p:cNvSpPr>
            <a:spLocks noGrp="1"/>
          </p:cNvSpPr>
          <p:nvPr>
            <p:ph type="body" sz="quarter" idx="30" hasCustomPrompt="1"/>
          </p:nvPr>
        </p:nvSpPr>
        <p:spPr>
          <a:xfrm>
            <a:off x="8913336" y="5493978"/>
            <a:ext cx="1920240" cy="248992"/>
          </a:xfrm>
        </p:spPr>
        <p:txBody>
          <a:bodyPr vert="horz" lIns="0" tIns="0" rIns="0" bIns="0" rtlCol="0" anchor="t" anchorCtr="0">
            <a:noAutofit/>
          </a:bodyPr>
          <a:lstStyle>
            <a:lvl1pPr algn="ctr">
              <a:lnSpc>
                <a:spcPct val="100000"/>
              </a:lnSpc>
              <a:defRPr lang="en-US" sz="14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sz="800">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sz="800">
                <a:solidFill>
                  <a:srgbClr val="AEA8A2"/>
                </a:solidFill>
                <a:latin typeface="+mn-lt"/>
              </a:defRPr>
            </a:lvl1pPr>
          </a:lstStyle>
          <a:p>
            <a:r>
              <a:rPr lang="en-US" dirty="0"/>
              <a:t>Copyright © 2026, Oracle and/or its affiliates |  Confidential: Internal/Restricted/Highly Restricted</a:t>
            </a:r>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sz="800">
                <a:solidFill>
                  <a:srgbClr val="AEA8A2"/>
                </a:solidFill>
              </a:defRPr>
            </a:lvl1pPr>
          </a:lstStyle>
          <a:p>
            <a:r>
              <a:rPr lang="en-US"/>
              <a:t>[Date]</a:t>
            </a:r>
            <a:endParaRPr lang="en-US" dirty="0"/>
          </a:p>
        </p:txBody>
      </p:sp>
    </p:spTree>
    <p:extLst>
      <p:ext uri="{BB962C8B-B14F-4D97-AF65-F5344CB8AC3E}">
        <p14:creationId xmlns:p14="http://schemas.microsoft.com/office/powerpoint/2010/main" val="38804428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peaker_6">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5C068A-F72E-87F3-36CA-42BEFF618047}"/>
              </a:ext>
            </a:extLst>
          </p:cNvPr>
          <p:cNvSpPr>
            <a:spLocks noGrp="1"/>
          </p:cNvSpPr>
          <p:nvPr>
            <p:ph type="title"/>
          </p:nvPr>
        </p:nvSpPr>
        <p:spPr/>
        <p:txBody>
          <a:bodyPr/>
          <a:lstStyle/>
          <a:p>
            <a:r>
              <a:rPr lang="en-US"/>
              <a:t>Click to edit Master title style</a:t>
            </a:r>
            <a:endParaRPr lang="en-US" dirty="0"/>
          </a:p>
        </p:txBody>
      </p:sp>
      <p:sp>
        <p:nvSpPr>
          <p:cNvPr id="19" name="Picture 1">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768257" y="1259633"/>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Name 1">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2438576" y="1667912"/>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Itle 1">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2438576" y="1983046"/>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8" name="Picture 2">
            <a:extLst>
              <a:ext uri="{FF2B5EF4-FFF2-40B4-BE49-F238E27FC236}">
                <a16:creationId xmlns:a16="http://schemas.microsoft.com/office/drawing/2014/main" id="{E87225CC-8F09-5A46-B785-5C244024F8BB}"/>
              </a:ext>
            </a:extLst>
          </p:cNvPr>
          <p:cNvSpPr>
            <a:spLocks noGrp="1" noChangeAspect="1"/>
          </p:cNvSpPr>
          <p:nvPr>
            <p:ph type="pic" sz="quarter" idx="38"/>
          </p:nvPr>
        </p:nvSpPr>
        <p:spPr>
          <a:xfrm>
            <a:off x="768257" y="2959714"/>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9" name="Name 2">
            <a:extLst>
              <a:ext uri="{FF2B5EF4-FFF2-40B4-BE49-F238E27FC236}">
                <a16:creationId xmlns:a16="http://schemas.microsoft.com/office/drawing/2014/main" id="{213DB2F1-1A57-00A0-D060-4C9E8EA12AC0}"/>
              </a:ext>
            </a:extLst>
          </p:cNvPr>
          <p:cNvSpPr>
            <a:spLocks noGrp="1"/>
          </p:cNvSpPr>
          <p:nvPr>
            <p:ph type="body" sz="quarter" idx="39" hasCustomPrompt="1"/>
          </p:nvPr>
        </p:nvSpPr>
        <p:spPr>
          <a:xfrm>
            <a:off x="2438576" y="3371397"/>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0" name="Title 2">
            <a:extLst>
              <a:ext uri="{FF2B5EF4-FFF2-40B4-BE49-F238E27FC236}">
                <a16:creationId xmlns:a16="http://schemas.microsoft.com/office/drawing/2014/main" id="{6D7EA926-2CBE-46FC-736F-448E6E0788B4}"/>
              </a:ext>
            </a:extLst>
          </p:cNvPr>
          <p:cNvSpPr>
            <a:spLocks noGrp="1"/>
          </p:cNvSpPr>
          <p:nvPr>
            <p:ph type="body" sz="quarter" idx="40" hasCustomPrompt="1"/>
          </p:nvPr>
        </p:nvSpPr>
        <p:spPr>
          <a:xfrm>
            <a:off x="2438576" y="3675928"/>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2" name="Picture 3">
            <a:extLst>
              <a:ext uri="{FF2B5EF4-FFF2-40B4-BE49-F238E27FC236}">
                <a16:creationId xmlns:a16="http://schemas.microsoft.com/office/drawing/2014/main" id="{B9743AA0-6CB0-2E48-9ADB-1CC690E743B4}"/>
              </a:ext>
            </a:extLst>
          </p:cNvPr>
          <p:cNvSpPr>
            <a:spLocks noGrp="1" noChangeAspect="1"/>
          </p:cNvSpPr>
          <p:nvPr>
            <p:ph type="pic" sz="quarter" idx="32"/>
          </p:nvPr>
        </p:nvSpPr>
        <p:spPr>
          <a:xfrm>
            <a:off x="768257" y="4658530"/>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3" name="Name 3">
            <a:extLst>
              <a:ext uri="{FF2B5EF4-FFF2-40B4-BE49-F238E27FC236}">
                <a16:creationId xmlns:a16="http://schemas.microsoft.com/office/drawing/2014/main" id="{7FE364B2-4B5D-0750-F686-7376A0054F8F}"/>
              </a:ext>
            </a:extLst>
          </p:cNvPr>
          <p:cNvSpPr>
            <a:spLocks noGrp="1"/>
          </p:cNvSpPr>
          <p:nvPr>
            <p:ph type="body" sz="quarter" idx="33" hasCustomPrompt="1"/>
          </p:nvPr>
        </p:nvSpPr>
        <p:spPr>
          <a:xfrm>
            <a:off x="2438576" y="5083641"/>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4" name="Name 3">
            <a:extLst>
              <a:ext uri="{FF2B5EF4-FFF2-40B4-BE49-F238E27FC236}">
                <a16:creationId xmlns:a16="http://schemas.microsoft.com/office/drawing/2014/main" id="{111F11BD-FB90-28F4-5BED-A457E1D33F32}"/>
              </a:ext>
            </a:extLst>
          </p:cNvPr>
          <p:cNvSpPr>
            <a:spLocks noGrp="1"/>
          </p:cNvSpPr>
          <p:nvPr>
            <p:ph type="body" sz="quarter" idx="34" hasCustomPrompt="1"/>
          </p:nvPr>
        </p:nvSpPr>
        <p:spPr>
          <a:xfrm>
            <a:off x="2438576" y="5388172"/>
            <a:ext cx="1920240" cy="246888"/>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1" name="Picture 4">
            <a:extLst>
              <a:ext uri="{FF2B5EF4-FFF2-40B4-BE49-F238E27FC236}">
                <a16:creationId xmlns:a16="http://schemas.microsoft.com/office/drawing/2014/main" id="{288C7677-74A4-87D5-B77D-03AC70679BAC}"/>
              </a:ext>
            </a:extLst>
          </p:cNvPr>
          <p:cNvSpPr>
            <a:spLocks noGrp="1" noChangeAspect="1"/>
          </p:cNvSpPr>
          <p:nvPr>
            <p:ph type="pic" sz="quarter" idx="41"/>
          </p:nvPr>
        </p:nvSpPr>
        <p:spPr>
          <a:xfrm>
            <a:off x="6379003" y="1259633"/>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92" name="Name 4">
            <a:extLst>
              <a:ext uri="{FF2B5EF4-FFF2-40B4-BE49-F238E27FC236}">
                <a16:creationId xmlns:a16="http://schemas.microsoft.com/office/drawing/2014/main" id="{AF588FE9-35BC-F09C-55DF-26752ACAD486}"/>
              </a:ext>
            </a:extLst>
          </p:cNvPr>
          <p:cNvSpPr>
            <a:spLocks noGrp="1"/>
          </p:cNvSpPr>
          <p:nvPr>
            <p:ph type="body" sz="quarter" idx="42" hasCustomPrompt="1"/>
          </p:nvPr>
        </p:nvSpPr>
        <p:spPr>
          <a:xfrm>
            <a:off x="8037558" y="1667912"/>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3" name="Title 4">
            <a:extLst>
              <a:ext uri="{FF2B5EF4-FFF2-40B4-BE49-F238E27FC236}">
                <a16:creationId xmlns:a16="http://schemas.microsoft.com/office/drawing/2014/main" id="{BC8C5213-FFE9-AE65-FDE6-CBF115337B71}"/>
              </a:ext>
            </a:extLst>
          </p:cNvPr>
          <p:cNvSpPr>
            <a:spLocks noGrp="1"/>
          </p:cNvSpPr>
          <p:nvPr>
            <p:ph type="body" sz="quarter" idx="43" hasCustomPrompt="1"/>
          </p:nvPr>
        </p:nvSpPr>
        <p:spPr>
          <a:xfrm>
            <a:off x="8037558" y="1983046"/>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85" name="Picture 5">
            <a:extLst>
              <a:ext uri="{FF2B5EF4-FFF2-40B4-BE49-F238E27FC236}">
                <a16:creationId xmlns:a16="http://schemas.microsoft.com/office/drawing/2014/main" id="{25483374-F780-293B-7C18-D75F9FA05893}"/>
              </a:ext>
            </a:extLst>
          </p:cNvPr>
          <p:cNvSpPr>
            <a:spLocks noGrp="1" noChangeAspect="1"/>
          </p:cNvSpPr>
          <p:nvPr>
            <p:ph type="pic" sz="quarter" idx="35"/>
          </p:nvPr>
        </p:nvSpPr>
        <p:spPr>
          <a:xfrm>
            <a:off x="6379003" y="2959714"/>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86" name="Name 5">
            <a:extLst>
              <a:ext uri="{FF2B5EF4-FFF2-40B4-BE49-F238E27FC236}">
                <a16:creationId xmlns:a16="http://schemas.microsoft.com/office/drawing/2014/main" id="{BF047364-28B8-1F30-EEEB-7B6E2368A6AB}"/>
              </a:ext>
            </a:extLst>
          </p:cNvPr>
          <p:cNvSpPr>
            <a:spLocks noGrp="1"/>
          </p:cNvSpPr>
          <p:nvPr>
            <p:ph type="body" sz="quarter" idx="36" hasCustomPrompt="1"/>
          </p:nvPr>
        </p:nvSpPr>
        <p:spPr>
          <a:xfrm>
            <a:off x="8037558" y="3355413"/>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7" name="Title 5">
            <a:extLst>
              <a:ext uri="{FF2B5EF4-FFF2-40B4-BE49-F238E27FC236}">
                <a16:creationId xmlns:a16="http://schemas.microsoft.com/office/drawing/2014/main" id="{09D55A0B-3944-9795-0EC9-244A2E8C0062}"/>
              </a:ext>
            </a:extLst>
          </p:cNvPr>
          <p:cNvSpPr>
            <a:spLocks noGrp="1"/>
          </p:cNvSpPr>
          <p:nvPr>
            <p:ph type="body" sz="quarter" idx="37" hasCustomPrompt="1"/>
          </p:nvPr>
        </p:nvSpPr>
        <p:spPr>
          <a:xfrm>
            <a:off x="8037558" y="3659944"/>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4" name="Picture 6">
            <a:extLst>
              <a:ext uri="{FF2B5EF4-FFF2-40B4-BE49-F238E27FC236}">
                <a16:creationId xmlns:a16="http://schemas.microsoft.com/office/drawing/2014/main" id="{C5596C01-BDD3-872C-1E20-6F26FD847F92}"/>
              </a:ext>
            </a:extLst>
          </p:cNvPr>
          <p:cNvSpPr>
            <a:spLocks noGrp="1" noChangeAspect="1"/>
          </p:cNvSpPr>
          <p:nvPr>
            <p:ph type="pic" sz="quarter" idx="44"/>
          </p:nvPr>
        </p:nvSpPr>
        <p:spPr>
          <a:xfrm>
            <a:off x="6379003" y="4658530"/>
            <a:ext cx="1370529" cy="137160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95" name="Name 6">
            <a:extLst>
              <a:ext uri="{FF2B5EF4-FFF2-40B4-BE49-F238E27FC236}">
                <a16:creationId xmlns:a16="http://schemas.microsoft.com/office/drawing/2014/main" id="{908A6C8C-55F0-CAFA-799F-1586491CE534}"/>
              </a:ext>
            </a:extLst>
          </p:cNvPr>
          <p:cNvSpPr>
            <a:spLocks noGrp="1"/>
          </p:cNvSpPr>
          <p:nvPr>
            <p:ph type="body" sz="quarter" idx="45" hasCustomPrompt="1"/>
          </p:nvPr>
        </p:nvSpPr>
        <p:spPr>
          <a:xfrm>
            <a:off x="8037558" y="5078984"/>
            <a:ext cx="1920240" cy="298064"/>
          </a:xfrm>
        </p:spPr>
        <p:txBody>
          <a:bodyPr vert="horz" lIns="0" tIns="0" rIns="0" bIns="0" rtlCol="0" anchor="t" anchorCtr="0">
            <a:noAutofit/>
          </a:bodyPr>
          <a:lstStyle>
            <a:lvl1pPr algn="l">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96" name="Name 7">
            <a:extLst>
              <a:ext uri="{FF2B5EF4-FFF2-40B4-BE49-F238E27FC236}">
                <a16:creationId xmlns:a16="http://schemas.microsoft.com/office/drawing/2014/main" id="{80B8C125-5BDD-9CC4-70C3-CBF897A29E80}"/>
              </a:ext>
            </a:extLst>
          </p:cNvPr>
          <p:cNvSpPr>
            <a:spLocks noGrp="1"/>
          </p:cNvSpPr>
          <p:nvPr>
            <p:ph type="body" sz="quarter" idx="46" hasCustomPrompt="1"/>
          </p:nvPr>
        </p:nvSpPr>
        <p:spPr>
          <a:xfrm>
            <a:off x="8037558" y="5383515"/>
            <a:ext cx="1920240" cy="248992"/>
          </a:xfrm>
        </p:spPr>
        <p:txBody>
          <a:bodyPr vert="horz" lIns="0" tIns="0" rIns="0" bIns="0" rtlCol="0" anchor="t" anchorCtr="0">
            <a:noAutofit/>
          </a:bodyPr>
          <a:lstStyle>
            <a:lvl1pPr algn="l">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7836215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peaker_10">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5C068A-F72E-87F3-36CA-42BEFF618047}"/>
              </a:ext>
            </a:extLst>
          </p:cNvPr>
          <p:cNvSpPr>
            <a:spLocks noGrp="1"/>
          </p:cNvSpPr>
          <p:nvPr>
            <p:ph type="title"/>
          </p:nvPr>
        </p:nvSpPr>
        <p:spPr/>
        <p:txBody>
          <a:bodyPr/>
          <a:lstStyle/>
          <a:p>
            <a:r>
              <a:rPr lang="en-US"/>
              <a:t>Click to edit Master title style</a:t>
            </a:r>
          </a:p>
        </p:txBody>
      </p:sp>
      <p:sp>
        <p:nvSpPr>
          <p:cNvPr id="19" name="Picture 1">
            <a:extLst>
              <a:ext uri="{FF2B5EF4-FFF2-40B4-BE49-F238E27FC236}">
                <a16:creationId xmlns:a16="http://schemas.microsoft.com/office/drawing/2014/main" id="{DEEA7EE7-413E-4F05-94D2-2DA6180164CA}"/>
              </a:ext>
            </a:extLst>
          </p:cNvPr>
          <p:cNvSpPr>
            <a:spLocks noGrp="1" noChangeAspect="1"/>
          </p:cNvSpPr>
          <p:nvPr>
            <p:ph type="pic" sz="quarter" idx="10"/>
          </p:nvPr>
        </p:nvSpPr>
        <p:spPr>
          <a:xfrm>
            <a:off x="111298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37" name="Name 1">
            <a:extLst>
              <a:ext uri="{FF2B5EF4-FFF2-40B4-BE49-F238E27FC236}">
                <a16:creationId xmlns:a16="http://schemas.microsoft.com/office/drawing/2014/main" id="{4B94D438-35CF-4631-8709-33AB89A0307E}"/>
              </a:ext>
            </a:extLst>
          </p:cNvPr>
          <p:cNvSpPr>
            <a:spLocks noGrp="1"/>
          </p:cNvSpPr>
          <p:nvPr>
            <p:ph type="body" sz="quarter" idx="12" hasCustomPrompt="1"/>
          </p:nvPr>
        </p:nvSpPr>
        <p:spPr>
          <a:xfrm>
            <a:off x="70107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38" name="Title 1">
            <a:extLst>
              <a:ext uri="{FF2B5EF4-FFF2-40B4-BE49-F238E27FC236}">
                <a16:creationId xmlns:a16="http://schemas.microsoft.com/office/drawing/2014/main" id="{F34D25E2-243D-4B96-8C35-F96C56B3482F}"/>
              </a:ext>
            </a:extLst>
          </p:cNvPr>
          <p:cNvSpPr>
            <a:spLocks noGrp="1"/>
          </p:cNvSpPr>
          <p:nvPr>
            <p:ph type="body" sz="quarter" idx="13" hasCustomPrompt="1"/>
          </p:nvPr>
        </p:nvSpPr>
        <p:spPr>
          <a:xfrm>
            <a:off x="70107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2" name="Picture 2">
            <a:extLst>
              <a:ext uri="{FF2B5EF4-FFF2-40B4-BE49-F238E27FC236}">
                <a16:creationId xmlns:a16="http://schemas.microsoft.com/office/drawing/2014/main" id="{E3A8C480-E935-0DA4-A150-7A798552D69B}"/>
              </a:ext>
            </a:extLst>
          </p:cNvPr>
          <p:cNvSpPr>
            <a:spLocks noGrp="1" noChangeAspect="1"/>
          </p:cNvSpPr>
          <p:nvPr>
            <p:ph type="pic" sz="quarter" idx="32"/>
          </p:nvPr>
        </p:nvSpPr>
        <p:spPr>
          <a:xfrm>
            <a:off x="3398962"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3" name="Name 2">
            <a:extLst>
              <a:ext uri="{FF2B5EF4-FFF2-40B4-BE49-F238E27FC236}">
                <a16:creationId xmlns:a16="http://schemas.microsoft.com/office/drawing/2014/main" id="{D53E72DD-B667-6F64-FC11-B158256A1D6A}"/>
              </a:ext>
            </a:extLst>
          </p:cNvPr>
          <p:cNvSpPr>
            <a:spLocks noGrp="1"/>
          </p:cNvSpPr>
          <p:nvPr>
            <p:ph type="body" sz="quarter" idx="33" hasCustomPrompt="1"/>
          </p:nvPr>
        </p:nvSpPr>
        <p:spPr>
          <a:xfrm>
            <a:off x="2987053"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4" name="Title 2">
            <a:extLst>
              <a:ext uri="{FF2B5EF4-FFF2-40B4-BE49-F238E27FC236}">
                <a16:creationId xmlns:a16="http://schemas.microsoft.com/office/drawing/2014/main" id="{1151B9AB-CBE4-1067-D049-3E69A0E78E18}"/>
              </a:ext>
            </a:extLst>
          </p:cNvPr>
          <p:cNvSpPr>
            <a:spLocks noGrp="1"/>
          </p:cNvSpPr>
          <p:nvPr>
            <p:ph type="body" sz="quarter" idx="34" hasCustomPrompt="1"/>
          </p:nvPr>
        </p:nvSpPr>
        <p:spPr>
          <a:xfrm>
            <a:off x="2987053"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5" name="Picture 3 ">
            <a:extLst>
              <a:ext uri="{FF2B5EF4-FFF2-40B4-BE49-F238E27FC236}">
                <a16:creationId xmlns:a16="http://schemas.microsoft.com/office/drawing/2014/main" id="{B3646944-CB74-48E5-20C3-42C4C0663CDF}"/>
              </a:ext>
            </a:extLst>
          </p:cNvPr>
          <p:cNvSpPr>
            <a:spLocks noGrp="1" noChangeAspect="1"/>
          </p:cNvSpPr>
          <p:nvPr>
            <p:ph type="pic" sz="quarter" idx="35"/>
          </p:nvPr>
        </p:nvSpPr>
        <p:spPr>
          <a:xfrm>
            <a:off x="568493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6" name="Name 3">
            <a:extLst>
              <a:ext uri="{FF2B5EF4-FFF2-40B4-BE49-F238E27FC236}">
                <a16:creationId xmlns:a16="http://schemas.microsoft.com/office/drawing/2014/main" id="{4E1E4910-6DC5-4CFB-72D7-6EF41C7392E6}"/>
              </a:ext>
            </a:extLst>
          </p:cNvPr>
          <p:cNvSpPr>
            <a:spLocks noGrp="1"/>
          </p:cNvSpPr>
          <p:nvPr>
            <p:ph type="body" sz="quarter" idx="36" hasCustomPrompt="1"/>
          </p:nvPr>
        </p:nvSpPr>
        <p:spPr>
          <a:xfrm>
            <a:off x="527302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57" name="Title 3">
            <a:extLst>
              <a:ext uri="{FF2B5EF4-FFF2-40B4-BE49-F238E27FC236}">
                <a16:creationId xmlns:a16="http://schemas.microsoft.com/office/drawing/2014/main" id="{694BBFD6-ACCD-92AD-91C9-FA5C1A7A9F62}"/>
              </a:ext>
            </a:extLst>
          </p:cNvPr>
          <p:cNvSpPr>
            <a:spLocks noGrp="1"/>
          </p:cNvSpPr>
          <p:nvPr>
            <p:ph type="body" sz="quarter" idx="37" hasCustomPrompt="1"/>
          </p:nvPr>
        </p:nvSpPr>
        <p:spPr>
          <a:xfrm>
            <a:off x="527302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58" name="Picture 4">
            <a:extLst>
              <a:ext uri="{FF2B5EF4-FFF2-40B4-BE49-F238E27FC236}">
                <a16:creationId xmlns:a16="http://schemas.microsoft.com/office/drawing/2014/main" id="{8646106B-DADA-406C-A020-501C2210B615}"/>
              </a:ext>
            </a:extLst>
          </p:cNvPr>
          <p:cNvSpPr>
            <a:spLocks noGrp="1" noChangeAspect="1"/>
          </p:cNvSpPr>
          <p:nvPr>
            <p:ph type="pic" sz="quarter" idx="38"/>
          </p:nvPr>
        </p:nvSpPr>
        <p:spPr>
          <a:xfrm>
            <a:off x="7970912"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59" name="Name 4">
            <a:extLst>
              <a:ext uri="{FF2B5EF4-FFF2-40B4-BE49-F238E27FC236}">
                <a16:creationId xmlns:a16="http://schemas.microsoft.com/office/drawing/2014/main" id="{6279EEA7-C6AB-434D-DDF6-9F7C6BCDE10A}"/>
              </a:ext>
            </a:extLst>
          </p:cNvPr>
          <p:cNvSpPr>
            <a:spLocks noGrp="1"/>
          </p:cNvSpPr>
          <p:nvPr>
            <p:ph type="body" sz="quarter" idx="39" hasCustomPrompt="1"/>
          </p:nvPr>
        </p:nvSpPr>
        <p:spPr>
          <a:xfrm>
            <a:off x="7559003"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60" name="Title 4">
            <a:extLst>
              <a:ext uri="{FF2B5EF4-FFF2-40B4-BE49-F238E27FC236}">
                <a16:creationId xmlns:a16="http://schemas.microsoft.com/office/drawing/2014/main" id="{E6AFB52F-3CFF-BC09-B703-6A62B9560C5A}"/>
              </a:ext>
            </a:extLst>
          </p:cNvPr>
          <p:cNvSpPr>
            <a:spLocks noGrp="1"/>
          </p:cNvSpPr>
          <p:nvPr>
            <p:ph type="body" sz="quarter" idx="40" hasCustomPrompt="1"/>
          </p:nvPr>
        </p:nvSpPr>
        <p:spPr>
          <a:xfrm>
            <a:off x="7559003"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61" name="Picture 5">
            <a:extLst>
              <a:ext uri="{FF2B5EF4-FFF2-40B4-BE49-F238E27FC236}">
                <a16:creationId xmlns:a16="http://schemas.microsoft.com/office/drawing/2014/main" id="{10E92D5F-57AC-A19A-FED7-7254BA223549}"/>
              </a:ext>
            </a:extLst>
          </p:cNvPr>
          <p:cNvSpPr>
            <a:spLocks noGrp="1" noChangeAspect="1"/>
          </p:cNvSpPr>
          <p:nvPr>
            <p:ph type="pic" sz="quarter" idx="41"/>
          </p:nvPr>
        </p:nvSpPr>
        <p:spPr>
          <a:xfrm>
            <a:off x="10256887" y="1494713"/>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62" name="Name 5">
            <a:extLst>
              <a:ext uri="{FF2B5EF4-FFF2-40B4-BE49-F238E27FC236}">
                <a16:creationId xmlns:a16="http://schemas.microsoft.com/office/drawing/2014/main" id="{3CEC1BD5-E4C9-59CE-7CCC-3444C64A28AA}"/>
              </a:ext>
            </a:extLst>
          </p:cNvPr>
          <p:cNvSpPr>
            <a:spLocks noGrp="1"/>
          </p:cNvSpPr>
          <p:nvPr>
            <p:ph type="body" sz="quarter" idx="42" hasCustomPrompt="1"/>
          </p:nvPr>
        </p:nvSpPr>
        <p:spPr>
          <a:xfrm>
            <a:off x="9844978" y="2726695"/>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63" name="Title 5">
            <a:extLst>
              <a:ext uri="{FF2B5EF4-FFF2-40B4-BE49-F238E27FC236}">
                <a16:creationId xmlns:a16="http://schemas.microsoft.com/office/drawing/2014/main" id="{D34A6BDA-F544-70E1-6388-E3C1BF5771E8}"/>
              </a:ext>
            </a:extLst>
          </p:cNvPr>
          <p:cNvSpPr>
            <a:spLocks noGrp="1"/>
          </p:cNvSpPr>
          <p:nvPr>
            <p:ph type="body" sz="quarter" idx="43" hasCustomPrompt="1"/>
          </p:nvPr>
        </p:nvSpPr>
        <p:spPr>
          <a:xfrm>
            <a:off x="9844978" y="3031226"/>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2" name="Slide Number Placeholder 7">
            <a:extLst>
              <a:ext uri="{FF2B5EF4-FFF2-40B4-BE49-F238E27FC236}">
                <a16:creationId xmlns:a16="http://schemas.microsoft.com/office/drawing/2014/main" id="{6B2BB980-4E85-2D86-1EAC-45585EEE7C2C}"/>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3" name="Footer Placeholder 6">
            <a:extLst>
              <a:ext uri="{FF2B5EF4-FFF2-40B4-BE49-F238E27FC236}">
                <a16:creationId xmlns:a16="http://schemas.microsoft.com/office/drawing/2014/main" id="{B0DB2D8A-6704-C1D6-5725-30487909476A}"/>
              </a:ext>
            </a:extLst>
          </p:cNvPr>
          <p:cNvSpPr>
            <a:spLocks noGrp="1"/>
          </p:cNvSpPr>
          <p:nvPr>
            <p:ph type="ftr" sz="quarter" idx="31"/>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4" name="Date Placeholder 4">
            <a:extLst>
              <a:ext uri="{FF2B5EF4-FFF2-40B4-BE49-F238E27FC236}">
                <a16:creationId xmlns:a16="http://schemas.microsoft.com/office/drawing/2014/main" id="{F6440522-CAB7-F461-F5BF-51C3530983D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6" name="Picture 1">
            <a:extLst>
              <a:ext uri="{FF2B5EF4-FFF2-40B4-BE49-F238E27FC236}">
                <a16:creationId xmlns:a16="http://schemas.microsoft.com/office/drawing/2014/main" id="{72521944-24A4-E7C1-7474-2B6FF0394BDA}"/>
              </a:ext>
            </a:extLst>
          </p:cNvPr>
          <p:cNvSpPr>
            <a:spLocks noGrp="1" noChangeAspect="1"/>
          </p:cNvSpPr>
          <p:nvPr>
            <p:ph type="pic" sz="quarter" idx="44"/>
          </p:nvPr>
        </p:nvSpPr>
        <p:spPr>
          <a:xfrm>
            <a:off x="111298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7" name="Name 1">
            <a:extLst>
              <a:ext uri="{FF2B5EF4-FFF2-40B4-BE49-F238E27FC236}">
                <a16:creationId xmlns:a16="http://schemas.microsoft.com/office/drawing/2014/main" id="{FB00A11F-459A-98FB-66B0-1222171BD164}"/>
              </a:ext>
            </a:extLst>
          </p:cNvPr>
          <p:cNvSpPr>
            <a:spLocks noGrp="1"/>
          </p:cNvSpPr>
          <p:nvPr>
            <p:ph type="body" sz="quarter" idx="45" hasCustomPrompt="1"/>
          </p:nvPr>
        </p:nvSpPr>
        <p:spPr>
          <a:xfrm>
            <a:off x="70107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8" name="Title 1">
            <a:extLst>
              <a:ext uri="{FF2B5EF4-FFF2-40B4-BE49-F238E27FC236}">
                <a16:creationId xmlns:a16="http://schemas.microsoft.com/office/drawing/2014/main" id="{66025BE5-0FFD-92F6-A4BA-CB6102BD8E75}"/>
              </a:ext>
            </a:extLst>
          </p:cNvPr>
          <p:cNvSpPr>
            <a:spLocks noGrp="1"/>
          </p:cNvSpPr>
          <p:nvPr>
            <p:ph type="body" sz="quarter" idx="46" hasCustomPrompt="1"/>
          </p:nvPr>
        </p:nvSpPr>
        <p:spPr>
          <a:xfrm>
            <a:off x="70107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9" name="Picture 2">
            <a:extLst>
              <a:ext uri="{FF2B5EF4-FFF2-40B4-BE49-F238E27FC236}">
                <a16:creationId xmlns:a16="http://schemas.microsoft.com/office/drawing/2014/main" id="{144C0724-9767-678B-A5C4-93F92C82A294}"/>
              </a:ext>
            </a:extLst>
          </p:cNvPr>
          <p:cNvSpPr>
            <a:spLocks noGrp="1" noChangeAspect="1"/>
          </p:cNvSpPr>
          <p:nvPr>
            <p:ph type="pic" sz="quarter" idx="47"/>
          </p:nvPr>
        </p:nvSpPr>
        <p:spPr>
          <a:xfrm>
            <a:off x="3398962"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0" name="Name 2">
            <a:extLst>
              <a:ext uri="{FF2B5EF4-FFF2-40B4-BE49-F238E27FC236}">
                <a16:creationId xmlns:a16="http://schemas.microsoft.com/office/drawing/2014/main" id="{8200242F-3C33-4861-1BBB-5205F5F9B02F}"/>
              </a:ext>
            </a:extLst>
          </p:cNvPr>
          <p:cNvSpPr>
            <a:spLocks noGrp="1"/>
          </p:cNvSpPr>
          <p:nvPr>
            <p:ph type="body" sz="quarter" idx="48" hasCustomPrompt="1"/>
          </p:nvPr>
        </p:nvSpPr>
        <p:spPr>
          <a:xfrm>
            <a:off x="2987053"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1" name="Title 2">
            <a:extLst>
              <a:ext uri="{FF2B5EF4-FFF2-40B4-BE49-F238E27FC236}">
                <a16:creationId xmlns:a16="http://schemas.microsoft.com/office/drawing/2014/main" id="{78E243D4-1A0C-2B5D-0602-EC28F75F2CDF}"/>
              </a:ext>
            </a:extLst>
          </p:cNvPr>
          <p:cNvSpPr>
            <a:spLocks noGrp="1"/>
          </p:cNvSpPr>
          <p:nvPr>
            <p:ph type="body" sz="quarter" idx="49" hasCustomPrompt="1"/>
          </p:nvPr>
        </p:nvSpPr>
        <p:spPr>
          <a:xfrm>
            <a:off x="2987053"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2" name="Picture 3 ">
            <a:extLst>
              <a:ext uri="{FF2B5EF4-FFF2-40B4-BE49-F238E27FC236}">
                <a16:creationId xmlns:a16="http://schemas.microsoft.com/office/drawing/2014/main" id="{25BE96FF-1149-A871-059D-5FC5C5724DE2}"/>
              </a:ext>
            </a:extLst>
          </p:cNvPr>
          <p:cNvSpPr>
            <a:spLocks noGrp="1" noChangeAspect="1"/>
          </p:cNvSpPr>
          <p:nvPr>
            <p:ph type="pic" sz="quarter" idx="50"/>
          </p:nvPr>
        </p:nvSpPr>
        <p:spPr>
          <a:xfrm>
            <a:off x="568493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3" name="Name 3">
            <a:extLst>
              <a:ext uri="{FF2B5EF4-FFF2-40B4-BE49-F238E27FC236}">
                <a16:creationId xmlns:a16="http://schemas.microsoft.com/office/drawing/2014/main" id="{C79E27DB-CB5A-5B10-1D20-382BE231D8B4}"/>
              </a:ext>
            </a:extLst>
          </p:cNvPr>
          <p:cNvSpPr>
            <a:spLocks noGrp="1"/>
          </p:cNvSpPr>
          <p:nvPr>
            <p:ph type="body" sz="quarter" idx="51" hasCustomPrompt="1"/>
          </p:nvPr>
        </p:nvSpPr>
        <p:spPr>
          <a:xfrm>
            <a:off x="527302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4" name="Title 3">
            <a:extLst>
              <a:ext uri="{FF2B5EF4-FFF2-40B4-BE49-F238E27FC236}">
                <a16:creationId xmlns:a16="http://schemas.microsoft.com/office/drawing/2014/main" id="{E3168F24-D5E1-A01A-9FE4-02BBEBCAC256}"/>
              </a:ext>
            </a:extLst>
          </p:cNvPr>
          <p:cNvSpPr>
            <a:spLocks noGrp="1"/>
          </p:cNvSpPr>
          <p:nvPr>
            <p:ph type="body" sz="quarter" idx="52" hasCustomPrompt="1"/>
          </p:nvPr>
        </p:nvSpPr>
        <p:spPr>
          <a:xfrm>
            <a:off x="527302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5" name="Picture 4">
            <a:extLst>
              <a:ext uri="{FF2B5EF4-FFF2-40B4-BE49-F238E27FC236}">
                <a16:creationId xmlns:a16="http://schemas.microsoft.com/office/drawing/2014/main" id="{C28F1BA1-9C38-C15A-DAF0-7D7D17BF4911}"/>
              </a:ext>
            </a:extLst>
          </p:cNvPr>
          <p:cNvSpPr>
            <a:spLocks noGrp="1" noChangeAspect="1"/>
          </p:cNvSpPr>
          <p:nvPr>
            <p:ph type="pic" sz="quarter" idx="53"/>
          </p:nvPr>
        </p:nvSpPr>
        <p:spPr>
          <a:xfrm>
            <a:off x="7970912"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16" name="Name 4">
            <a:extLst>
              <a:ext uri="{FF2B5EF4-FFF2-40B4-BE49-F238E27FC236}">
                <a16:creationId xmlns:a16="http://schemas.microsoft.com/office/drawing/2014/main" id="{A736C04C-99C8-5B44-F5FF-04676206CDF7}"/>
              </a:ext>
            </a:extLst>
          </p:cNvPr>
          <p:cNvSpPr>
            <a:spLocks noGrp="1"/>
          </p:cNvSpPr>
          <p:nvPr>
            <p:ph type="body" sz="quarter" idx="54" hasCustomPrompt="1"/>
          </p:nvPr>
        </p:nvSpPr>
        <p:spPr>
          <a:xfrm>
            <a:off x="7559003"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17" name="Title 4">
            <a:extLst>
              <a:ext uri="{FF2B5EF4-FFF2-40B4-BE49-F238E27FC236}">
                <a16:creationId xmlns:a16="http://schemas.microsoft.com/office/drawing/2014/main" id="{1B6CC2B9-2432-DD61-FFD2-E986BE8E9F35}"/>
              </a:ext>
            </a:extLst>
          </p:cNvPr>
          <p:cNvSpPr>
            <a:spLocks noGrp="1"/>
          </p:cNvSpPr>
          <p:nvPr>
            <p:ph type="body" sz="quarter" idx="55" hasCustomPrompt="1"/>
          </p:nvPr>
        </p:nvSpPr>
        <p:spPr>
          <a:xfrm>
            <a:off x="7559003"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
        <p:nvSpPr>
          <p:cNvPr id="18" name="Picture 5">
            <a:extLst>
              <a:ext uri="{FF2B5EF4-FFF2-40B4-BE49-F238E27FC236}">
                <a16:creationId xmlns:a16="http://schemas.microsoft.com/office/drawing/2014/main" id="{3A558EAD-D220-0239-69EF-648F93A62478}"/>
              </a:ext>
            </a:extLst>
          </p:cNvPr>
          <p:cNvSpPr>
            <a:spLocks noGrp="1" noChangeAspect="1"/>
          </p:cNvSpPr>
          <p:nvPr>
            <p:ph type="pic" sz="quarter" idx="56"/>
          </p:nvPr>
        </p:nvSpPr>
        <p:spPr>
          <a:xfrm>
            <a:off x="10256887" y="3810096"/>
            <a:ext cx="1096422" cy="1097280"/>
          </a:xfrm>
          <a:prstGeom prst="ellipse">
            <a:avLst/>
          </a:prstGeom>
        </p:spPr>
        <p:txBody>
          <a:bodyPr/>
          <a:lstStyle>
            <a:lvl1pPr>
              <a:defRPr>
                <a:solidFill>
                  <a:schemeClr val="tx1"/>
                </a:solidFill>
              </a:defRPr>
            </a:lvl1pPr>
          </a:lstStyle>
          <a:p>
            <a:r>
              <a:rPr lang="en-US"/>
              <a:t>Click icon to add picture</a:t>
            </a:r>
            <a:endParaRPr lang="en-US" dirty="0"/>
          </a:p>
        </p:txBody>
      </p:sp>
      <p:sp>
        <p:nvSpPr>
          <p:cNvPr id="20" name="Name 5">
            <a:extLst>
              <a:ext uri="{FF2B5EF4-FFF2-40B4-BE49-F238E27FC236}">
                <a16:creationId xmlns:a16="http://schemas.microsoft.com/office/drawing/2014/main" id="{007E775B-15B1-5428-C8C9-4B614DEE17D1}"/>
              </a:ext>
            </a:extLst>
          </p:cNvPr>
          <p:cNvSpPr>
            <a:spLocks noGrp="1"/>
          </p:cNvSpPr>
          <p:nvPr>
            <p:ph type="body" sz="quarter" idx="57" hasCustomPrompt="1"/>
          </p:nvPr>
        </p:nvSpPr>
        <p:spPr>
          <a:xfrm>
            <a:off x="9844978" y="5042078"/>
            <a:ext cx="1920240" cy="298064"/>
          </a:xfrm>
        </p:spPr>
        <p:txBody>
          <a:bodyPr vert="horz" lIns="0" tIns="0" rIns="0" bIns="0" rtlCol="0" anchor="t" anchorCtr="0">
            <a:noAutofit/>
          </a:bodyPr>
          <a:lstStyle>
            <a:lvl1pPr algn="ctr">
              <a:lnSpc>
                <a:spcPct val="100000"/>
              </a:lnSpc>
              <a:defRPr lang="en-US" sz="1400" b="1"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name</a:t>
            </a:r>
          </a:p>
        </p:txBody>
      </p:sp>
      <p:sp>
        <p:nvSpPr>
          <p:cNvPr id="21" name="Title 5">
            <a:extLst>
              <a:ext uri="{FF2B5EF4-FFF2-40B4-BE49-F238E27FC236}">
                <a16:creationId xmlns:a16="http://schemas.microsoft.com/office/drawing/2014/main" id="{5A22EC85-7769-2401-038D-634693151760}"/>
              </a:ext>
            </a:extLst>
          </p:cNvPr>
          <p:cNvSpPr>
            <a:spLocks noGrp="1"/>
          </p:cNvSpPr>
          <p:nvPr>
            <p:ph type="body" sz="quarter" idx="58" hasCustomPrompt="1"/>
          </p:nvPr>
        </p:nvSpPr>
        <p:spPr>
          <a:xfrm>
            <a:off x="9844978" y="5346609"/>
            <a:ext cx="1920240" cy="248992"/>
          </a:xfrm>
        </p:spPr>
        <p:txBody>
          <a:bodyPr vert="horz" lIns="0" tIns="0" rIns="0" bIns="0" rtlCol="0" anchor="t" anchorCtr="0">
            <a:noAutofit/>
          </a:bodyPr>
          <a:lstStyle>
            <a:lvl1pPr algn="ctr">
              <a:lnSpc>
                <a:spcPct val="100000"/>
              </a:lnSpc>
              <a:defRPr lang="en-US" sz="1200" b="0" i="0" dirty="0">
                <a:solidFill>
                  <a:schemeClr val="tx1"/>
                </a:solidFill>
                <a:latin typeface="Oracle Sans Tab" panose="020B0503020204020204" pitchFamily="34" charset="0"/>
                <a:ea typeface="+mj-ea"/>
                <a:cs typeface="Oracle Sans Tab" panose="020B0503020204020204" pitchFamily="34" charset="0"/>
              </a:defRPr>
            </a:lvl1pPr>
          </a:lstStyle>
          <a:p>
            <a:pPr lvl="0">
              <a:spcBef>
                <a:spcPct val="0"/>
              </a:spcBef>
            </a:pPr>
            <a:r>
              <a:rPr lang="en-US" dirty="0"/>
              <a:t>Add speaker title</a:t>
            </a:r>
          </a:p>
        </p:txBody>
      </p:sp>
    </p:spTree>
    <p:extLst>
      <p:ext uri="{BB962C8B-B14F-4D97-AF65-F5344CB8AC3E}">
        <p14:creationId xmlns:p14="http://schemas.microsoft.com/office/powerpoint/2010/main" val="17453058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 3points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lnSpc>
                <a:spcPct val="100000"/>
              </a:lnSpc>
              <a:defRPr sz="32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00000"/>
              </a:lnSpc>
              <a:buNone/>
              <a:defRPr sz="1600" b="0" i="0">
                <a:solidFill>
                  <a:schemeClr val="tx1"/>
                </a:solidFill>
                <a:latin typeface="Oracle Sans Tab" panose="020B0503020204020204" pitchFamily="34" charset="0"/>
                <a:cs typeface="Oracle Sans Tab"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3" name="Slide Number Placeholder 5">
            <a:extLst>
              <a:ext uri="{FF2B5EF4-FFF2-40B4-BE49-F238E27FC236}">
                <a16:creationId xmlns:a16="http://schemas.microsoft.com/office/drawing/2014/main" id="{28FB87FE-17B5-F9E9-709A-0B45CF7A69A0}"/>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149EA8E9-ED27-F122-7091-4B0663BBD452}"/>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7" name="Date Placeholder 3">
            <a:extLst>
              <a:ext uri="{FF2B5EF4-FFF2-40B4-BE49-F238E27FC236}">
                <a16:creationId xmlns:a16="http://schemas.microsoft.com/office/drawing/2014/main" id="{54DD5434-5084-63C2-861B-6F2CF4BBA245}"/>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5662952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 3points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27B8-6459-BEBA-D16E-9D17C5D2578E}"/>
              </a:ext>
            </a:extLst>
          </p:cNvPr>
          <p:cNvSpPr>
            <a:spLocks noGrp="1"/>
          </p:cNvSpPr>
          <p:nvPr>
            <p:ph type="title"/>
          </p:nvPr>
        </p:nvSpPr>
        <p:spPr>
          <a:xfrm>
            <a:off x="778406" y="1123950"/>
            <a:ext cx="4941769" cy="4610100"/>
          </a:xfrm>
          <a:prstGeom prst="rect">
            <a:avLst/>
          </a:prstGeom>
        </p:spPr>
        <p:txBody>
          <a:bodyPr anchor="ctr"/>
          <a:lstStyle>
            <a:lvl1pPr>
              <a:lnSpc>
                <a:spcPct val="100000"/>
              </a:lnSpc>
              <a:defRPr sz="3200" b="1">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4A36FF17-F9F3-0957-AD05-F18D3D5D9623}"/>
              </a:ext>
            </a:extLst>
          </p:cNvPr>
          <p:cNvSpPr>
            <a:spLocks noGrp="1"/>
          </p:cNvSpPr>
          <p:nvPr>
            <p:ph type="body" sz="quarter" idx="12" hasCustomPrompt="1"/>
          </p:nvPr>
        </p:nvSpPr>
        <p:spPr>
          <a:xfrm>
            <a:off x="6095604" y="1308567"/>
            <a:ext cx="5277987" cy="1000125"/>
          </a:xfrm>
          <a:prstGeom prst="rect">
            <a:avLst/>
          </a:prstGeom>
        </p:spPr>
        <p:txBody>
          <a:bodyPr>
            <a:noAutofit/>
          </a:bodyPr>
          <a:lstStyle>
            <a:lvl1pPr marL="0" indent="0">
              <a:lnSpc>
                <a:spcPct val="100000"/>
              </a:lnSpc>
              <a:buNone/>
              <a:defRPr sz="1600" b="0" i="0">
                <a:solidFill>
                  <a:schemeClr val="tx1"/>
                </a:solidFill>
                <a:latin typeface="Oracle Sans Tab" panose="020B0503020204020204" pitchFamily="34" charset="0"/>
                <a:cs typeface="Oracle Sans Tab" panose="020B0503020204020204" pitchFamily="34" charset="0"/>
              </a:defRPr>
            </a:lvl1pPr>
          </a:lstStyle>
          <a:p>
            <a:pPr lvl="0"/>
            <a:r>
              <a:rPr lang="en-US" dirty="0"/>
              <a:t>Intro copy or subhead copy goes here, no more than 3 lines</a:t>
            </a:r>
          </a:p>
        </p:txBody>
      </p:sp>
      <p:sp>
        <p:nvSpPr>
          <p:cNvPr id="8" name="Picture Placeholder 7">
            <a:extLst>
              <a:ext uri="{FF2B5EF4-FFF2-40B4-BE49-F238E27FC236}">
                <a16:creationId xmlns:a16="http://schemas.microsoft.com/office/drawing/2014/main" id="{30B7A9DC-8DB8-E382-172A-A425B0E9AA9C}"/>
              </a:ext>
            </a:extLst>
          </p:cNvPr>
          <p:cNvSpPr>
            <a:spLocks noGrp="1"/>
          </p:cNvSpPr>
          <p:nvPr>
            <p:ph type="pic" sz="quarter" idx="13" hasCustomPrompt="1"/>
          </p:nvPr>
        </p:nvSpPr>
        <p:spPr>
          <a:xfrm>
            <a:off x="6095603" y="2381250"/>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0" name="Text Placeholder 9">
            <a:extLst>
              <a:ext uri="{FF2B5EF4-FFF2-40B4-BE49-F238E27FC236}">
                <a16:creationId xmlns:a16="http://schemas.microsoft.com/office/drawing/2014/main" id="{566D40C5-F7F2-3539-6999-2D283256E3C1}"/>
              </a:ext>
            </a:extLst>
          </p:cNvPr>
          <p:cNvSpPr>
            <a:spLocks noGrp="1"/>
          </p:cNvSpPr>
          <p:nvPr>
            <p:ph type="body" sz="quarter" idx="14" hasCustomPrompt="1"/>
          </p:nvPr>
        </p:nvSpPr>
        <p:spPr>
          <a:xfrm>
            <a:off x="7010856" y="25291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1" name="Picture Placeholder 7">
            <a:extLst>
              <a:ext uri="{FF2B5EF4-FFF2-40B4-BE49-F238E27FC236}">
                <a16:creationId xmlns:a16="http://schemas.microsoft.com/office/drawing/2014/main" id="{0991BEB9-51BB-F077-EC9E-195DA698686E}"/>
              </a:ext>
            </a:extLst>
          </p:cNvPr>
          <p:cNvSpPr>
            <a:spLocks noGrp="1"/>
          </p:cNvSpPr>
          <p:nvPr>
            <p:ph type="pic" sz="quarter" idx="15" hasCustomPrompt="1"/>
          </p:nvPr>
        </p:nvSpPr>
        <p:spPr>
          <a:xfrm>
            <a:off x="6095603" y="342900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2" name="Text Placeholder 9">
            <a:extLst>
              <a:ext uri="{FF2B5EF4-FFF2-40B4-BE49-F238E27FC236}">
                <a16:creationId xmlns:a16="http://schemas.microsoft.com/office/drawing/2014/main" id="{6D1033AF-581A-B853-652D-A540146FD490}"/>
              </a:ext>
            </a:extLst>
          </p:cNvPr>
          <p:cNvSpPr>
            <a:spLocks noGrp="1"/>
          </p:cNvSpPr>
          <p:nvPr>
            <p:ph type="body" sz="quarter" idx="16" hasCustomPrompt="1"/>
          </p:nvPr>
        </p:nvSpPr>
        <p:spPr>
          <a:xfrm>
            <a:off x="7010856" y="357691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13" name="Picture Placeholder 7">
            <a:extLst>
              <a:ext uri="{FF2B5EF4-FFF2-40B4-BE49-F238E27FC236}">
                <a16:creationId xmlns:a16="http://schemas.microsoft.com/office/drawing/2014/main" id="{CC3296DC-4AB5-F02C-2B70-0A1223A2FA07}"/>
              </a:ext>
            </a:extLst>
          </p:cNvPr>
          <p:cNvSpPr>
            <a:spLocks noGrp="1"/>
          </p:cNvSpPr>
          <p:nvPr>
            <p:ph type="pic" sz="quarter" idx="17" hasCustomPrompt="1"/>
          </p:nvPr>
        </p:nvSpPr>
        <p:spPr>
          <a:xfrm>
            <a:off x="6095603" y="4476751"/>
            <a:ext cx="667587" cy="667544"/>
          </a:xfrm>
          <a:prstGeom prst="rect">
            <a:avLst/>
          </a:prstGeom>
        </p:spPr>
        <p:txBody>
          <a:bodyPr anchor="ctr">
            <a:normAutofit/>
          </a:bodyPr>
          <a:lstStyle>
            <a:lvl1pPr marL="0" indent="0" algn="ctr">
              <a:buNone/>
              <a:defRPr sz="1600">
                <a:solidFill>
                  <a:schemeClr val="tx1"/>
                </a:solidFill>
              </a:defRPr>
            </a:lvl1pPr>
          </a:lstStyle>
          <a:p>
            <a:r>
              <a:rPr lang="en-US" dirty="0"/>
              <a:t>Icon</a:t>
            </a:r>
          </a:p>
        </p:txBody>
      </p:sp>
      <p:sp>
        <p:nvSpPr>
          <p:cNvPr id="14" name="Text Placeholder 9">
            <a:extLst>
              <a:ext uri="{FF2B5EF4-FFF2-40B4-BE49-F238E27FC236}">
                <a16:creationId xmlns:a16="http://schemas.microsoft.com/office/drawing/2014/main" id="{D1ACBBE6-39A5-38B2-48B9-953EF0B15CAA}"/>
              </a:ext>
            </a:extLst>
          </p:cNvPr>
          <p:cNvSpPr>
            <a:spLocks noGrp="1"/>
          </p:cNvSpPr>
          <p:nvPr>
            <p:ph type="body" sz="quarter" idx="18" hasCustomPrompt="1"/>
          </p:nvPr>
        </p:nvSpPr>
        <p:spPr>
          <a:xfrm>
            <a:off x="7010856" y="4624668"/>
            <a:ext cx="4781861" cy="667544"/>
          </a:xfrm>
          <a:prstGeom prst="rect">
            <a:avLst/>
          </a:prstGeom>
        </p:spPr>
        <p:txBody>
          <a:bodyPr>
            <a:noAutofit/>
          </a:bodyPr>
          <a:lstStyle>
            <a:lvl1pPr marL="0" indent="0">
              <a:lnSpc>
                <a:spcPct val="100000"/>
              </a:lnSpc>
              <a:buNone/>
              <a:defRPr sz="1600">
                <a:solidFill>
                  <a:schemeClr val="tx1"/>
                </a:solidFill>
              </a:defRPr>
            </a:lvl1pPr>
          </a:lstStyle>
          <a:p>
            <a:pPr lvl="0"/>
            <a:r>
              <a:rPr lang="en-US" dirty="0"/>
              <a:t>Copy goes here, do not exceed 2 lines of copy</a:t>
            </a:r>
          </a:p>
        </p:txBody>
      </p:sp>
      <p:sp>
        <p:nvSpPr>
          <p:cNvPr id="4" name="Date Placeholder 3">
            <a:extLst>
              <a:ext uri="{FF2B5EF4-FFF2-40B4-BE49-F238E27FC236}">
                <a16:creationId xmlns:a16="http://schemas.microsoft.com/office/drawing/2014/main" id="{998C7B89-9919-27D5-3CA3-59231744A8D1}"/>
              </a:ext>
            </a:extLst>
          </p:cNvPr>
          <p:cNvSpPr>
            <a:spLocks noGrp="1"/>
          </p:cNvSpPr>
          <p:nvPr>
            <p:ph type="dt" sz="half" idx="19"/>
          </p:nvPr>
        </p:nvSpPr>
        <p:spPr/>
        <p:txBody>
          <a:bodyPr/>
          <a:lstStyle>
            <a:lvl1pPr>
              <a:defRPr>
                <a:solidFill>
                  <a:srgbClr val="AEA8A2"/>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3E870DE9-DE63-752A-F432-5906F9312978}"/>
              </a:ext>
            </a:extLst>
          </p:cNvPr>
          <p:cNvSpPr>
            <a:spLocks noGrp="1"/>
          </p:cNvSpPr>
          <p:nvPr>
            <p:ph type="ftr" sz="quarter" idx="20"/>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5" name="Slide Number Placeholder 14">
            <a:extLst>
              <a:ext uri="{FF2B5EF4-FFF2-40B4-BE49-F238E27FC236}">
                <a16:creationId xmlns:a16="http://schemas.microsoft.com/office/drawing/2014/main" id="{883696C6-F350-8E61-ECA5-EDD80B9EF607}"/>
              </a:ext>
            </a:extLst>
          </p:cNvPr>
          <p:cNvSpPr>
            <a:spLocks noGrp="1"/>
          </p:cNvSpPr>
          <p:nvPr>
            <p:ph type="sldNum" sz="quarter" idx="21"/>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6300021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Light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lide Number Placeholder 5">
            <a:extLst>
              <a:ext uri="{FF2B5EF4-FFF2-40B4-BE49-F238E27FC236}">
                <a16:creationId xmlns:a16="http://schemas.microsoft.com/office/drawing/2014/main" id="{0196566A-34C0-2909-1BBA-2F1E01266A07}"/>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47D75A6B-90D9-58CE-7BC7-31C53C19C8F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5" name="Date Placeholder 3">
            <a:extLst>
              <a:ext uri="{FF2B5EF4-FFF2-40B4-BE49-F238E27FC236}">
                <a16:creationId xmlns:a16="http://schemas.microsoft.com/office/drawing/2014/main" id="{33C7F88C-022C-DC8C-F4BA-18F89F1E4ADA}"/>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0966774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ark - Title">
    <p:bg>
      <p:bgRef idx="1001">
        <a:schemeClr val="bg2"/>
      </p:bgRef>
    </p:bg>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0638DF7B-BBB6-684E-A5BB-80F1125943EF}"/>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9" name="Date Placeholder 8">
            <a:extLst>
              <a:ext uri="{FF2B5EF4-FFF2-40B4-BE49-F238E27FC236}">
                <a16:creationId xmlns:a16="http://schemas.microsoft.com/office/drawing/2014/main" id="{4ACA5DC3-86B0-1F65-3F2B-CA7D6A4147D2}"/>
              </a:ext>
            </a:extLst>
          </p:cNvPr>
          <p:cNvSpPr>
            <a:spLocks noGrp="1"/>
          </p:cNvSpPr>
          <p:nvPr>
            <p:ph type="dt" sz="half" idx="10"/>
          </p:nvPr>
        </p:nvSpPr>
        <p:spPr/>
        <p:txBody>
          <a:bodyPr/>
          <a:lstStyle>
            <a:lvl1pPr>
              <a:defRPr>
                <a:solidFill>
                  <a:srgbClr val="AEA8A2"/>
                </a:solidFill>
              </a:defRPr>
            </a:lvl1pPr>
          </a:lstStyle>
          <a:p>
            <a:r>
              <a:rPr lang="en-US"/>
              <a:t>[Date]</a:t>
            </a:r>
            <a:endParaRPr lang="en-US" dirty="0"/>
          </a:p>
        </p:txBody>
      </p:sp>
      <p:sp>
        <p:nvSpPr>
          <p:cNvPr id="10" name="Footer Placeholder 9">
            <a:extLst>
              <a:ext uri="{FF2B5EF4-FFF2-40B4-BE49-F238E27FC236}">
                <a16:creationId xmlns:a16="http://schemas.microsoft.com/office/drawing/2014/main" id="{8EEC5612-9EFC-A5C7-60F5-422AA3E3BA9F}"/>
              </a:ext>
            </a:extLst>
          </p:cNvPr>
          <p:cNvSpPr>
            <a:spLocks noGrp="1"/>
          </p:cNvSpPr>
          <p:nvPr>
            <p:ph type="ftr" sz="quarter" idx="11"/>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1" name="Slide Number Placeholder 10">
            <a:extLst>
              <a:ext uri="{FF2B5EF4-FFF2-40B4-BE49-F238E27FC236}">
                <a16:creationId xmlns:a16="http://schemas.microsoft.com/office/drawing/2014/main" id="{B01A2761-9610-DAD1-E4E2-18899B9B522F}"/>
              </a:ext>
            </a:extLst>
          </p:cNvPr>
          <p:cNvSpPr>
            <a:spLocks noGrp="1"/>
          </p:cNvSpPr>
          <p:nvPr>
            <p:ph type="sldNum" sz="quarter" idx="12"/>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2830062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Light - Title/Subtitle">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6A8D35-C90D-428D-8E15-6F958679D947}"/>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120DA5B7-17E8-2CF4-4B51-F677DF6CE73C}"/>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Slide Number Placeholder 5">
            <a:extLst>
              <a:ext uri="{FF2B5EF4-FFF2-40B4-BE49-F238E27FC236}">
                <a16:creationId xmlns:a16="http://schemas.microsoft.com/office/drawing/2014/main" id="{DBEEF32F-ED74-47E3-D2C3-F1B1AD13F3F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4">
            <a:extLst>
              <a:ext uri="{FF2B5EF4-FFF2-40B4-BE49-F238E27FC236}">
                <a16:creationId xmlns:a16="http://schemas.microsoft.com/office/drawing/2014/main" id="{DFD6C787-D3B4-031A-8D4C-3A19D9BDFA78}"/>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8" name="Date Placeholder 3">
            <a:extLst>
              <a:ext uri="{FF2B5EF4-FFF2-40B4-BE49-F238E27FC236}">
                <a16:creationId xmlns:a16="http://schemas.microsoft.com/office/drawing/2014/main" id="{005CA9E8-9559-78FA-E425-B044F817EEE2}"/>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1037094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Dark - Title/Subtitle">
    <p:bg>
      <p:bgRef idx="1001">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1FF06-338B-46FE-B4FE-F72B7ABAED7F}"/>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6" name="Subtitle">
            <a:extLst>
              <a:ext uri="{FF2B5EF4-FFF2-40B4-BE49-F238E27FC236}">
                <a16:creationId xmlns:a16="http://schemas.microsoft.com/office/drawing/2014/main" id="{756DCC98-315C-61EE-3BD9-275F39B0D5B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5" name="Slide Number Placeholder 7">
            <a:extLst>
              <a:ext uri="{FF2B5EF4-FFF2-40B4-BE49-F238E27FC236}">
                <a16:creationId xmlns:a16="http://schemas.microsoft.com/office/drawing/2014/main" id="{0511B848-5314-5CFA-E302-CF9747E005C9}"/>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8" name="Footer Placeholder 6">
            <a:extLst>
              <a:ext uri="{FF2B5EF4-FFF2-40B4-BE49-F238E27FC236}">
                <a16:creationId xmlns:a16="http://schemas.microsoft.com/office/drawing/2014/main" id="{68D47112-C304-3F08-B268-4678B7957255}"/>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9" name="Date Placeholder 4">
            <a:extLst>
              <a:ext uri="{FF2B5EF4-FFF2-40B4-BE49-F238E27FC236}">
                <a16:creationId xmlns:a16="http://schemas.microsoft.com/office/drawing/2014/main" id="{E986AE2C-3C8D-7087-0A03-7B9F6CF293A3}"/>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4244613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Light - Title 1 Column">
    <p:bg>
      <p:bgRef idx="1001">
        <a:schemeClr val="bg2"/>
      </p:bgRef>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514C47"/>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514C47"/>
                </a:solidFill>
                <a:latin typeface="+mn-lt"/>
              </a:defRPr>
            </a:lvl1pPr>
          </a:lstStyle>
          <a:p>
            <a:r>
              <a:rPr lang="en-US" dirty="0"/>
              <a:t>Copyright © 2026, Oracle and/or its affiliates |  Confidential: Internal/Restricted/Highly Restricted</a:t>
            </a:r>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514C47"/>
                </a:solidFill>
                <a:latin typeface="+mn-lt"/>
              </a:defRPr>
            </a:lvl1pPr>
          </a:lstStyle>
          <a:p>
            <a:r>
              <a:rPr lang="en-US"/>
              <a:t>[Date]</a:t>
            </a:r>
            <a:endParaRPr lang="en-US" dirty="0"/>
          </a:p>
        </p:txBody>
      </p:sp>
    </p:spTree>
    <p:extLst>
      <p:ext uri="{BB962C8B-B14F-4D97-AF65-F5344CB8AC3E}">
        <p14:creationId xmlns:p14="http://schemas.microsoft.com/office/powerpoint/2010/main" val="38591336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ark - Title 1 Column">
    <p:bg>
      <p:bgRef idx="1001">
        <a:schemeClr val="bg2"/>
      </p:bgRef>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4B5BB6C-77A2-4299-98DB-F23A8BBC354D}"/>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Content">
            <a:extLst>
              <a:ext uri="{FF2B5EF4-FFF2-40B4-BE49-F238E27FC236}">
                <a16:creationId xmlns:a16="http://schemas.microsoft.com/office/drawing/2014/main" id="{5D03235E-81C6-F058-9141-4468DA219785}"/>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5D441708-8B15-4FCB-89B4-E673D271FDD5}"/>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AEA8A2"/>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C80D3E3D-D429-473E-903C-04622CCE81D0}"/>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AEA8A2"/>
                </a:solidFill>
                <a:latin typeface="+mn-lt"/>
              </a:defRPr>
            </a:lvl1pPr>
          </a:lstStyle>
          <a:p>
            <a:r>
              <a:rPr lang="en-US" dirty="0"/>
              <a:t>Copyright © 2026, Oracle and/or its affiliates |  Confidential: Internal/Restricted/Highly Restricted</a:t>
            </a:r>
          </a:p>
        </p:txBody>
      </p:sp>
      <p:sp>
        <p:nvSpPr>
          <p:cNvPr id="19" name="Date">
            <a:extLst>
              <a:ext uri="{FF2B5EF4-FFF2-40B4-BE49-F238E27FC236}">
                <a16:creationId xmlns:a16="http://schemas.microsoft.com/office/drawing/2014/main" id="{2702B7E4-DD93-4403-964F-982773FE3422}"/>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AEA8A2"/>
                </a:solidFill>
                <a:latin typeface="+mn-lt"/>
              </a:defRPr>
            </a:lvl1pPr>
          </a:lstStyle>
          <a:p>
            <a:r>
              <a:rPr lang="en-US"/>
              <a:t>[Date]</a:t>
            </a:r>
            <a:endParaRPr lang="en-US" dirty="0"/>
          </a:p>
        </p:txBody>
      </p:sp>
    </p:spTree>
    <p:extLst>
      <p:ext uri="{BB962C8B-B14F-4D97-AF65-F5344CB8AC3E}">
        <p14:creationId xmlns:p14="http://schemas.microsoft.com/office/powerpoint/2010/main" val="19556709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Light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4D9CD-CDC4-4642-8CDA-7351404FC2D2}"/>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B28271ED-B1CF-9F0D-4AA0-883D80DEDBF0}"/>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9" name="Content">
            <a:extLst>
              <a:ext uri="{FF2B5EF4-FFF2-40B4-BE49-F238E27FC236}">
                <a16:creationId xmlns:a16="http://schemas.microsoft.com/office/drawing/2014/main" id="{B95271D6-CF2C-D8C3-F7FB-D555FC2D9469}"/>
              </a:ext>
            </a:extLst>
          </p:cNvPr>
          <p:cNvSpPr>
            <a:spLocks noGrp="1"/>
          </p:cNvSpPr>
          <p:nvPr>
            <p:ph sz="quarter" idx="14"/>
          </p:nvPr>
        </p:nvSpPr>
        <p:spPr>
          <a:xfrm>
            <a:off x="766762" y="1600199"/>
            <a:ext cx="10671048"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7A59FA82-C146-45DF-AE7B-4B5698706BEA}"/>
              </a:ext>
            </a:extLst>
          </p:cNvPr>
          <p:cNvSpPr>
            <a:spLocks noGrp="1"/>
          </p:cNvSpPr>
          <p:nvPr>
            <p:ph type="sldNum" sz="quarter" idx="17"/>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E2CE12F3-375D-4B05-A71D-DA14DF8ADB8E}"/>
              </a:ext>
            </a:extLst>
          </p:cNvPr>
          <p:cNvSpPr>
            <a:spLocks noGrp="1"/>
          </p:cNvSpPr>
          <p:nvPr>
            <p:ph type="ftr" sz="quarter" idx="16"/>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48C5C278-52DE-4C8A-933B-1109B3282E51}"/>
              </a:ext>
            </a:extLst>
          </p:cNvPr>
          <p:cNvSpPr>
            <a:spLocks noGrp="1"/>
          </p:cNvSpPr>
          <p:nvPr>
            <p:ph type="dt" sz="half" idx="15"/>
          </p:nvPr>
        </p:nvSpPr>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37030599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Dark - Title/Subtitle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68516-E3E0-4F22-9EB7-1A85E1D3B5A1}"/>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Subtitle">
            <a:extLst>
              <a:ext uri="{FF2B5EF4-FFF2-40B4-BE49-F238E27FC236}">
                <a16:creationId xmlns:a16="http://schemas.microsoft.com/office/drawing/2014/main" id="{46A3BF75-E03A-3149-A8B6-C22593F32B6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0199"/>
            <a:ext cx="10671175"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marL="547688" indent="-182563">
              <a:lnSpc>
                <a:spcPct val="100000"/>
              </a:lnSpc>
              <a:buFont typeface="System Font Regular"/>
              <a:buChar char="-"/>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marL="914400" indent="-182880">
              <a:lnSpc>
                <a:spcPct val="100000"/>
              </a:lnSpc>
              <a:buFont typeface="System Font Regular"/>
              <a:buChar char="-"/>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657290E2-8EA8-4572-BB48-C18007201785}"/>
              </a:ext>
            </a:extLst>
          </p:cNvPr>
          <p:cNvSpPr>
            <a:spLocks noGrp="1"/>
          </p:cNvSpPr>
          <p:nvPr>
            <p:ph type="sldNum" sz="quarter" idx="17"/>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C1A7F3B8-F794-4AF5-B07B-32A3084A6AB2}"/>
              </a:ext>
            </a:extLst>
          </p:cNvPr>
          <p:cNvSpPr>
            <a:spLocks noGrp="1"/>
          </p:cNvSpPr>
          <p:nvPr>
            <p:ph type="ftr" sz="quarter" idx="16"/>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7A72FE7D-30FF-45E2-9F8B-D073887C33E8}"/>
              </a:ext>
            </a:extLst>
          </p:cNvPr>
          <p:cNvSpPr>
            <a:spLocks noGrp="1"/>
          </p:cNvSpPr>
          <p:nvPr>
            <p:ph type="dt" sz="half" idx="15"/>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2885110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Light - Title/Subtitle 2 Column">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9740FE-E1B8-466B-970A-4E081BCA3143}"/>
              </a:ext>
            </a:extLst>
          </p:cNvPr>
          <p:cNvSpPr>
            <a:spLocks noGrp="1"/>
          </p:cNvSpPr>
          <p:nvPr>
            <p:ph type="title" hasCustomPrompt="1"/>
          </p:nvPr>
        </p:nvSpPr>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7" name="Subtitle">
            <a:extLst>
              <a:ext uri="{FF2B5EF4-FFF2-40B4-BE49-F238E27FC236}">
                <a16:creationId xmlns:a16="http://schemas.microsoft.com/office/drawing/2014/main" id="{1C3705B9-F5B6-D7DA-A986-BD2522922780}"/>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Content">
            <a:extLst>
              <a:ext uri="{FF2B5EF4-FFF2-40B4-BE49-F238E27FC236}">
                <a16:creationId xmlns:a16="http://schemas.microsoft.com/office/drawing/2014/main" id="{002F888E-0FBB-6617-9462-4201B11F2A44}"/>
              </a:ext>
            </a:extLst>
          </p:cNvPr>
          <p:cNvSpPr>
            <a:spLocks noGrp="1"/>
          </p:cNvSpPr>
          <p:nvPr>
            <p:ph sz="quarter" idx="14"/>
          </p:nvPr>
        </p:nvSpPr>
        <p:spPr>
          <a:xfrm>
            <a:off x="766762" y="1600199"/>
            <a:ext cx="5084064"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a:extLst>
              <a:ext uri="{FF2B5EF4-FFF2-40B4-BE49-F238E27FC236}">
                <a16:creationId xmlns:a16="http://schemas.microsoft.com/office/drawing/2014/main" id="{C3377C95-3E35-473F-8E81-1FDFBEBC758A}"/>
              </a:ext>
              <a:ext uri="{C183D7F6-B498-43B3-948B-1728B52AA6E4}">
                <adec:decorative xmlns:adec="http://schemas.microsoft.com/office/drawing/2017/decorative" val="1"/>
              </a:ext>
            </a:extLst>
          </p:cNvPr>
          <p:cNvCxnSpPr>
            <a:cxnSpLocks/>
          </p:cNvCxnSpPr>
          <p:nvPr/>
        </p:nvCxnSpPr>
        <p:spPr>
          <a:xfrm>
            <a:off x="6109577" y="160857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3" name="Content">
            <a:extLst>
              <a:ext uri="{FF2B5EF4-FFF2-40B4-BE49-F238E27FC236}">
                <a16:creationId xmlns:a16="http://schemas.microsoft.com/office/drawing/2014/main" id="{4F57E862-706F-9432-1E5B-C66745958B78}"/>
              </a:ext>
            </a:extLst>
          </p:cNvPr>
          <p:cNvSpPr>
            <a:spLocks noGrp="1"/>
          </p:cNvSpPr>
          <p:nvPr>
            <p:ph sz="quarter" idx="19"/>
          </p:nvPr>
        </p:nvSpPr>
        <p:spPr>
          <a:xfrm>
            <a:off x="6370317" y="1600220"/>
            <a:ext cx="5084064"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424C32FC-D616-45B7-A051-90859CE92D73}"/>
              </a:ext>
            </a:extLst>
          </p:cNvPr>
          <p:cNvSpPr>
            <a:spLocks noGrp="1"/>
          </p:cNvSpPr>
          <p:nvPr>
            <p:ph type="sldNum" sz="quarter" idx="18"/>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Footer Placeholder 7">
            <a:extLst>
              <a:ext uri="{FF2B5EF4-FFF2-40B4-BE49-F238E27FC236}">
                <a16:creationId xmlns:a16="http://schemas.microsoft.com/office/drawing/2014/main" id="{48F71CDA-982A-476F-ADB7-47031714FD6F}"/>
              </a:ext>
            </a:extLst>
          </p:cNvPr>
          <p:cNvSpPr>
            <a:spLocks noGrp="1"/>
          </p:cNvSpPr>
          <p:nvPr>
            <p:ph type="ftr" sz="quarter" idx="17"/>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4" name="Date Placeholder 3">
            <a:extLst>
              <a:ext uri="{FF2B5EF4-FFF2-40B4-BE49-F238E27FC236}">
                <a16:creationId xmlns:a16="http://schemas.microsoft.com/office/drawing/2014/main" id="{4B5A409C-CB05-4133-9F5F-1D2097DE34E0}"/>
              </a:ext>
            </a:extLst>
          </p:cNvPr>
          <p:cNvSpPr>
            <a:spLocks noGrp="1"/>
          </p:cNvSpPr>
          <p:nvPr>
            <p:ph type="dt" sz="half" idx="16"/>
          </p:nvPr>
        </p:nvSpPr>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937748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Dark - Title/Subtitle 2 Column">
    <p:bg>
      <p:bgRef idx="1001">
        <a:schemeClr val="bg2"/>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6E20D12-1316-3177-701A-67F81626368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2" name="Subtitle">
            <a:extLst>
              <a:ext uri="{FF2B5EF4-FFF2-40B4-BE49-F238E27FC236}">
                <a16:creationId xmlns:a16="http://schemas.microsoft.com/office/drawing/2014/main" id="{491B9BE2-1C80-DD0F-2348-944405667FA4}"/>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5084064"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a:extLst>
              <a:ext uri="{FF2B5EF4-FFF2-40B4-BE49-F238E27FC236}">
                <a16:creationId xmlns:a16="http://schemas.microsoft.com/office/drawing/2014/main" id="{1A8D2713-0A2C-B9EC-921A-E43EBB54D7F1}"/>
              </a:ext>
            </a:extLst>
          </p:cNvPr>
          <p:cNvSpPr>
            <a:spLocks noGrp="1"/>
          </p:cNvSpPr>
          <p:nvPr>
            <p:ph sz="quarter" idx="19"/>
          </p:nvPr>
        </p:nvSpPr>
        <p:spPr>
          <a:xfrm>
            <a:off x="6370317" y="1600220"/>
            <a:ext cx="5084064"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Column Divider">
            <a:extLst>
              <a:ext uri="{FF2B5EF4-FFF2-40B4-BE49-F238E27FC236}">
                <a16:creationId xmlns:a16="http://schemas.microsoft.com/office/drawing/2014/main" id="{EF021091-A040-8AC0-0501-04709D496D73}"/>
              </a:ext>
              <a:ext uri="{C183D7F6-B498-43B3-948B-1728B52AA6E4}">
                <adec:decorative xmlns:adec="http://schemas.microsoft.com/office/drawing/2017/decorative" val="1"/>
              </a:ext>
            </a:extLst>
          </p:cNvPr>
          <p:cNvCxnSpPr>
            <a:cxnSpLocks/>
          </p:cNvCxnSpPr>
          <p:nvPr/>
        </p:nvCxnSpPr>
        <p:spPr>
          <a:xfrm>
            <a:off x="6096000"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8790635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Light - Title/Subtitle 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210A-4112-4730-8F81-3CAE5C391FDB}"/>
              </a:ext>
            </a:extLst>
          </p:cNvPr>
          <p:cNvSpPr>
            <a:spLocks noGrp="1"/>
          </p:cNvSpPr>
          <p:nvPr>
            <p:ph type="title" hasCustomPrompt="1"/>
          </p:nvPr>
        </p:nvSpPr>
        <p:spPr/>
        <p:txBody>
          <a:bodyPr/>
          <a:lstStyle>
            <a:lvl1pPr>
              <a:lnSpc>
                <a:spcPct val="100000"/>
              </a:lnSpc>
              <a:defRPr/>
            </a:lvl1pPr>
          </a:lstStyle>
          <a:p>
            <a:r>
              <a:rPr lang="en-US" dirty="0"/>
              <a:t>Title</a:t>
            </a:r>
          </a:p>
        </p:txBody>
      </p:sp>
      <p:sp>
        <p:nvSpPr>
          <p:cNvPr id="11" name="Subtitle">
            <a:extLst>
              <a:ext uri="{FF2B5EF4-FFF2-40B4-BE49-F238E27FC236}">
                <a16:creationId xmlns:a16="http://schemas.microsoft.com/office/drawing/2014/main" id="{AC6B64F9-2DA0-A690-C71E-B99D471B02DB}"/>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4" name="Content">
            <a:extLst>
              <a:ext uri="{FF2B5EF4-FFF2-40B4-BE49-F238E27FC236}">
                <a16:creationId xmlns:a16="http://schemas.microsoft.com/office/drawing/2014/main" id="{CC34BF80-B5D4-D7B6-8CCA-80AF04A72B45}"/>
              </a:ext>
            </a:extLst>
          </p:cNvPr>
          <p:cNvSpPr>
            <a:spLocks noGrp="1"/>
          </p:cNvSpPr>
          <p:nvPr>
            <p:ph sz="quarter" idx="14"/>
          </p:nvPr>
        </p:nvSpPr>
        <p:spPr>
          <a:xfrm>
            <a:off x="766762" y="1600199"/>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a:extLst>
              <a:ext uri="{FF2B5EF4-FFF2-40B4-BE49-F238E27FC236}">
                <a16:creationId xmlns:a16="http://schemas.microsoft.com/office/drawing/2014/main" id="{C0573275-C70D-AE89-EF3D-A7DAC9B01BE7}"/>
              </a:ext>
            </a:extLst>
          </p:cNvPr>
          <p:cNvSpPr>
            <a:spLocks noGrp="1"/>
          </p:cNvSpPr>
          <p:nvPr>
            <p:ph sz="quarter" idx="20"/>
          </p:nvPr>
        </p:nvSpPr>
        <p:spPr>
          <a:xfrm>
            <a:off x="4450080" y="1607058"/>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a:extLst>
              <a:ext uri="{FF2B5EF4-FFF2-40B4-BE49-F238E27FC236}">
                <a16:creationId xmlns:a16="http://schemas.microsoft.com/office/drawing/2014/main" id="{2CF00143-3379-1D5D-5D8F-463C800F8EA1}"/>
              </a:ext>
            </a:extLst>
          </p:cNvPr>
          <p:cNvSpPr>
            <a:spLocks noGrp="1"/>
          </p:cNvSpPr>
          <p:nvPr>
            <p:ph sz="quarter" idx="21"/>
          </p:nvPr>
        </p:nvSpPr>
        <p:spPr>
          <a:xfrm>
            <a:off x="8133398" y="1613917"/>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4261915" y="1609724"/>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p:nvCxnSpPr>
        <p:spPr>
          <a:xfrm>
            <a:off x="7951236" y="1609724"/>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6CAD3E0A-0143-42FC-B8B6-EBC1FF990000}"/>
              </a:ext>
            </a:extLst>
          </p:cNvPr>
          <p:cNvSpPr>
            <a:spLocks noGrp="1"/>
          </p:cNvSpPr>
          <p:nvPr>
            <p:ph type="dt" sz="half" idx="17"/>
          </p:nvPr>
        </p:nvSpPr>
        <p:spPr/>
        <p:txBody>
          <a:bodyPr/>
          <a:lstStyle>
            <a:lvl1pPr>
              <a:defRPr>
                <a:solidFill>
                  <a:srgbClr val="514C47"/>
                </a:solidFill>
              </a:defRPr>
            </a:lvl1pPr>
          </a:lstStyle>
          <a:p>
            <a:r>
              <a:rPr lang="en-US"/>
              <a:t>[Date]</a:t>
            </a:r>
            <a:endParaRPr lang="en-US" dirty="0"/>
          </a:p>
        </p:txBody>
      </p:sp>
      <p:sp>
        <p:nvSpPr>
          <p:cNvPr id="7" name="Footer Placeholder 6">
            <a:extLst>
              <a:ext uri="{FF2B5EF4-FFF2-40B4-BE49-F238E27FC236}">
                <a16:creationId xmlns:a16="http://schemas.microsoft.com/office/drawing/2014/main" id="{7D46B54D-91F2-4210-9BEA-3B59824207D9}"/>
              </a:ext>
            </a:extLst>
          </p:cNvPr>
          <p:cNvSpPr>
            <a:spLocks noGrp="1"/>
          </p:cNvSpPr>
          <p:nvPr>
            <p:ph type="ftr" sz="quarter" idx="18"/>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8" name="Slide Number Placeholder 7">
            <a:extLst>
              <a:ext uri="{FF2B5EF4-FFF2-40B4-BE49-F238E27FC236}">
                <a16:creationId xmlns:a16="http://schemas.microsoft.com/office/drawing/2014/main" id="{F0900B02-4438-4597-85D3-D93A97B15462}"/>
              </a:ext>
            </a:extLst>
          </p:cNvPr>
          <p:cNvSpPr>
            <a:spLocks noGrp="1"/>
          </p:cNvSpPr>
          <p:nvPr>
            <p:ph type="sldNum" sz="quarter" idx="19"/>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8187499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Dark - Title/Subtitle 3 Column">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1F28BA13-39F7-FD62-A580-1BFD9EDD58CA}"/>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Content">
            <a:extLst>
              <a:ext uri="{FF2B5EF4-FFF2-40B4-BE49-F238E27FC236}">
                <a16:creationId xmlns:a16="http://schemas.microsoft.com/office/drawing/2014/main" id="{EEBF987F-38F4-709F-2C5C-6A33F92ABAC2}"/>
              </a:ext>
            </a:extLst>
          </p:cNvPr>
          <p:cNvSpPr>
            <a:spLocks noGrp="1"/>
          </p:cNvSpPr>
          <p:nvPr>
            <p:ph sz="quarter" idx="14"/>
          </p:nvPr>
        </p:nvSpPr>
        <p:spPr>
          <a:xfrm>
            <a:off x="766762" y="1600199"/>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a:extLst>
              <a:ext uri="{FF2B5EF4-FFF2-40B4-BE49-F238E27FC236}">
                <a16:creationId xmlns:a16="http://schemas.microsoft.com/office/drawing/2014/main" id="{C8007CC0-7806-5000-E1A2-EE5C157D0752}"/>
              </a:ext>
            </a:extLst>
          </p:cNvPr>
          <p:cNvSpPr>
            <a:spLocks noGrp="1"/>
          </p:cNvSpPr>
          <p:nvPr>
            <p:ph sz="quarter" idx="20"/>
          </p:nvPr>
        </p:nvSpPr>
        <p:spPr>
          <a:xfrm>
            <a:off x="4450080" y="1607058"/>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a:extLst>
              <a:ext uri="{FF2B5EF4-FFF2-40B4-BE49-F238E27FC236}">
                <a16:creationId xmlns:a16="http://schemas.microsoft.com/office/drawing/2014/main" id="{67D5716D-0077-0121-818A-02B0496ECCC9}"/>
              </a:ext>
            </a:extLst>
          </p:cNvPr>
          <p:cNvSpPr>
            <a:spLocks noGrp="1"/>
          </p:cNvSpPr>
          <p:nvPr>
            <p:ph sz="quarter" idx="21"/>
          </p:nvPr>
        </p:nvSpPr>
        <p:spPr>
          <a:xfrm>
            <a:off x="8133398" y="1613917"/>
            <a:ext cx="3291840"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4261915"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3" name="Column Divider 2" descr="Column Divider">
            <a:extLst>
              <a:ext uri="{FF2B5EF4-FFF2-40B4-BE49-F238E27FC236}">
                <a16:creationId xmlns:a16="http://schemas.microsoft.com/office/drawing/2014/main" id="{A70D9BB7-9BB9-40BD-84D2-8EE238E044D3}"/>
              </a:ext>
            </a:extLst>
          </p:cNvPr>
          <p:cNvCxnSpPr>
            <a:cxnSpLocks/>
          </p:cNvCxnSpPr>
          <p:nvPr/>
        </p:nvCxnSpPr>
        <p:spPr>
          <a:xfrm>
            <a:off x="7951236" y="1609725"/>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AEA8A2"/>
                </a:solidFill>
                <a:latin typeface="+mn-lt"/>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AEA8A2"/>
                </a:solidFill>
                <a:latin typeface="+mn-lt"/>
              </a:defRPr>
            </a:lvl1pPr>
          </a:lstStyle>
          <a:p>
            <a:r>
              <a:rPr lang="en-US"/>
              <a:t>[Date]</a:t>
            </a:r>
            <a:endParaRPr lang="en-US" dirty="0"/>
          </a:p>
        </p:txBody>
      </p:sp>
    </p:spTree>
    <p:extLst>
      <p:ext uri="{BB962C8B-B14F-4D97-AF65-F5344CB8AC3E}">
        <p14:creationId xmlns:p14="http://schemas.microsoft.com/office/powerpoint/2010/main" val="27782654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Dark - Title/Subtitle 4 Column">
    <p:bg>
      <p:bgRef idx="1001">
        <a:schemeClr val="bg2"/>
      </p:bgRef>
    </p:bg>
    <p:spTree>
      <p:nvGrpSpPr>
        <p:cNvPr id="1" name=""/>
        <p:cNvGrpSpPr/>
        <p:nvPr/>
      </p:nvGrpSpPr>
      <p:grpSpPr>
        <a:xfrm>
          <a:off x="0" y="0"/>
          <a:ext cx="0" cy="0"/>
          <a:chOff x="0" y="0"/>
          <a:chExt cx="0" cy="0"/>
        </a:xfrm>
      </p:grpSpPr>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0819"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4875"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AEA8A2"/>
                </a:solidFill>
                <a:latin typeface="+mn-lt"/>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AEA8A2"/>
                </a:solidFill>
                <a:latin typeface="+mn-lt"/>
              </a:defRPr>
            </a:lvl1pPr>
          </a:lstStyle>
          <a:p>
            <a:r>
              <a:rPr lang="en-US"/>
              <a:t>[Date]</a:t>
            </a:r>
            <a:endParaRPr lang="en-US" dirty="0"/>
          </a:p>
        </p:txBody>
      </p:sp>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1F28BA13-39F7-FD62-A580-1BFD9EDD58CA}"/>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Content 3">
            <a:extLst>
              <a:ext uri="{FF2B5EF4-FFF2-40B4-BE49-F238E27FC236}">
                <a16:creationId xmlns:a16="http://schemas.microsoft.com/office/drawing/2014/main" id="{D3DD214E-B770-0B46-25F4-55FE29C664BE}"/>
              </a:ext>
            </a:extLst>
          </p:cNvPr>
          <p:cNvSpPr>
            <a:spLocks noGrp="1"/>
          </p:cNvSpPr>
          <p:nvPr>
            <p:ph sz="quarter" idx="20"/>
          </p:nvPr>
        </p:nvSpPr>
        <p:spPr>
          <a:xfrm>
            <a:off x="8968931" y="1605827"/>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3364740"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 name="Column Divider" descr="Column Divider">
            <a:extLst>
              <a:ext uri="{FF2B5EF4-FFF2-40B4-BE49-F238E27FC236}">
                <a16:creationId xmlns:a16="http://schemas.microsoft.com/office/drawing/2014/main" id="{AEBA7189-AF66-B1ED-60CA-F3F3CB7D4526}"/>
              </a:ext>
            </a:extLst>
          </p:cNvPr>
          <p:cNvCxnSpPr>
            <a:cxnSpLocks/>
          </p:cNvCxnSpPr>
          <p:nvPr/>
        </p:nvCxnSpPr>
        <p:spPr>
          <a:xfrm>
            <a:off x="610439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0" name="Column Divider" descr="Column Divider">
            <a:extLst>
              <a:ext uri="{FF2B5EF4-FFF2-40B4-BE49-F238E27FC236}">
                <a16:creationId xmlns:a16="http://schemas.microsoft.com/office/drawing/2014/main" id="{F92A884D-26AA-4610-5971-3744D723CB9F}"/>
              </a:ext>
            </a:extLst>
          </p:cNvPr>
          <p:cNvCxnSpPr>
            <a:cxnSpLocks/>
          </p:cNvCxnSpPr>
          <p:nvPr/>
        </p:nvCxnSpPr>
        <p:spPr>
          <a:xfrm>
            <a:off x="884043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3339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Light - Title/Subtitle 4 Column">
    <p:bg>
      <p:bgRef idx="1001">
        <a:schemeClr val="bg2"/>
      </p:bgRef>
    </p:bg>
    <p:spTree>
      <p:nvGrpSpPr>
        <p:cNvPr id="1" name=""/>
        <p:cNvGrpSpPr/>
        <p:nvPr/>
      </p:nvGrpSpPr>
      <p:grpSpPr>
        <a:xfrm>
          <a:off x="0" y="0"/>
          <a:ext cx="0" cy="0"/>
          <a:chOff x="0" y="0"/>
          <a:chExt cx="0" cy="0"/>
        </a:xfrm>
      </p:grpSpPr>
      <p:sp>
        <p:nvSpPr>
          <p:cNvPr id="6" name="Content">
            <a:extLst>
              <a:ext uri="{FF2B5EF4-FFF2-40B4-BE49-F238E27FC236}">
                <a16:creationId xmlns:a16="http://schemas.microsoft.com/office/drawing/2014/main" id="{238CEDEE-F37B-4496-9270-0479A31C9762}"/>
              </a:ext>
            </a:extLst>
          </p:cNvPr>
          <p:cNvSpPr>
            <a:spLocks noGrp="1"/>
          </p:cNvSpPr>
          <p:nvPr>
            <p:ph sz="quarter" idx="14"/>
          </p:nvPr>
        </p:nvSpPr>
        <p:spPr>
          <a:xfrm>
            <a:off x="766763" y="1609726"/>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2">
            <a:extLst>
              <a:ext uri="{FF2B5EF4-FFF2-40B4-BE49-F238E27FC236}">
                <a16:creationId xmlns:a16="http://schemas.microsoft.com/office/drawing/2014/main" id="{22A9895A-06CA-46D6-B3EB-7038E6493585}"/>
              </a:ext>
            </a:extLst>
          </p:cNvPr>
          <p:cNvSpPr>
            <a:spLocks noGrp="1"/>
          </p:cNvSpPr>
          <p:nvPr>
            <p:ph sz="quarter" idx="15"/>
          </p:nvPr>
        </p:nvSpPr>
        <p:spPr>
          <a:xfrm>
            <a:off x="3500819"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3">
            <a:extLst>
              <a:ext uri="{FF2B5EF4-FFF2-40B4-BE49-F238E27FC236}">
                <a16:creationId xmlns:a16="http://schemas.microsoft.com/office/drawing/2014/main" id="{58EF7396-F6CE-404A-B85F-455D3F5341AE}"/>
              </a:ext>
            </a:extLst>
          </p:cNvPr>
          <p:cNvSpPr>
            <a:spLocks noGrp="1"/>
          </p:cNvSpPr>
          <p:nvPr>
            <p:ph sz="quarter" idx="16"/>
          </p:nvPr>
        </p:nvSpPr>
        <p:spPr>
          <a:xfrm>
            <a:off x="6234875" y="1609725"/>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8FC14E1F-DA7F-492C-AFEB-BC17569A9002}"/>
              </a:ext>
            </a:extLst>
          </p:cNvPr>
          <p:cNvSpPr>
            <a:spLocks noGrp="1"/>
          </p:cNvSpPr>
          <p:nvPr>
            <p:ph type="sldNum" sz="quarter" idx="19"/>
          </p:nvPr>
        </p:nvSpPr>
        <p:spPr/>
        <p:txBody>
          <a:bodyPr/>
          <a:lstStyle>
            <a:lvl1pPr>
              <a:defRPr sz="800">
                <a:solidFill>
                  <a:srgbClr val="514C47"/>
                </a:solidFill>
                <a:latin typeface="+mn-lt"/>
              </a:defRPr>
            </a:lvl1pPr>
          </a:lstStyle>
          <a:p>
            <a:fld id="{345D60D9-5372-5F40-9443-0F9AE5BDC3C8}" type="slidenum">
              <a:rPr lang="en-US" smtClean="0"/>
              <a:pPr/>
              <a:t>‹#›</a:t>
            </a:fld>
            <a:endParaRPr lang="en-US" dirty="0"/>
          </a:p>
        </p:txBody>
      </p:sp>
      <p:sp>
        <p:nvSpPr>
          <p:cNvPr id="7" name="Footer Placeholder 6">
            <a:extLst>
              <a:ext uri="{FF2B5EF4-FFF2-40B4-BE49-F238E27FC236}">
                <a16:creationId xmlns:a16="http://schemas.microsoft.com/office/drawing/2014/main" id="{FF0DBBB3-F562-4D09-B7E5-45C9C98CE1B5}"/>
              </a:ext>
            </a:extLst>
          </p:cNvPr>
          <p:cNvSpPr>
            <a:spLocks noGrp="1"/>
          </p:cNvSpPr>
          <p:nvPr>
            <p:ph type="ftr" sz="quarter" idx="18"/>
          </p:nvPr>
        </p:nvSpPr>
        <p:spPr/>
        <p:txBody>
          <a:bodyPr/>
          <a:lstStyle>
            <a:lvl1pPr>
              <a:defRPr sz="800">
                <a:solidFill>
                  <a:srgbClr val="514C47"/>
                </a:solidFill>
                <a:latin typeface="+mn-lt"/>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E77E4DB8-9644-4581-BEED-809BCD3EA9C1}"/>
              </a:ext>
            </a:extLst>
          </p:cNvPr>
          <p:cNvSpPr>
            <a:spLocks noGrp="1"/>
          </p:cNvSpPr>
          <p:nvPr>
            <p:ph type="dt" sz="half" idx="17"/>
          </p:nvPr>
        </p:nvSpPr>
        <p:spPr/>
        <p:txBody>
          <a:bodyPr/>
          <a:lstStyle>
            <a:lvl1pPr>
              <a:defRPr sz="800">
                <a:solidFill>
                  <a:srgbClr val="514C47"/>
                </a:solidFill>
                <a:latin typeface="+mn-lt"/>
              </a:defRPr>
            </a:lvl1pPr>
          </a:lstStyle>
          <a:p>
            <a:r>
              <a:rPr lang="en-US"/>
              <a:t>[Date]</a:t>
            </a:r>
            <a:endParaRPr lang="en-US" dirty="0"/>
          </a:p>
        </p:txBody>
      </p:sp>
      <p:sp>
        <p:nvSpPr>
          <p:cNvPr id="4" name="Title 1">
            <a:extLst>
              <a:ext uri="{FF2B5EF4-FFF2-40B4-BE49-F238E27FC236}">
                <a16:creationId xmlns:a16="http://schemas.microsoft.com/office/drawing/2014/main" id="{3CD77C36-1C4D-DE80-1F7B-60E8297188D0}"/>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2" name="Content 3">
            <a:extLst>
              <a:ext uri="{FF2B5EF4-FFF2-40B4-BE49-F238E27FC236}">
                <a16:creationId xmlns:a16="http://schemas.microsoft.com/office/drawing/2014/main" id="{D3DD214E-B770-0B46-25F4-55FE29C664BE}"/>
              </a:ext>
            </a:extLst>
          </p:cNvPr>
          <p:cNvSpPr>
            <a:spLocks noGrp="1"/>
          </p:cNvSpPr>
          <p:nvPr>
            <p:ph sz="quarter" idx="20"/>
          </p:nvPr>
        </p:nvSpPr>
        <p:spPr>
          <a:xfrm>
            <a:off x="8968931" y="1605827"/>
            <a:ext cx="2468880" cy="45079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Column Divider" descr="Column Divider">
            <a:extLst>
              <a:ext uri="{FF2B5EF4-FFF2-40B4-BE49-F238E27FC236}">
                <a16:creationId xmlns:a16="http://schemas.microsoft.com/office/drawing/2014/main" id="{C3377C95-3E35-473F-8E81-1FDFBEBC758A}"/>
              </a:ext>
            </a:extLst>
          </p:cNvPr>
          <p:cNvCxnSpPr>
            <a:cxnSpLocks/>
          </p:cNvCxnSpPr>
          <p:nvPr/>
        </p:nvCxnSpPr>
        <p:spPr>
          <a:xfrm>
            <a:off x="3364740"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 name="Column Divider" descr="Column Divider">
            <a:extLst>
              <a:ext uri="{FF2B5EF4-FFF2-40B4-BE49-F238E27FC236}">
                <a16:creationId xmlns:a16="http://schemas.microsoft.com/office/drawing/2014/main" id="{AEBA7189-AF66-B1ED-60CA-F3F3CB7D4526}"/>
              </a:ext>
            </a:extLst>
          </p:cNvPr>
          <p:cNvCxnSpPr>
            <a:cxnSpLocks/>
          </p:cNvCxnSpPr>
          <p:nvPr/>
        </p:nvCxnSpPr>
        <p:spPr>
          <a:xfrm>
            <a:off x="610439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0" name="Column Divider" descr="Column Divider">
            <a:extLst>
              <a:ext uri="{FF2B5EF4-FFF2-40B4-BE49-F238E27FC236}">
                <a16:creationId xmlns:a16="http://schemas.microsoft.com/office/drawing/2014/main" id="{F92A884D-26AA-4610-5971-3744D723CB9F}"/>
              </a:ext>
            </a:extLst>
          </p:cNvPr>
          <p:cNvCxnSpPr>
            <a:cxnSpLocks/>
          </p:cNvCxnSpPr>
          <p:nvPr/>
        </p:nvCxnSpPr>
        <p:spPr>
          <a:xfrm>
            <a:off x="8840439" y="1622606"/>
            <a:ext cx="0" cy="4507992"/>
          </a:xfrm>
          <a:prstGeom prst="line">
            <a:avLst/>
          </a:prstGeom>
          <a:ln w="12700" cap="flat">
            <a:solidFill>
              <a:srgbClr val="8B8580">
                <a:alpha val="25000"/>
              </a:srgbClr>
            </a:solidFill>
            <a:prstDash val="solid"/>
          </a:ln>
        </p:spPr>
        <p:style>
          <a:lnRef idx="1">
            <a:schemeClr val="accent1"/>
          </a:lnRef>
          <a:fillRef idx="0">
            <a:schemeClr val="accent1"/>
          </a:fillRef>
          <a:effectRef idx="0">
            <a:schemeClr val="accent1"/>
          </a:effectRef>
          <a:fontRef idx="minor">
            <a:schemeClr val="tx1"/>
          </a:fontRef>
        </p:style>
      </p:cxnSp>
      <p:sp>
        <p:nvSpPr>
          <p:cNvPr id="11" name="Subtitle">
            <a:extLst>
              <a:ext uri="{FF2B5EF4-FFF2-40B4-BE49-F238E27FC236}">
                <a16:creationId xmlns:a16="http://schemas.microsoft.com/office/drawing/2014/main" id="{C9A0F016-4DAC-1E29-77F1-0AE340758202}"/>
              </a:ext>
            </a:extLst>
          </p:cNvPr>
          <p:cNvSpPr>
            <a:spLocks noGrp="1"/>
          </p:cNvSpPr>
          <p:nvPr>
            <p:ph type="body" sz="quarter" idx="11" hasCustomPrompt="1"/>
          </p:nvPr>
        </p:nvSpPr>
        <p:spPr>
          <a:xfrm>
            <a:off x="766763" y="1009904"/>
            <a:ext cx="10671048"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Tree>
    <p:extLst>
      <p:ext uri="{BB962C8B-B14F-4D97-AF65-F5344CB8AC3E}">
        <p14:creationId xmlns:p14="http://schemas.microsoft.com/office/powerpoint/2010/main" val="1851501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Light - Title, Content and 1/3 Photo">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768875" y="182403"/>
            <a:ext cx="679014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6792262"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p:nvPr>
        </p:nvSpPr>
        <p:spPr>
          <a:xfrm>
            <a:off x="8132064" y="0"/>
            <a:ext cx="4059936" cy="6858000"/>
          </a:xfrm>
          <a:solidFill>
            <a:srgbClr val="AEA8A2"/>
          </a:solidFill>
        </p:spPr>
        <p:txBody>
          <a:bodyPr/>
          <a:lstStyle/>
          <a:p>
            <a:r>
              <a:rPr lang="en-US"/>
              <a:t>Click icon to add picture</a:t>
            </a:r>
          </a:p>
        </p:txBody>
      </p:sp>
    </p:spTree>
    <p:extLst>
      <p:ext uri="{BB962C8B-B14F-4D97-AF65-F5344CB8AC3E}">
        <p14:creationId xmlns:p14="http://schemas.microsoft.com/office/powerpoint/2010/main" val="13693777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Dark - Title, Content and 1/3 Photo">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59826-0B3C-4973-B5FA-B18F68758F38}"/>
              </a:ext>
            </a:extLst>
          </p:cNvPr>
          <p:cNvSpPr>
            <a:spLocks noGrp="1"/>
          </p:cNvSpPr>
          <p:nvPr>
            <p:ph type="title" hasCustomPrompt="1"/>
          </p:nvPr>
        </p:nvSpPr>
        <p:spPr>
          <a:xfrm>
            <a:off x="768875" y="182403"/>
            <a:ext cx="679014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4" name="Content">
            <a:extLst>
              <a:ext uri="{FF2B5EF4-FFF2-40B4-BE49-F238E27FC236}">
                <a16:creationId xmlns:a16="http://schemas.microsoft.com/office/drawing/2014/main" id="{FA05E257-5557-514A-2025-3EF63D1140D3}"/>
              </a:ext>
            </a:extLst>
          </p:cNvPr>
          <p:cNvSpPr>
            <a:spLocks noGrp="1"/>
          </p:cNvSpPr>
          <p:nvPr>
            <p:ph sz="quarter" idx="14"/>
          </p:nvPr>
        </p:nvSpPr>
        <p:spPr>
          <a:xfrm>
            <a:off x="766762" y="1600199"/>
            <a:ext cx="6792262"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marL="547688" indent="-182563">
              <a:lnSpc>
                <a:spcPct val="100000"/>
              </a:lnSpc>
              <a:buFont typeface="System Font Regular"/>
              <a:buChar char="-"/>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marL="914400" indent="-182880">
              <a:lnSpc>
                <a:spcPct val="100000"/>
              </a:lnSpc>
              <a:buFont typeface="System Font Regular"/>
              <a:buChar char="-"/>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22033CC1-6A5D-D20A-D1C7-358398AE8124}"/>
              </a:ext>
            </a:extLst>
          </p:cNvPr>
          <p:cNvSpPr>
            <a:spLocks noGrp="1"/>
          </p:cNvSpPr>
          <p:nvPr>
            <p:ph type="pic" sz="quarter" idx="18" hasCustomPrompt="1"/>
          </p:nvPr>
        </p:nvSpPr>
        <p:spPr>
          <a:xfrm>
            <a:off x="8132064" y="0"/>
            <a:ext cx="4059936" cy="6858000"/>
          </a:xfrm>
          <a:solidFill>
            <a:srgbClr val="AEA8A2"/>
          </a:solidFill>
        </p:spPr>
        <p:txBody>
          <a:bodyPr/>
          <a:lstStyle>
            <a:lvl1pPr algn="ctr">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p:txBody>
      </p:sp>
      <p:sp>
        <p:nvSpPr>
          <p:cNvPr id="2" name="Slide Number Placeholder 7">
            <a:extLst>
              <a:ext uri="{FF2B5EF4-FFF2-40B4-BE49-F238E27FC236}">
                <a16:creationId xmlns:a16="http://schemas.microsoft.com/office/drawing/2014/main" id="{7F0F3812-0E62-2E09-C9AB-79F13108F9A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6">
            <a:extLst>
              <a:ext uri="{FF2B5EF4-FFF2-40B4-BE49-F238E27FC236}">
                <a16:creationId xmlns:a16="http://schemas.microsoft.com/office/drawing/2014/main" id="{4D96D9B3-827E-BCDB-1DEF-84EB5E7E90C2}"/>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6FBD1657-DE16-5859-6047-8B20D7971D48}"/>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760900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Light - Quote with Picture">
    <p:bg>
      <p:bgRef idx="1001">
        <a:schemeClr val="bg2"/>
      </p:bgRef>
    </p:bg>
    <p:spTree>
      <p:nvGrpSpPr>
        <p:cNvPr id="1" name=""/>
        <p:cNvGrpSpPr/>
        <p:nvPr/>
      </p:nvGrpSpPr>
      <p:grpSpPr>
        <a:xfrm>
          <a:off x="0" y="0"/>
          <a:ext cx="0" cy="0"/>
          <a:chOff x="0" y="0"/>
          <a:chExt cx="0" cy="0"/>
        </a:xfrm>
      </p:grpSpPr>
      <p:sp>
        <p:nvSpPr>
          <p:cNvPr id="3" name="Quote">
            <a:extLst>
              <a:ext uri="{FF2B5EF4-FFF2-40B4-BE49-F238E27FC236}">
                <a16:creationId xmlns:a16="http://schemas.microsoft.com/office/drawing/2014/main" id="{A13E52A3-3B72-407D-BD94-ADB27B9FCE9C}"/>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72844" y="4983135"/>
            <a:ext cx="6054629"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72844" y="5320728"/>
            <a:ext cx="6054629" cy="786385"/>
          </a:xfrm>
          <a:prstGeom prst="rect">
            <a:avLst/>
          </a:prstGeom>
        </p:spPr>
        <p:txBody>
          <a:bodyPr>
            <a:noAutofit/>
          </a:bodyPr>
          <a:lstStyle>
            <a:lvl1pPr>
              <a:lnSpc>
                <a:spcPct val="100000"/>
              </a:lnSpc>
              <a:defRPr sz="1600" b="0" i="0">
                <a:latin typeface="Oracle Sans Tab" panose="020B0503020204020204" pitchFamily="34" charset="0"/>
                <a:cs typeface="Oracle Sans Tab" panose="020B0503020204020204" pitchFamily="34" charset="0"/>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6190524B-9853-A3B5-6016-2D547D457D4C}"/>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dirty="0"/>
              <a:t>Click to add logo</a:t>
            </a:r>
          </a:p>
        </p:txBody>
      </p:sp>
      <p:sp>
        <p:nvSpPr>
          <p:cNvPr id="7" name="Picture Placeholder 6">
            <a:extLst>
              <a:ext uri="{FF2B5EF4-FFF2-40B4-BE49-F238E27FC236}">
                <a16:creationId xmlns:a16="http://schemas.microsoft.com/office/drawing/2014/main" id="{6145069B-D056-45AF-BC91-ABDBFD0C3D17}"/>
              </a:ext>
            </a:extLst>
          </p:cNvPr>
          <p:cNvSpPr>
            <a:spLocks noGrp="1"/>
          </p:cNvSpPr>
          <p:nvPr>
            <p:ph type="pic" sz="quarter" idx="42" hasCustomPrompt="1"/>
          </p:nvPr>
        </p:nvSpPr>
        <p:spPr>
          <a:xfrm>
            <a:off x="0" y="-2"/>
            <a:ext cx="4876800" cy="6858000"/>
          </a:xfrm>
        </p:spPr>
        <p:txBody>
          <a:bodyPr anchor="ctr" anchorCtr="1"/>
          <a:lstStyle>
            <a:lvl1pPr>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p:txBody>
      </p:sp>
      <p:sp>
        <p:nvSpPr>
          <p:cNvPr id="9" name="Slide Number Placeholder 5">
            <a:extLst>
              <a:ext uri="{FF2B5EF4-FFF2-40B4-BE49-F238E27FC236}">
                <a16:creationId xmlns:a16="http://schemas.microsoft.com/office/drawing/2014/main" id="{6D383948-15D7-7125-EC6C-CB63EC77CA18}"/>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10" name="Footer Placeholder 4">
            <a:extLst>
              <a:ext uri="{FF2B5EF4-FFF2-40B4-BE49-F238E27FC236}">
                <a16:creationId xmlns:a16="http://schemas.microsoft.com/office/drawing/2014/main" id="{FD46CC1D-F4C5-32B1-5BBE-B6CFF28BAB96}"/>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12" name="Date Placeholder 3">
            <a:extLst>
              <a:ext uri="{FF2B5EF4-FFF2-40B4-BE49-F238E27FC236}">
                <a16:creationId xmlns:a16="http://schemas.microsoft.com/office/drawing/2014/main" id="{9D38F3F9-78BB-AD8B-F9E3-58010BFE256F}"/>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4" name="Accent mark">
            <a:extLst>
              <a:ext uri="{FF2B5EF4-FFF2-40B4-BE49-F238E27FC236}">
                <a16:creationId xmlns:a16="http://schemas.microsoft.com/office/drawing/2014/main" id="{9693ED60-0244-537F-7CCC-D2E56AF0B93F}"/>
              </a:ext>
              <a:ext uri="{C183D7F6-B498-43B3-948B-1728B52AA6E4}">
                <adec:decorative xmlns:adec="http://schemas.microsoft.com/office/drawing/2017/decorative" val="1"/>
              </a:ext>
            </a:extLst>
          </p:cNvPr>
          <p:cNvSpPr/>
          <p:nvPr/>
        </p:nvSpPr>
        <p:spPr>
          <a:xfrm>
            <a:off x="5372844" y="4638587"/>
            <a:ext cx="365760" cy="36576"/>
          </a:xfrm>
          <a:prstGeom prst="rect">
            <a:avLst/>
          </a:prstGeom>
          <a:solidFill>
            <a:srgbClr val="C746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73528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Dark - Quote with Picture">
    <p:bg>
      <p:bgRef idx="1001">
        <a:schemeClr val="bg2"/>
      </p:bgRef>
    </p:bg>
    <p:spTree>
      <p:nvGrpSpPr>
        <p:cNvPr id="1" name=""/>
        <p:cNvGrpSpPr/>
        <p:nvPr/>
      </p:nvGrpSpPr>
      <p:grpSpPr>
        <a:xfrm>
          <a:off x="0" y="0"/>
          <a:ext cx="0" cy="0"/>
          <a:chOff x="0" y="0"/>
          <a:chExt cx="0" cy="0"/>
        </a:xfrm>
      </p:grpSpPr>
      <p:sp>
        <p:nvSpPr>
          <p:cNvPr id="10" name="Quote">
            <a:extLst>
              <a:ext uri="{FF2B5EF4-FFF2-40B4-BE49-F238E27FC236}">
                <a16:creationId xmlns:a16="http://schemas.microsoft.com/office/drawing/2014/main" id="{04AE5B2A-AF85-83D6-EC24-EFCB6E567112}"/>
              </a:ext>
            </a:extLst>
          </p:cNvPr>
          <p:cNvSpPr>
            <a:spLocks noGrp="1"/>
          </p:cNvSpPr>
          <p:nvPr>
            <p:ph type="title" hasCustomPrompt="1"/>
          </p:nvPr>
        </p:nvSpPr>
        <p:spPr>
          <a:xfrm>
            <a:off x="5220586" y="2896192"/>
            <a:ext cx="6219354" cy="1384995"/>
          </a:xfrm>
          <a:noFill/>
        </p:spPr>
        <p:txBody>
          <a:bodyPr vert="horz" wrap="square" lIns="0" tIns="0" rIns="0" bIns="0" rtlCol="0" anchor="b" anchorCtr="0">
            <a:spAutoFit/>
          </a:bodyPr>
          <a:lstStyle>
            <a:lvl1pPr marL="179388" indent="-179388">
              <a:lnSpc>
                <a:spcPct val="100000"/>
              </a:lnSpc>
              <a:tabLst/>
              <a:defRPr lang="en-US" sz="3000" b="0" i="0" dirty="0">
                <a:latin typeface="+mj-lt"/>
                <a:cs typeface="Oracle Sans Tab" panose="020B0503020204020204" pitchFamily="34" charset="0"/>
              </a:defRPr>
            </a:lvl1pPr>
          </a:lstStyle>
          <a:p>
            <a:pPr lvl="0"/>
            <a:r>
              <a:rPr lang="en-US" dirty="0"/>
              <a:t>“Click to type customer or</a:t>
            </a:r>
            <a:br>
              <a:rPr lang="en-US" dirty="0"/>
            </a:br>
            <a:r>
              <a:rPr lang="en-US" dirty="0"/>
              <a:t>partner quote surrounded</a:t>
            </a:r>
            <a:br>
              <a:rPr lang="en-US" dirty="0"/>
            </a:br>
            <a:r>
              <a:rPr lang="en-US" dirty="0"/>
              <a:t>by quotation marks.”</a:t>
            </a:r>
          </a:p>
        </p:txBody>
      </p:sp>
      <p:sp>
        <p:nvSpPr>
          <p:cNvPr id="13" name="Text Field">
            <a:extLst>
              <a:ext uri="{FF2B5EF4-FFF2-40B4-BE49-F238E27FC236}">
                <a16:creationId xmlns:a16="http://schemas.microsoft.com/office/drawing/2014/main" id="{04A571F4-71E4-264A-BBD5-0475995E681B}"/>
              </a:ext>
            </a:extLst>
          </p:cNvPr>
          <p:cNvSpPr>
            <a:spLocks noGrp="1"/>
          </p:cNvSpPr>
          <p:nvPr>
            <p:ph type="body" sz="quarter" idx="37" hasCustomPrompt="1"/>
          </p:nvPr>
        </p:nvSpPr>
        <p:spPr>
          <a:xfrm>
            <a:off x="5385816" y="4983135"/>
            <a:ext cx="6051272" cy="266291"/>
          </a:xfrm>
          <a:prstGeom prst="rect">
            <a:avLst/>
          </a:prstGeom>
        </p:spPr>
        <p:txBody>
          <a:bodyPr>
            <a:noAutofit/>
          </a:bodyPr>
          <a:lstStyle>
            <a:lvl1pPr>
              <a:lnSpc>
                <a:spcPct val="100000"/>
              </a:lnSpc>
              <a:defRPr b="1"/>
            </a:lvl1pPr>
          </a:lstStyle>
          <a:p>
            <a:pPr lvl="0"/>
            <a:r>
              <a:rPr lang="en-US" dirty="0"/>
              <a:t>Name of person quoted</a:t>
            </a:r>
          </a:p>
        </p:txBody>
      </p:sp>
      <p:sp>
        <p:nvSpPr>
          <p:cNvPr id="11" name="Text Field 2">
            <a:extLst>
              <a:ext uri="{FF2B5EF4-FFF2-40B4-BE49-F238E27FC236}">
                <a16:creationId xmlns:a16="http://schemas.microsoft.com/office/drawing/2014/main" id="{CBFB97F9-F988-C34C-8B6D-BB4A4D881736}"/>
              </a:ext>
            </a:extLst>
          </p:cNvPr>
          <p:cNvSpPr>
            <a:spLocks noGrp="1"/>
          </p:cNvSpPr>
          <p:nvPr>
            <p:ph type="body" sz="quarter" idx="36" hasCustomPrompt="1"/>
          </p:nvPr>
        </p:nvSpPr>
        <p:spPr>
          <a:xfrm>
            <a:off x="5385816" y="5320728"/>
            <a:ext cx="6051272" cy="786385"/>
          </a:xfrm>
          <a:prstGeom prst="rect">
            <a:avLst/>
          </a:prstGeom>
        </p:spPr>
        <p:txBody>
          <a:bodyPr>
            <a:noAutofit/>
          </a:bodyPr>
          <a:lstStyle>
            <a:lvl1pPr>
              <a:lnSpc>
                <a:spcPct val="100000"/>
              </a:lnSpc>
              <a:defRPr sz="1600" b="0" i="0">
                <a:latin typeface="Oracle Sans Tab" panose="020B0503020204020204" pitchFamily="34" charset="0"/>
                <a:cs typeface="Oracle Sans Tab" panose="020B0503020204020204" pitchFamily="34" charset="0"/>
              </a:defRPr>
            </a:lvl1pPr>
          </a:lstStyle>
          <a:p>
            <a:pPr lvl="0"/>
            <a:r>
              <a:rPr lang="en-US" dirty="0"/>
              <a:t>Additional information if needed</a:t>
            </a:r>
          </a:p>
        </p:txBody>
      </p:sp>
      <p:sp>
        <p:nvSpPr>
          <p:cNvPr id="2" name="Content Placeholder 2">
            <a:extLst>
              <a:ext uri="{FF2B5EF4-FFF2-40B4-BE49-F238E27FC236}">
                <a16:creationId xmlns:a16="http://schemas.microsoft.com/office/drawing/2014/main" id="{3CB52BCF-4E23-BA44-5C50-AFEA7DFA337E}"/>
              </a:ext>
            </a:extLst>
          </p:cNvPr>
          <p:cNvSpPr>
            <a:spLocks noGrp="1" noChangeAspect="1"/>
          </p:cNvSpPr>
          <p:nvPr>
            <p:ph sz="quarter" idx="47" hasCustomPrompt="1"/>
          </p:nvPr>
        </p:nvSpPr>
        <p:spPr>
          <a:xfrm>
            <a:off x="5372844" y="1203405"/>
            <a:ext cx="2447584" cy="673743"/>
          </a:xfrm>
        </p:spPr>
        <p:txBody>
          <a:bodyPr/>
          <a:lstStyle>
            <a:lvl5pPr marL="731520" indent="0">
              <a:buNone/>
              <a:defRPr/>
            </a:lvl5pPr>
          </a:lstStyle>
          <a:p>
            <a:pPr lvl="0"/>
            <a:r>
              <a:rPr lang="en-US" dirty="0"/>
              <a:t>Click to add logo</a:t>
            </a:r>
          </a:p>
        </p:txBody>
      </p:sp>
      <p:sp>
        <p:nvSpPr>
          <p:cNvPr id="5" name="Picture Placeholder 4">
            <a:extLst>
              <a:ext uri="{FF2B5EF4-FFF2-40B4-BE49-F238E27FC236}">
                <a16:creationId xmlns:a16="http://schemas.microsoft.com/office/drawing/2014/main" id="{EF3D1FF3-649D-46E2-9FDF-D1A77643F22A}"/>
              </a:ext>
            </a:extLst>
          </p:cNvPr>
          <p:cNvSpPr>
            <a:spLocks noGrp="1"/>
          </p:cNvSpPr>
          <p:nvPr>
            <p:ph type="pic" sz="quarter" idx="42" hasCustomPrompt="1"/>
          </p:nvPr>
        </p:nvSpPr>
        <p:spPr>
          <a:xfrm>
            <a:off x="0" y="0"/>
            <a:ext cx="4876800" cy="6858000"/>
          </a:xfrm>
        </p:spPr>
        <p:txBody>
          <a:bodyPr anchor="ctr" anchorCtr="1"/>
          <a:lstStyle>
            <a:lvl1pPr marL="0" marR="0" indent="0" algn="l" defTabSz="914400" rtl="0" eaLnBrk="1" fontAlgn="auto" latinLnBrk="0" hangingPunct="1">
              <a:lnSpc>
                <a:spcPct val="95000"/>
              </a:lnSpc>
              <a:spcBef>
                <a:spcPts val="600"/>
              </a:spcBef>
              <a:spcAft>
                <a:spcPts val="0"/>
              </a:spcAft>
              <a:buClrTx/>
              <a:buSzTx/>
              <a:buFont typeface="System Font Regular"/>
              <a:buNone/>
              <a:tabLst/>
              <a:defRPr b="0" i="0">
                <a:latin typeface="Oracle Sans Tab" panose="020B0503020204020204" pitchFamily="34" charset="0"/>
                <a:cs typeface="Oracle Sans Tab" panose="020B0503020204020204" pitchFamily="34" charset="0"/>
              </a:defRPr>
            </a:lvl1pPr>
          </a:lstStyle>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a:p>
            <a:pPr marL="0" marR="0" lvl="0" indent="0" algn="l" defTabSz="914400" rtl="0" eaLnBrk="1" fontAlgn="auto" latinLnBrk="0" hangingPunct="1">
              <a:lnSpc>
                <a:spcPct val="95000"/>
              </a:lnSpc>
              <a:spcBef>
                <a:spcPts val="600"/>
              </a:spcBef>
              <a:spcAft>
                <a:spcPts val="0"/>
              </a:spcAft>
              <a:buClrTx/>
              <a:buSzTx/>
              <a:buFont typeface="System Font Regular"/>
              <a:buNone/>
              <a:tabLst/>
              <a:defRPr/>
            </a:pPr>
            <a:endParaRPr lang="en-US" dirty="0"/>
          </a:p>
        </p:txBody>
      </p:sp>
      <p:sp>
        <p:nvSpPr>
          <p:cNvPr id="8" name="Slide Number Placeholder 7">
            <a:extLst>
              <a:ext uri="{FF2B5EF4-FFF2-40B4-BE49-F238E27FC236}">
                <a16:creationId xmlns:a16="http://schemas.microsoft.com/office/drawing/2014/main" id="{74012F76-56F8-02E5-D4BF-72EE9E58CDB6}"/>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9" name="Footer Placeholder 6">
            <a:extLst>
              <a:ext uri="{FF2B5EF4-FFF2-40B4-BE49-F238E27FC236}">
                <a16:creationId xmlns:a16="http://schemas.microsoft.com/office/drawing/2014/main" id="{3DC697D7-91D3-03A4-C4DD-83F242623976}"/>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2" name="Date Placeholder 4">
            <a:extLst>
              <a:ext uri="{FF2B5EF4-FFF2-40B4-BE49-F238E27FC236}">
                <a16:creationId xmlns:a16="http://schemas.microsoft.com/office/drawing/2014/main" id="{18E33BA5-8373-D6D1-7F87-133CF1849725}"/>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
        <p:nvSpPr>
          <p:cNvPr id="4" name="Accent mark">
            <a:extLst>
              <a:ext uri="{FF2B5EF4-FFF2-40B4-BE49-F238E27FC236}">
                <a16:creationId xmlns:a16="http://schemas.microsoft.com/office/drawing/2014/main" id="{99B99AF4-E9E4-23D9-4E0C-A8017ECCDA64}"/>
              </a:ext>
              <a:ext uri="{C183D7F6-B498-43B3-948B-1728B52AA6E4}">
                <adec:decorative xmlns:adec="http://schemas.microsoft.com/office/drawing/2017/decorative" val="1"/>
              </a:ext>
            </a:extLst>
          </p:cNvPr>
          <p:cNvSpPr/>
          <p:nvPr/>
        </p:nvSpPr>
        <p:spPr>
          <a:xfrm>
            <a:off x="5372844" y="4638587"/>
            <a:ext cx="365760" cy="36576"/>
          </a:xfrm>
          <a:prstGeom prst="rect">
            <a:avLst/>
          </a:prstGeom>
          <a:solidFill>
            <a:srgbClr val="F0CC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97117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Left Rail - Light">
    <p:bg>
      <p:bgRef idx="1001">
        <a:schemeClr val="bg2"/>
      </p:bgRef>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B705EA2-F116-883A-32A5-62C3C550DC70}"/>
              </a:ext>
              <a:ext uri="{C183D7F6-B498-43B3-948B-1728B52AA6E4}">
                <adec:decorative xmlns:adec="http://schemas.microsoft.com/office/drawing/2017/decorative" val="1"/>
              </a:ext>
            </a:extLst>
          </p:cNvPr>
          <p:cNvSpPr/>
          <p:nvPr/>
        </p:nvSpPr>
        <p:spPr>
          <a:xfrm>
            <a:off x="0" y="0"/>
            <a:ext cx="4578900" cy="6858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9534B91B-85A6-245A-7216-4ABE4FAC70C7}"/>
              </a:ext>
            </a:extLst>
          </p:cNvPr>
          <p:cNvSpPr>
            <a:spLocks noGrp="1"/>
          </p:cNvSpPr>
          <p:nvPr>
            <p:ph type="title" hasCustomPrompt="1"/>
          </p:nvPr>
        </p:nvSpPr>
        <p:spPr>
          <a:xfrm>
            <a:off x="768875" y="182403"/>
            <a:ext cx="304115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7A7FBF22-9A0A-8085-25D3-73EC896DDCD7}"/>
              </a:ext>
            </a:extLst>
          </p:cNvPr>
          <p:cNvSpPr>
            <a:spLocks noGrp="1"/>
          </p:cNvSpPr>
          <p:nvPr>
            <p:ph type="body" sz="quarter" idx="11" hasCustomPrompt="1"/>
          </p:nvPr>
        </p:nvSpPr>
        <p:spPr>
          <a:xfrm>
            <a:off x="766763" y="1009904"/>
            <a:ext cx="304115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16" name="Content">
            <a:extLst>
              <a:ext uri="{FF2B5EF4-FFF2-40B4-BE49-F238E27FC236}">
                <a16:creationId xmlns:a16="http://schemas.microsoft.com/office/drawing/2014/main" id="{797B9E53-3BA8-84FC-B7C2-7F1DE2C882BF}"/>
              </a:ext>
            </a:extLst>
          </p:cNvPr>
          <p:cNvSpPr>
            <a:spLocks noGrp="1"/>
          </p:cNvSpPr>
          <p:nvPr>
            <p:ph sz="quarter" idx="14"/>
          </p:nvPr>
        </p:nvSpPr>
        <p:spPr>
          <a:xfrm>
            <a:off x="766762" y="1600199"/>
            <a:ext cx="3043263" cy="450799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vl4pPr>
              <a:lnSpc>
                <a:spcPct val="100000"/>
              </a:lnSpc>
              <a:defRPr sz="1600" b="0" i="0">
                <a:latin typeface="Oracle Sans Tab" panose="020B0503020204020204" pitchFamily="34" charset="0"/>
                <a:cs typeface="Oracle Sans Tab" panose="020B0503020204020204" pitchFamily="34" charset="0"/>
              </a:defRPr>
            </a:lvl4pPr>
            <a:lvl5pPr>
              <a:lnSpc>
                <a:spcPct val="100000"/>
              </a:lnSpc>
              <a:defRPr sz="1600" b="0" i="0">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4A4AA1A5-342C-3485-3780-BAE18FB151A3}"/>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13" name="Footer Placeholder 4">
            <a:extLst>
              <a:ext uri="{FF2B5EF4-FFF2-40B4-BE49-F238E27FC236}">
                <a16:creationId xmlns:a16="http://schemas.microsoft.com/office/drawing/2014/main" id="{FDE280B0-6EE3-EDEB-71CB-39C075AE81F5}"/>
              </a:ext>
            </a:extLst>
          </p:cNvPr>
          <p:cNvSpPr>
            <a:spLocks noGrp="1"/>
          </p:cNvSpPr>
          <p:nvPr>
            <p:ph type="ftr" sz="quarter" idx="41"/>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14" name="Date Placeholder 3">
            <a:extLst>
              <a:ext uri="{FF2B5EF4-FFF2-40B4-BE49-F238E27FC236}">
                <a16:creationId xmlns:a16="http://schemas.microsoft.com/office/drawing/2014/main" id="{E559A02B-8EF1-F308-C124-047EB3505456}"/>
              </a:ext>
            </a:extLst>
          </p:cNvPr>
          <p:cNvSpPr>
            <a:spLocks noGrp="1"/>
          </p:cNvSpPr>
          <p:nvPr>
            <p:ph type="dt" sz="half" idx="42"/>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4236915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eft Rail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625BA6-E661-F94B-6FD6-217579854D3C}"/>
              </a:ext>
              <a:ext uri="{C183D7F6-B498-43B3-948B-1728B52AA6E4}">
                <adec:decorative xmlns:adec="http://schemas.microsoft.com/office/drawing/2017/decorative" val="1"/>
              </a:ext>
            </a:extLst>
          </p:cNvPr>
          <p:cNvSpPr/>
          <p:nvPr/>
        </p:nvSpPr>
        <p:spPr>
          <a:xfrm>
            <a:off x="0" y="0"/>
            <a:ext cx="4578900" cy="6858000"/>
          </a:xfrm>
          <a:prstGeom prst="rect">
            <a:avLst/>
          </a:prstGeom>
          <a:solidFill>
            <a:srgbClr val="1C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9534B91B-85A6-245A-7216-4ABE4FAC70C7}"/>
              </a:ext>
            </a:extLst>
          </p:cNvPr>
          <p:cNvSpPr>
            <a:spLocks noGrp="1"/>
          </p:cNvSpPr>
          <p:nvPr>
            <p:ph type="title" hasCustomPrompt="1"/>
          </p:nvPr>
        </p:nvSpPr>
        <p:spPr>
          <a:xfrm>
            <a:off x="768875" y="182403"/>
            <a:ext cx="3041150"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9" name="Subtitle">
            <a:extLst>
              <a:ext uri="{FF2B5EF4-FFF2-40B4-BE49-F238E27FC236}">
                <a16:creationId xmlns:a16="http://schemas.microsoft.com/office/drawing/2014/main" id="{7A7FBF22-9A0A-8085-25D3-73EC896DDCD7}"/>
              </a:ext>
            </a:extLst>
          </p:cNvPr>
          <p:cNvSpPr>
            <a:spLocks noGrp="1"/>
          </p:cNvSpPr>
          <p:nvPr>
            <p:ph type="body" sz="quarter" idx="11" hasCustomPrompt="1"/>
          </p:nvPr>
        </p:nvSpPr>
        <p:spPr>
          <a:xfrm>
            <a:off x="766763" y="1009904"/>
            <a:ext cx="3041150" cy="330540"/>
          </a:xfrm>
          <a:prstGeom prst="rect">
            <a:avLst/>
          </a:prstGeom>
        </p:spPr>
        <p:txBody>
          <a:bodyPr lIns="0">
            <a:noAutofit/>
          </a:bodyPr>
          <a:lstStyle>
            <a:lvl1pPr marL="0" indent="0">
              <a:lnSpc>
                <a:spcPct val="100000"/>
              </a:lnSpc>
              <a:spcAft>
                <a:spcPts val="0"/>
              </a:spcAft>
              <a:buNone/>
              <a:defRPr sz="2000" b="0" i="0">
                <a:solidFill>
                  <a:schemeClr val="tx1"/>
                </a:solidFill>
                <a:latin typeface="Oracle Sans Tab" panose="020B0503020204020204" pitchFamily="34" charset="0"/>
                <a:cs typeface="Oracle Sans Tab" panose="020B0503020204020204" pitchFamily="34" charset="0"/>
              </a:defRPr>
            </a:lvl1pPr>
          </a:lstStyle>
          <a:p>
            <a:pPr lvl="0"/>
            <a:r>
              <a:rPr lang="en-US" dirty="0"/>
              <a:t>Subtitle</a:t>
            </a:r>
          </a:p>
        </p:txBody>
      </p:sp>
      <p:sp>
        <p:nvSpPr>
          <p:cNvPr id="16" name="Content">
            <a:extLst>
              <a:ext uri="{FF2B5EF4-FFF2-40B4-BE49-F238E27FC236}">
                <a16:creationId xmlns:a16="http://schemas.microsoft.com/office/drawing/2014/main" id="{797B9E53-3BA8-84FC-B7C2-7F1DE2C882BF}"/>
              </a:ext>
            </a:extLst>
          </p:cNvPr>
          <p:cNvSpPr>
            <a:spLocks noGrp="1"/>
          </p:cNvSpPr>
          <p:nvPr>
            <p:ph sz="quarter" idx="14"/>
          </p:nvPr>
        </p:nvSpPr>
        <p:spPr>
          <a:xfrm>
            <a:off x="766762" y="1600199"/>
            <a:ext cx="3043263" cy="450799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vl4pPr>
              <a:lnSpc>
                <a:spcPct val="100000"/>
              </a:lnSpc>
              <a:defRPr sz="1600" b="0" i="0">
                <a:solidFill>
                  <a:schemeClr val="tx1"/>
                </a:solidFill>
                <a:latin typeface="Oracle Sans Tab" panose="020B0503020204020204" pitchFamily="34" charset="0"/>
                <a:cs typeface="Oracle Sans Tab" panose="020B0503020204020204" pitchFamily="34" charset="0"/>
              </a:defRPr>
            </a:lvl4pPr>
            <a:lvl5pPr>
              <a:lnSpc>
                <a:spcPct val="100000"/>
              </a:lnSpc>
              <a:defRPr sz="1600" b="0" i="0">
                <a:solidFill>
                  <a:schemeClr val="tx1"/>
                </a:solidFill>
                <a:latin typeface="Oracle Sans Tab" panose="020B0503020204020204" pitchFamily="34" charset="0"/>
                <a:cs typeface="Oracle Sans Tab" panose="020B05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4A4AA1A5-342C-3485-3780-BAE18FB151A3}"/>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3" name="Footer Placeholder 4">
            <a:extLst>
              <a:ext uri="{FF2B5EF4-FFF2-40B4-BE49-F238E27FC236}">
                <a16:creationId xmlns:a16="http://schemas.microsoft.com/office/drawing/2014/main" id="{FDE280B0-6EE3-EDEB-71CB-39C075AE81F5}"/>
              </a:ext>
            </a:extLst>
          </p:cNvPr>
          <p:cNvSpPr>
            <a:spLocks noGrp="1"/>
          </p:cNvSpPr>
          <p:nvPr>
            <p:ph type="ftr" sz="quarter" idx="41"/>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4" name="Date Placeholder 3">
            <a:extLst>
              <a:ext uri="{FF2B5EF4-FFF2-40B4-BE49-F238E27FC236}">
                <a16:creationId xmlns:a16="http://schemas.microsoft.com/office/drawing/2014/main" id="{E559A02B-8EF1-F308-C124-047EB3505456}"/>
              </a:ext>
            </a:extLst>
          </p:cNvPr>
          <p:cNvSpPr>
            <a:spLocks noGrp="1"/>
          </p:cNvSpPr>
          <p:nvPr>
            <p:ph type="dt" sz="half" idx="42"/>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25279694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ntent + Illustration_Light">
    <p:bg>
      <p:bgRef idx="1001">
        <a:schemeClr val="bg2"/>
      </p:bgRef>
    </p:bg>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8A0A7166-96D6-457B-8CE6-21491B0153C5}"/>
              </a:ext>
            </a:extLst>
          </p:cNvPr>
          <p:cNvSpPr>
            <a:spLocks noGrp="1"/>
          </p:cNvSpPr>
          <p:nvPr>
            <p:ph type="title" hasCustomPrompt="1"/>
          </p:nvPr>
        </p:nvSpPr>
        <p:spPr>
          <a:xfrm>
            <a:off x="768875" y="182403"/>
            <a:ext cx="475488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6" name="Subtitle">
            <a:extLst>
              <a:ext uri="{FF2B5EF4-FFF2-40B4-BE49-F238E27FC236}">
                <a16:creationId xmlns:a16="http://schemas.microsoft.com/office/drawing/2014/main" id="{2F837A2F-4A14-0DC4-608A-F65C24823266}"/>
              </a:ext>
            </a:extLst>
          </p:cNvPr>
          <p:cNvSpPr>
            <a:spLocks noGrp="1"/>
          </p:cNvSpPr>
          <p:nvPr>
            <p:ph type="body" sz="quarter" idx="43" hasCustomPrompt="1"/>
          </p:nvPr>
        </p:nvSpPr>
        <p:spPr>
          <a:xfrm>
            <a:off x="766763" y="1009904"/>
            <a:ext cx="475488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rgbClr val="AEA8A2"/>
          </a:solidFill>
        </p:spPr>
        <p:txBody>
          <a:bodyPr lIns="72000" tIns="72000" rIns="0"/>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p:txBody>
      </p:sp>
      <p:pic>
        <p:nvPicPr>
          <p:cNvPr id="2" name="OTag">
            <a:extLst>
              <a:ext uri="{FF2B5EF4-FFF2-40B4-BE49-F238E27FC236}">
                <a16:creationId xmlns:a16="http://schemas.microsoft.com/office/drawing/2014/main" id="{01697E3B-EC33-E29C-6BC1-AB748D6E2D6C}"/>
              </a:ext>
              <a:ext uri="{C183D7F6-B498-43B3-948B-1728B52AA6E4}">
                <adec:decorative xmlns:adec="http://schemas.microsoft.com/office/drawing/2017/decorative" val="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14" name="Text Placeholder 21">
            <a:extLst>
              <a:ext uri="{FF2B5EF4-FFF2-40B4-BE49-F238E27FC236}">
                <a16:creationId xmlns:a16="http://schemas.microsoft.com/office/drawing/2014/main" id="{91B7B17D-763D-5F99-0CC2-80B2CC63E130}"/>
              </a:ext>
            </a:extLst>
          </p:cNvPr>
          <p:cNvSpPr>
            <a:spLocks noGrp="1"/>
          </p:cNvSpPr>
          <p:nvPr>
            <p:ph type="body" sz="quarter" idx="32" hasCustomPrompt="1"/>
          </p:nvPr>
        </p:nvSpPr>
        <p:spPr>
          <a:xfrm>
            <a:off x="762191" y="1965976"/>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7" name="Text Placeholder 19">
            <a:extLst>
              <a:ext uri="{FF2B5EF4-FFF2-40B4-BE49-F238E27FC236}">
                <a16:creationId xmlns:a16="http://schemas.microsoft.com/office/drawing/2014/main" id="{F95C4F20-D940-4F84-4840-DD649575E2CD}"/>
              </a:ext>
            </a:extLst>
          </p:cNvPr>
          <p:cNvSpPr>
            <a:spLocks noGrp="1"/>
          </p:cNvSpPr>
          <p:nvPr>
            <p:ph type="body" sz="quarter" idx="44"/>
          </p:nvPr>
        </p:nvSpPr>
        <p:spPr>
          <a:xfrm>
            <a:off x="760698" y="2309418"/>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5" name="Text Placeholder 21">
            <a:extLst>
              <a:ext uri="{FF2B5EF4-FFF2-40B4-BE49-F238E27FC236}">
                <a16:creationId xmlns:a16="http://schemas.microsoft.com/office/drawing/2014/main" id="{5DE24B9A-F5B4-C415-A25C-25FE02976EEF}"/>
              </a:ext>
            </a:extLst>
          </p:cNvPr>
          <p:cNvSpPr>
            <a:spLocks noGrp="1"/>
          </p:cNvSpPr>
          <p:nvPr>
            <p:ph type="body" sz="quarter" idx="38" hasCustomPrompt="1"/>
          </p:nvPr>
        </p:nvSpPr>
        <p:spPr>
          <a:xfrm>
            <a:off x="762191" y="3222718"/>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9" name="Text Placeholder 19">
            <a:extLst>
              <a:ext uri="{FF2B5EF4-FFF2-40B4-BE49-F238E27FC236}">
                <a16:creationId xmlns:a16="http://schemas.microsoft.com/office/drawing/2014/main" id="{E725E68E-222F-2174-3EDA-49279B3A0D6A}"/>
              </a:ext>
            </a:extLst>
          </p:cNvPr>
          <p:cNvSpPr>
            <a:spLocks noGrp="1"/>
          </p:cNvSpPr>
          <p:nvPr>
            <p:ph type="body" sz="quarter" idx="45"/>
          </p:nvPr>
        </p:nvSpPr>
        <p:spPr>
          <a:xfrm>
            <a:off x="760698" y="3567051"/>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6" name="Text Placeholder 21">
            <a:extLst>
              <a:ext uri="{FF2B5EF4-FFF2-40B4-BE49-F238E27FC236}">
                <a16:creationId xmlns:a16="http://schemas.microsoft.com/office/drawing/2014/main" id="{2080E49F-0C27-1D0D-3ADD-B37ABD6F37FA}"/>
              </a:ext>
            </a:extLst>
          </p:cNvPr>
          <p:cNvSpPr>
            <a:spLocks noGrp="1"/>
          </p:cNvSpPr>
          <p:nvPr>
            <p:ph type="body" sz="quarter" idx="39" hasCustomPrompt="1"/>
          </p:nvPr>
        </p:nvSpPr>
        <p:spPr>
          <a:xfrm>
            <a:off x="762191" y="459430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0" name="Text Placeholder 19">
            <a:extLst>
              <a:ext uri="{FF2B5EF4-FFF2-40B4-BE49-F238E27FC236}">
                <a16:creationId xmlns:a16="http://schemas.microsoft.com/office/drawing/2014/main" id="{85BD9371-1A26-2813-D974-5AAA802C8FF9}"/>
              </a:ext>
            </a:extLst>
          </p:cNvPr>
          <p:cNvSpPr>
            <a:spLocks noGrp="1"/>
          </p:cNvSpPr>
          <p:nvPr>
            <p:ph type="body" sz="quarter" idx="46"/>
          </p:nvPr>
        </p:nvSpPr>
        <p:spPr>
          <a:xfrm>
            <a:off x="760698" y="4937745"/>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7" name="Date Placeholder 6">
            <a:extLst>
              <a:ext uri="{FF2B5EF4-FFF2-40B4-BE49-F238E27FC236}">
                <a16:creationId xmlns:a16="http://schemas.microsoft.com/office/drawing/2014/main" id="{94AF7987-C710-3871-B657-891515739542}"/>
              </a:ext>
            </a:extLst>
          </p:cNvPr>
          <p:cNvSpPr>
            <a:spLocks noGrp="1"/>
          </p:cNvSpPr>
          <p:nvPr>
            <p:ph type="dt" sz="half" idx="47"/>
          </p:nvPr>
        </p:nvSpPr>
        <p:spPr/>
        <p:txBody>
          <a:bodyPr/>
          <a:lstStyle>
            <a:lvl1pPr>
              <a:defRPr>
                <a:solidFill>
                  <a:srgbClr val="514C47"/>
                </a:solidFill>
              </a:defRPr>
            </a:lvl1pPr>
          </a:lstStyle>
          <a:p>
            <a:r>
              <a:rPr lang="en-US"/>
              <a:t>[Date]</a:t>
            </a:r>
            <a:endParaRPr lang="en-US" dirty="0"/>
          </a:p>
        </p:txBody>
      </p:sp>
      <p:sp>
        <p:nvSpPr>
          <p:cNvPr id="8" name="Footer Placeholder 7">
            <a:extLst>
              <a:ext uri="{FF2B5EF4-FFF2-40B4-BE49-F238E27FC236}">
                <a16:creationId xmlns:a16="http://schemas.microsoft.com/office/drawing/2014/main" id="{A47B4B01-B49C-CB08-78E3-DAB353AFE68D}"/>
              </a:ext>
            </a:extLst>
          </p:cNvPr>
          <p:cNvSpPr>
            <a:spLocks noGrp="1"/>
          </p:cNvSpPr>
          <p:nvPr>
            <p:ph type="ftr" sz="quarter" idx="48"/>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9" name="Slide Number Placeholder 8">
            <a:extLst>
              <a:ext uri="{FF2B5EF4-FFF2-40B4-BE49-F238E27FC236}">
                <a16:creationId xmlns:a16="http://schemas.microsoft.com/office/drawing/2014/main" id="{6378DD8F-6EC1-338B-B6F1-7361BA5C390D}"/>
              </a:ext>
            </a:extLst>
          </p:cNvPr>
          <p:cNvSpPr>
            <a:spLocks noGrp="1"/>
          </p:cNvSpPr>
          <p:nvPr>
            <p:ph type="sldNum" sz="quarter" idx="49"/>
          </p:nvPr>
        </p:nvSpPr>
        <p:spPr/>
        <p:txBody>
          <a:bodyPr/>
          <a:lstStyle>
            <a:lvl1pPr>
              <a:defRPr>
                <a:solidFill>
                  <a:srgbClr val="514C47"/>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19496447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ontent + Illustration_Dark">
    <p:bg>
      <p:bgRef idx="1001">
        <a:schemeClr val="bg2"/>
      </p:bgRef>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0AAD36B-6012-46AE-9059-48412FF4F4CE}"/>
              </a:ext>
            </a:extLst>
          </p:cNvPr>
          <p:cNvSpPr>
            <a:spLocks noGrp="1"/>
          </p:cNvSpPr>
          <p:nvPr>
            <p:ph type="title" hasCustomPrompt="1"/>
          </p:nvPr>
        </p:nvSpPr>
        <p:spPr>
          <a:xfrm>
            <a:off x="768875" y="182403"/>
            <a:ext cx="4754880"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3" name="Subtitle">
            <a:extLst>
              <a:ext uri="{FF2B5EF4-FFF2-40B4-BE49-F238E27FC236}">
                <a16:creationId xmlns:a16="http://schemas.microsoft.com/office/drawing/2014/main" id="{2F0BE92C-B4B2-428B-05A0-35A0A1E50208}"/>
              </a:ext>
            </a:extLst>
          </p:cNvPr>
          <p:cNvSpPr>
            <a:spLocks noGrp="1"/>
          </p:cNvSpPr>
          <p:nvPr>
            <p:ph type="body" sz="quarter" idx="43" hasCustomPrompt="1"/>
          </p:nvPr>
        </p:nvSpPr>
        <p:spPr>
          <a:xfrm>
            <a:off x="766763" y="1009904"/>
            <a:ext cx="4754880" cy="330540"/>
          </a:xfrm>
          <a:prstGeom prst="rect">
            <a:avLst/>
          </a:prstGeom>
        </p:spPr>
        <p:txBody>
          <a:bodyPr lIns="0">
            <a:noAutofit/>
          </a:bodyPr>
          <a:lstStyle>
            <a:lvl1pPr marL="0" indent="0">
              <a:lnSpc>
                <a:spcPct val="100000"/>
              </a:lnSpc>
              <a:spcAft>
                <a:spcPts val="0"/>
              </a:spcAft>
              <a:buNone/>
              <a:defRPr sz="20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7" name="Text Placeholder 21">
            <a:extLst>
              <a:ext uri="{FF2B5EF4-FFF2-40B4-BE49-F238E27FC236}">
                <a16:creationId xmlns:a16="http://schemas.microsoft.com/office/drawing/2014/main" id="{D94B5212-F918-DF01-5172-A319C17449A7}"/>
              </a:ext>
            </a:extLst>
          </p:cNvPr>
          <p:cNvSpPr>
            <a:spLocks noGrp="1"/>
          </p:cNvSpPr>
          <p:nvPr>
            <p:ph type="body" sz="quarter" idx="32" hasCustomPrompt="1"/>
          </p:nvPr>
        </p:nvSpPr>
        <p:spPr>
          <a:xfrm>
            <a:off x="762191" y="1965976"/>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0" name="Text Placeholder 19">
            <a:extLst>
              <a:ext uri="{FF2B5EF4-FFF2-40B4-BE49-F238E27FC236}">
                <a16:creationId xmlns:a16="http://schemas.microsoft.com/office/drawing/2014/main" id="{3FE2B7B3-F269-EFB7-7B21-A67456B5D4CB}"/>
              </a:ext>
            </a:extLst>
          </p:cNvPr>
          <p:cNvSpPr>
            <a:spLocks noGrp="1"/>
          </p:cNvSpPr>
          <p:nvPr>
            <p:ph type="body" sz="quarter" idx="44"/>
          </p:nvPr>
        </p:nvSpPr>
        <p:spPr>
          <a:xfrm>
            <a:off x="760698" y="2309418"/>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9" name="Text Placeholder 21">
            <a:extLst>
              <a:ext uri="{FF2B5EF4-FFF2-40B4-BE49-F238E27FC236}">
                <a16:creationId xmlns:a16="http://schemas.microsoft.com/office/drawing/2014/main" id="{BCEC7A68-80D1-7F0E-65E6-F442ED207687}"/>
              </a:ext>
            </a:extLst>
          </p:cNvPr>
          <p:cNvSpPr>
            <a:spLocks noGrp="1"/>
          </p:cNvSpPr>
          <p:nvPr>
            <p:ph type="body" sz="quarter" idx="38" hasCustomPrompt="1"/>
          </p:nvPr>
        </p:nvSpPr>
        <p:spPr>
          <a:xfrm>
            <a:off x="762191" y="3222718"/>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Text Placeholder 19">
            <a:extLst>
              <a:ext uri="{FF2B5EF4-FFF2-40B4-BE49-F238E27FC236}">
                <a16:creationId xmlns:a16="http://schemas.microsoft.com/office/drawing/2014/main" id="{D61461B8-CD09-2000-05E6-9B3BC9D25CD5}"/>
              </a:ext>
            </a:extLst>
          </p:cNvPr>
          <p:cNvSpPr>
            <a:spLocks noGrp="1"/>
          </p:cNvSpPr>
          <p:nvPr>
            <p:ph type="body" sz="quarter" idx="45"/>
          </p:nvPr>
        </p:nvSpPr>
        <p:spPr>
          <a:xfrm>
            <a:off x="760698" y="3567051"/>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1" name="Text Placeholder 21">
            <a:extLst>
              <a:ext uri="{FF2B5EF4-FFF2-40B4-BE49-F238E27FC236}">
                <a16:creationId xmlns:a16="http://schemas.microsoft.com/office/drawing/2014/main" id="{A3E124E7-38A2-4149-5708-BE9F62CFA604}"/>
              </a:ext>
            </a:extLst>
          </p:cNvPr>
          <p:cNvSpPr>
            <a:spLocks noGrp="1"/>
          </p:cNvSpPr>
          <p:nvPr>
            <p:ph type="body" sz="quarter" idx="39" hasCustomPrompt="1"/>
          </p:nvPr>
        </p:nvSpPr>
        <p:spPr>
          <a:xfrm>
            <a:off x="762191" y="459430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2" name="Text Placeholder 19">
            <a:extLst>
              <a:ext uri="{FF2B5EF4-FFF2-40B4-BE49-F238E27FC236}">
                <a16:creationId xmlns:a16="http://schemas.microsoft.com/office/drawing/2014/main" id="{4FBE4EEC-B947-E852-0B29-987839C3A3D6}"/>
              </a:ext>
            </a:extLst>
          </p:cNvPr>
          <p:cNvSpPr>
            <a:spLocks noGrp="1"/>
          </p:cNvSpPr>
          <p:nvPr>
            <p:ph type="body" sz="quarter" idx="46"/>
          </p:nvPr>
        </p:nvSpPr>
        <p:spPr>
          <a:xfrm>
            <a:off x="760698" y="4937745"/>
            <a:ext cx="4764024" cy="457200"/>
          </a:xfrm>
        </p:spPr>
        <p:txBody>
          <a:bodyPr/>
          <a:lstStyle>
            <a:lvl1pPr>
              <a:lnSpc>
                <a:spcPct val="100000"/>
              </a:lnSpc>
              <a:defRPr/>
            </a:lvl1pPr>
            <a:lvl2pPr>
              <a:lnSpc>
                <a:spcPct val="100000"/>
              </a:lnSpc>
              <a:defRPr/>
            </a:lvl2pPr>
          </a:lstStyle>
          <a:p>
            <a:pPr lvl="0"/>
            <a:r>
              <a:rPr lang="en-US"/>
              <a:t>Click to edit Master text styles</a:t>
            </a:r>
          </a:p>
          <a:p>
            <a:pPr lvl="1"/>
            <a:r>
              <a:rPr lang="en-US"/>
              <a:t>Second level</a:t>
            </a:r>
          </a:p>
        </p:txBody>
      </p:sp>
      <p:sp>
        <p:nvSpPr>
          <p:cNvPr id="18" name="Picture Placeholder 17">
            <a:extLst>
              <a:ext uri="{FF2B5EF4-FFF2-40B4-BE49-F238E27FC236}">
                <a16:creationId xmlns:a16="http://schemas.microsoft.com/office/drawing/2014/main" id="{BB55E146-CDC2-714E-AEDA-21D37E508E28}"/>
              </a:ext>
            </a:extLst>
          </p:cNvPr>
          <p:cNvSpPr>
            <a:spLocks noGrp="1"/>
          </p:cNvSpPr>
          <p:nvPr>
            <p:ph type="pic" sz="quarter" idx="11" hasCustomPrompt="1"/>
          </p:nvPr>
        </p:nvSpPr>
        <p:spPr>
          <a:xfrm>
            <a:off x="6096000" y="0"/>
            <a:ext cx="6096000" cy="6858000"/>
          </a:xfrm>
          <a:solidFill>
            <a:srgbClr val="AEA8A2"/>
          </a:solidFill>
        </p:spPr>
        <p:txBody>
          <a:bodyPr lIns="72000" tIns="72000" rIns="0"/>
          <a:lstStyle>
            <a:lvl1pPr algn="ctr">
              <a:defRPr sz="1400" b="0" i="0">
                <a:solidFill>
                  <a:schemeClr val="bg1"/>
                </a:solidFill>
                <a:latin typeface="Oracle Sans Tab Light" panose="020B0403020204020204" pitchFamily="34" charset="0"/>
                <a:cs typeface="Oracle Sans Tab Light" panose="020B0403020204020204" pitchFamily="34" charset="0"/>
              </a:defRPr>
            </a:lvl1pPr>
          </a:lstStyle>
          <a:p>
            <a:r>
              <a:rPr lang="en-US" dirty="0"/>
              <a:t>Click to add photo or illustration</a:t>
            </a:r>
          </a:p>
          <a:p>
            <a:endParaRPr lang="en-US" dirty="0"/>
          </a:p>
        </p:txBody>
      </p:sp>
      <p:pic>
        <p:nvPicPr>
          <p:cNvPr id="2" name="OTag">
            <a:extLst>
              <a:ext uri="{FF2B5EF4-FFF2-40B4-BE49-F238E27FC236}">
                <a16:creationId xmlns:a16="http://schemas.microsoft.com/office/drawing/2014/main" id="{E2D47D66-0673-9FA9-7073-BF64CD36609E}"/>
              </a:ext>
              <a:ext uri="{C183D7F6-B498-43B3-948B-1728B52AA6E4}">
                <adec:decorative xmlns:adec="http://schemas.microsoft.com/office/drawing/2017/decorative" val="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
        <p:nvSpPr>
          <p:cNvPr id="3" name="Slide Number Placeholder 7">
            <a:extLst>
              <a:ext uri="{FF2B5EF4-FFF2-40B4-BE49-F238E27FC236}">
                <a16:creationId xmlns:a16="http://schemas.microsoft.com/office/drawing/2014/main" id="{8AC454DE-00F0-4427-48D5-1DC459110090}"/>
              </a:ext>
            </a:extLst>
          </p:cNvPr>
          <p:cNvSpPr>
            <a:spLocks noGrp="1"/>
          </p:cNvSpPr>
          <p:nvPr>
            <p:ph type="sldNum" sz="quarter" idx="17"/>
          </p:nvPr>
        </p:nvSpPr>
        <p:spPr>
          <a:xfrm>
            <a:off x="762000" y="6423660"/>
            <a:ext cx="365760" cy="365760"/>
          </a:xfrm>
        </p:spPr>
        <p:txBody>
          <a:bodyPr/>
          <a:lstStyle>
            <a:lvl1pPr>
              <a:defRPr sz="800">
                <a:solidFill>
                  <a:srgbClr val="AEA8A2"/>
                </a:solidFill>
                <a:latin typeface="+mn-lt"/>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28FED12C-599D-4CB3-E602-5CD82B6F039D}"/>
              </a:ext>
            </a:extLst>
          </p:cNvPr>
          <p:cNvSpPr>
            <a:spLocks noGrp="1"/>
          </p:cNvSpPr>
          <p:nvPr>
            <p:ph type="ftr" sz="quarter" idx="16"/>
          </p:nvPr>
        </p:nvSpPr>
        <p:spPr>
          <a:xfrm>
            <a:off x="1127759" y="6423978"/>
            <a:ext cx="5745379" cy="365125"/>
          </a:xfrm>
        </p:spPr>
        <p:txBody>
          <a:bodyPr/>
          <a:lstStyle>
            <a:lvl1pPr>
              <a:defRPr sz="800">
                <a:solidFill>
                  <a:srgbClr val="AEA8A2"/>
                </a:solidFill>
                <a:latin typeface="+mn-lt"/>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61F25286-7A1D-EBA0-D474-81129CEE733D}"/>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6394497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Light - 3 Icons, Subhead and tex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C0DC-6C36-4AC7-90FE-9BE28E17F1BF}"/>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Picture Placeholder 2">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905836" y="1903856"/>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4" name="Text Placeholder 21">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911114"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1" name="Text Placeholder 21">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5" name="Straight Connector 4">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p:nvCxnSpPr>
        <p:spPr>
          <a:xfrm>
            <a:off x="4003589"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2" name="Picture Placeholder 2">
            <a:extLst>
              <a:ext uri="{FF2B5EF4-FFF2-40B4-BE49-F238E27FC236}">
                <a16:creationId xmlns:a16="http://schemas.microsoft.com/office/drawing/2014/main" id="{00545EAB-02F2-4D35-839F-11095FE3779B}"/>
              </a:ext>
            </a:extLst>
          </p:cNvPr>
          <p:cNvSpPr>
            <a:spLocks noGrp="1" noChangeAspect="1"/>
          </p:cNvSpPr>
          <p:nvPr>
            <p:ph type="pic" sz="quarter" idx="33" hasCustomPrompt="1"/>
          </p:nvPr>
        </p:nvSpPr>
        <p:spPr>
          <a:xfrm>
            <a:off x="4797315" y="191737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3" name="Text Placeholder 21">
            <a:extLst>
              <a:ext uri="{FF2B5EF4-FFF2-40B4-BE49-F238E27FC236}">
                <a16:creationId xmlns:a16="http://schemas.microsoft.com/office/drawing/2014/main" id="{C85CBC82-72D6-46B3-9B52-627E5BC2BC55}"/>
              </a:ext>
            </a:extLst>
          </p:cNvPr>
          <p:cNvSpPr>
            <a:spLocks noGrp="1"/>
          </p:cNvSpPr>
          <p:nvPr>
            <p:ph type="body" sz="quarter" idx="34" hasCustomPrompt="1"/>
          </p:nvPr>
        </p:nvSpPr>
        <p:spPr>
          <a:xfrm>
            <a:off x="4797315"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9" name="Text Placeholder 21">
            <a:extLst>
              <a:ext uri="{FF2B5EF4-FFF2-40B4-BE49-F238E27FC236}">
                <a16:creationId xmlns:a16="http://schemas.microsoft.com/office/drawing/2014/main" id="{0FA9D0FA-EA15-4919-BEB9-4C5EE9D8CDFF}"/>
              </a:ext>
            </a:extLst>
          </p:cNvPr>
          <p:cNvSpPr>
            <a:spLocks noGrp="1"/>
          </p:cNvSpPr>
          <p:nvPr>
            <p:ph type="body" sz="quarter" idx="35" hasCustomPrompt="1"/>
          </p:nvPr>
        </p:nvSpPr>
        <p:spPr>
          <a:xfrm>
            <a:off x="4797315"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28" name="Straight Connector 27">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p:nvCxnSpPr>
        <p:spPr>
          <a:xfrm>
            <a:off x="786301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0" name="Picture Placeholder 2">
            <a:extLst>
              <a:ext uri="{FF2B5EF4-FFF2-40B4-BE49-F238E27FC236}">
                <a16:creationId xmlns:a16="http://schemas.microsoft.com/office/drawing/2014/main" id="{7E0E7E15-3D7B-4123-8321-B073C59133A1}"/>
              </a:ext>
            </a:extLst>
          </p:cNvPr>
          <p:cNvSpPr>
            <a:spLocks noGrp="1" noChangeAspect="1"/>
          </p:cNvSpPr>
          <p:nvPr>
            <p:ph type="pic" sz="quarter" idx="36" hasCustomPrompt="1"/>
          </p:nvPr>
        </p:nvSpPr>
        <p:spPr>
          <a:xfrm>
            <a:off x="8645868" y="191737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1" name="Text Placeholder 21">
            <a:extLst>
              <a:ext uri="{FF2B5EF4-FFF2-40B4-BE49-F238E27FC236}">
                <a16:creationId xmlns:a16="http://schemas.microsoft.com/office/drawing/2014/main" id="{8C820BCB-F093-47C5-A402-60E80288139D}"/>
              </a:ext>
            </a:extLst>
          </p:cNvPr>
          <p:cNvSpPr>
            <a:spLocks noGrp="1"/>
          </p:cNvSpPr>
          <p:nvPr>
            <p:ph type="body" sz="quarter" idx="37" hasCustomPrompt="1"/>
          </p:nvPr>
        </p:nvSpPr>
        <p:spPr>
          <a:xfrm>
            <a:off x="8648346"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2" name="Text Placeholder 21">
            <a:extLst>
              <a:ext uri="{FF2B5EF4-FFF2-40B4-BE49-F238E27FC236}">
                <a16:creationId xmlns:a16="http://schemas.microsoft.com/office/drawing/2014/main" id="{F1AF7868-3C5C-49BB-8190-B4107C4DC70C}"/>
              </a:ext>
            </a:extLst>
          </p:cNvPr>
          <p:cNvSpPr>
            <a:spLocks noGrp="1"/>
          </p:cNvSpPr>
          <p:nvPr>
            <p:ph type="body" sz="quarter" idx="38" hasCustomPrompt="1"/>
          </p:nvPr>
        </p:nvSpPr>
        <p:spPr>
          <a:xfrm>
            <a:off x="8648346"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sp>
        <p:nvSpPr>
          <p:cNvPr id="9" name="Footer Placeholder 8">
            <a:extLst>
              <a:ext uri="{FF2B5EF4-FFF2-40B4-BE49-F238E27FC236}">
                <a16:creationId xmlns:a16="http://schemas.microsoft.com/office/drawing/2014/main" id="{F59CF6BC-7A2F-38D3-C1EA-BEA6C37D79F5}"/>
              </a:ext>
            </a:extLst>
          </p:cNvPr>
          <p:cNvSpPr>
            <a:spLocks noGrp="1"/>
          </p:cNvSpPr>
          <p:nvPr>
            <p:ph type="ftr" sz="quarter" idx="40"/>
          </p:nvPr>
        </p:nvSpPr>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10" name="Slide Number Placeholder 9">
            <a:extLst>
              <a:ext uri="{FF2B5EF4-FFF2-40B4-BE49-F238E27FC236}">
                <a16:creationId xmlns:a16="http://schemas.microsoft.com/office/drawing/2014/main" id="{2E05EDD9-0672-4EB4-1B16-92CEDEB1EFE7}"/>
              </a:ext>
            </a:extLst>
          </p:cNvPr>
          <p:cNvSpPr>
            <a:spLocks noGrp="1"/>
          </p:cNvSpPr>
          <p:nvPr>
            <p:ph type="sldNum" sz="quarter" idx="41"/>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Date Placeholder 7">
            <a:extLst>
              <a:ext uri="{FF2B5EF4-FFF2-40B4-BE49-F238E27FC236}">
                <a16:creationId xmlns:a16="http://schemas.microsoft.com/office/drawing/2014/main" id="{7B180CC4-74E6-A0D5-4CC7-34ABAEAABDF5}"/>
              </a:ext>
            </a:extLst>
          </p:cNvPr>
          <p:cNvSpPr>
            <a:spLocks noGrp="1"/>
          </p:cNvSpPr>
          <p:nvPr>
            <p:ph type="dt" sz="half" idx="39"/>
          </p:nvPr>
        </p:nvSpPr>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1274736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Dark - 3 Icons, Subhead and text">
    <p:bg>
      <p:bgRef idx="1001">
        <a:schemeClr val="bg2"/>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8B48DD-4D54-4AC7-8AB9-59BEB3B7003A}"/>
              </a:ext>
            </a:extLst>
          </p:cNvPr>
          <p:cNvSpPr>
            <a:spLocks noGrp="1"/>
          </p:cNvSpPr>
          <p:nvPr>
            <p:ph type="title" hasCustomPrompt="1"/>
          </p:nvPr>
        </p:nvSpPr>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8" name="Picture Placeholder 2">
            <a:extLst>
              <a:ext uri="{FF2B5EF4-FFF2-40B4-BE49-F238E27FC236}">
                <a16:creationId xmlns:a16="http://schemas.microsoft.com/office/drawing/2014/main" id="{6A71FCB8-1058-4D1C-AED7-FAA7D744D71E}"/>
              </a:ext>
            </a:extLst>
          </p:cNvPr>
          <p:cNvSpPr>
            <a:spLocks noGrp="1" noChangeAspect="1"/>
          </p:cNvSpPr>
          <p:nvPr>
            <p:ph type="pic" sz="quarter" idx="26" hasCustomPrompt="1"/>
          </p:nvPr>
        </p:nvSpPr>
        <p:spPr>
          <a:xfrm>
            <a:off x="897834" y="1903921"/>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9" name="Text Placeholder 21">
            <a:extLst>
              <a:ext uri="{FF2B5EF4-FFF2-40B4-BE49-F238E27FC236}">
                <a16:creationId xmlns:a16="http://schemas.microsoft.com/office/drawing/2014/main" id="{86408202-D3B4-402D-BC69-53C3509E8A7B}"/>
              </a:ext>
            </a:extLst>
          </p:cNvPr>
          <p:cNvSpPr>
            <a:spLocks noGrp="1"/>
          </p:cNvSpPr>
          <p:nvPr>
            <p:ph type="body" sz="quarter" idx="25" hasCustomPrompt="1"/>
          </p:nvPr>
        </p:nvSpPr>
        <p:spPr>
          <a:xfrm>
            <a:off x="911114"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Text Placeholder 21">
            <a:extLst>
              <a:ext uri="{FF2B5EF4-FFF2-40B4-BE49-F238E27FC236}">
                <a16:creationId xmlns:a16="http://schemas.microsoft.com/office/drawing/2014/main" id="{5CF397F4-2EE2-483E-8C39-8DB6BD107811}"/>
              </a:ext>
            </a:extLst>
          </p:cNvPr>
          <p:cNvSpPr>
            <a:spLocks noGrp="1"/>
          </p:cNvSpPr>
          <p:nvPr>
            <p:ph type="body" sz="quarter" idx="24" hasCustomPrompt="1"/>
          </p:nvPr>
        </p:nvSpPr>
        <p:spPr>
          <a:xfrm>
            <a:off x="911114"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22" name="Straight Connector 21">
            <a:extLst>
              <a:ext uri="{FF2B5EF4-FFF2-40B4-BE49-F238E27FC236}">
                <a16:creationId xmlns:a16="http://schemas.microsoft.com/office/drawing/2014/main" id="{1208D043-EF97-4765-9F13-A77BC3793B55}"/>
              </a:ext>
              <a:ext uri="{C183D7F6-B498-43B3-948B-1728B52AA6E4}">
                <adec:decorative xmlns:adec="http://schemas.microsoft.com/office/drawing/2017/decorative" val="1"/>
              </a:ext>
            </a:extLst>
          </p:cNvPr>
          <p:cNvCxnSpPr>
            <a:cxnSpLocks/>
          </p:cNvCxnSpPr>
          <p:nvPr/>
        </p:nvCxnSpPr>
        <p:spPr>
          <a:xfrm>
            <a:off x="4003589"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3" name="Picture Placeholder 2">
            <a:extLst>
              <a:ext uri="{FF2B5EF4-FFF2-40B4-BE49-F238E27FC236}">
                <a16:creationId xmlns:a16="http://schemas.microsoft.com/office/drawing/2014/main" id="{84092946-3931-41BA-A9C4-E37BA2482561}"/>
              </a:ext>
            </a:extLst>
          </p:cNvPr>
          <p:cNvSpPr>
            <a:spLocks noGrp="1" noChangeAspect="1"/>
          </p:cNvSpPr>
          <p:nvPr>
            <p:ph type="pic" sz="quarter" idx="36" hasCustomPrompt="1"/>
          </p:nvPr>
        </p:nvSpPr>
        <p:spPr>
          <a:xfrm>
            <a:off x="4757260" y="1903856"/>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9" name="Text Placeholder 21">
            <a:extLst>
              <a:ext uri="{FF2B5EF4-FFF2-40B4-BE49-F238E27FC236}">
                <a16:creationId xmlns:a16="http://schemas.microsoft.com/office/drawing/2014/main" id="{7A2A35E2-8BA7-45B3-B02C-B531B503587A}"/>
              </a:ext>
            </a:extLst>
          </p:cNvPr>
          <p:cNvSpPr>
            <a:spLocks noGrp="1"/>
          </p:cNvSpPr>
          <p:nvPr>
            <p:ph type="body" sz="quarter" idx="37" hasCustomPrompt="1"/>
          </p:nvPr>
        </p:nvSpPr>
        <p:spPr>
          <a:xfrm>
            <a:off x="4797315"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0" name="Text Placeholder 21">
            <a:extLst>
              <a:ext uri="{FF2B5EF4-FFF2-40B4-BE49-F238E27FC236}">
                <a16:creationId xmlns:a16="http://schemas.microsoft.com/office/drawing/2014/main" id="{B0D928C5-7B1B-4A74-A1EB-B0C408189CAC}"/>
              </a:ext>
            </a:extLst>
          </p:cNvPr>
          <p:cNvSpPr>
            <a:spLocks noGrp="1"/>
          </p:cNvSpPr>
          <p:nvPr>
            <p:ph type="body" sz="quarter" idx="38" hasCustomPrompt="1"/>
          </p:nvPr>
        </p:nvSpPr>
        <p:spPr>
          <a:xfrm>
            <a:off x="4797315"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a:t>
            </a:r>
            <a:endParaRPr lang="en-US" dirty="0"/>
          </a:p>
        </p:txBody>
      </p:sp>
      <p:cxnSp>
        <p:nvCxnSpPr>
          <p:cNvPr id="31" name="Straight Connector 30">
            <a:extLst>
              <a:ext uri="{FF2B5EF4-FFF2-40B4-BE49-F238E27FC236}">
                <a16:creationId xmlns:a16="http://schemas.microsoft.com/office/drawing/2014/main" id="{0207CEA5-E0D9-46EA-99DE-2685FB0C8C09}"/>
              </a:ext>
              <a:ext uri="{C183D7F6-B498-43B3-948B-1728B52AA6E4}">
                <adec:decorative xmlns:adec="http://schemas.microsoft.com/office/drawing/2017/decorative" val="1"/>
              </a:ext>
            </a:extLst>
          </p:cNvPr>
          <p:cNvCxnSpPr>
            <a:cxnSpLocks/>
          </p:cNvCxnSpPr>
          <p:nvPr/>
        </p:nvCxnSpPr>
        <p:spPr>
          <a:xfrm>
            <a:off x="786301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2" name="Picture Placeholder 2">
            <a:extLst>
              <a:ext uri="{FF2B5EF4-FFF2-40B4-BE49-F238E27FC236}">
                <a16:creationId xmlns:a16="http://schemas.microsoft.com/office/drawing/2014/main" id="{E9839675-3836-4943-9E7E-492470598773}"/>
              </a:ext>
            </a:extLst>
          </p:cNvPr>
          <p:cNvSpPr>
            <a:spLocks noGrp="1" noChangeAspect="1"/>
          </p:cNvSpPr>
          <p:nvPr>
            <p:ph type="pic" sz="quarter" idx="39" hasCustomPrompt="1"/>
          </p:nvPr>
        </p:nvSpPr>
        <p:spPr>
          <a:xfrm>
            <a:off x="8616787" y="1928800"/>
            <a:ext cx="1893870" cy="1698098"/>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3" name="Text Placeholder 21">
            <a:extLst>
              <a:ext uri="{FF2B5EF4-FFF2-40B4-BE49-F238E27FC236}">
                <a16:creationId xmlns:a16="http://schemas.microsoft.com/office/drawing/2014/main" id="{987833E9-276C-4353-BF31-4FC33134EEAE}"/>
              </a:ext>
            </a:extLst>
          </p:cNvPr>
          <p:cNvSpPr>
            <a:spLocks noGrp="1"/>
          </p:cNvSpPr>
          <p:nvPr>
            <p:ph type="body" sz="quarter" idx="40" hasCustomPrompt="1"/>
          </p:nvPr>
        </p:nvSpPr>
        <p:spPr>
          <a:xfrm>
            <a:off x="8648346" y="3983730"/>
            <a:ext cx="2276930"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4" name="Text Placeholder 21">
            <a:extLst>
              <a:ext uri="{FF2B5EF4-FFF2-40B4-BE49-F238E27FC236}">
                <a16:creationId xmlns:a16="http://schemas.microsoft.com/office/drawing/2014/main" id="{4565DAAC-922E-4C75-A762-C6B54070F7DC}"/>
              </a:ext>
            </a:extLst>
          </p:cNvPr>
          <p:cNvSpPr>
            <a:spLocks noGrp="1"/>
          </p:cNvSpPr>
          <p:nvPr>
            <p:ph type="body" sz="quarter" idx="41" hasCustomPrompt="1"/>
          </p:nvPr>
        </p:nvSpPr>
        <p:spPr>
          <a:xfrm>
            <a:off x="8648346" y="4377376"/>
            <a:ext cx="2276930"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in.</a:t>
            </a:r>
            <a:endParaRPr lang="en-US" dirty="0"/>
          </a:p>
        </p:txBody>
      </p:sp>
      <p:sp>
        <p:nvSpPr>
          <p:cNvPr id="11" name="Slide Number Placeholder 10">
            <a:extLst>
              <a:ext uri="{FF2B5EF4-FFF2-40B4-BE49-F238E27FC236}">
                <a16:creationId xmlns:a16="http://schemas.microsoft.com/office/drawing/2014/main" id="{B35F74D1-A7D7-71F7-1C83-85B91CC54A17}"/>
              </a:ext>
            </a:extLst>
          </p:cNvPr>
          <p:cNvSpPr>
            <a:spLocks noGrp="1"/>
          </p:cNvSpPr>
          <p:nvPr>
            <p:ph type="sldNum" sz="quarter" idx="44"/>
          </p:nvPr>
        </p:nvSpPr>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9">
            <a:extLst>
              <a:ext uri="{FF2B5EF4-FFF2-40B4-BE49-F238E27FC236}">
                <a16:creationId xmlns:a16="http://schemas.microsoft.com/office/drawing/2014/main" id="{AB744A76-3388-A794-015D-56031177D79D}"/>
              </a:ext>
            </a:extLst>
          </p:cNvPr>
          <p:cNvSpPr>
            <a:spLocks noGrp="1"/>
          </p:cNvSpPr>
          <p:nvPr>
            <p:ph type="ftr" sz="quarter" idx="43"/>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9" name="Date Placeholder 8">
            <a:extLst>
              <a:ext uri="{FF2B5EF4-FFF2-40B4-BE49-F238E27FC236}">
                <a16:creationId xmlns:a16="http://schemas.microsoft.com/office/drawing/2014/main" id="{064EFACD-32BB-A724-F5A6-DF8C6A5C3279}"/>
              </a:ext>
            </a:extLst>
          </p:cNvPr>
          <p:cNvSpPr>
            <a:spLocks noGrp="1"/>
          </p:cNvSpPr>
          <p:nvPr>
            <p:ph type="dt" sz="half" idx="42"/>
          </p:nvPr>
        </p:nvSpPr>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4338623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Light - 4 Icons, Subhead and text">
    <p:bg>
      <p:bgRef idx="1001">
        <a:schemeClr val="bg2"/>
      </p:bgRef>
    </p:bg>
    <p:spTree>
      <p:nvGrpSpPr>
        <p:cNvPr id="1" name=""/>
        <p:cNvGrpSpPr/>
        <p:nvPr/>
      </p:nvGrpSpPr>
      <p:grpSpPr>
        <a:xfrm>
          <a:off x="0" y="0"/>
          <a:ext cx="0" cy="0"/>
          <a:chOff x="0" y="0"/>
          <a:chExt cx="0" cy="0"/>
        </a:xfrm>
      </p:grpSpPr>
      <p:sp>
        <p:nvSpPr>
          <p:cNvPr id="4" name="Title 7">
            <a:extLst>
              <a:ext uri="{FF2B5EF4-FFF2-40B4-BE49-F238E27FC236}">
                <a16:creationId xmlns:a16="http://schemas.microsoft.com/office/drawing/2014/main" id="{78F3D588-E944-9CCD-F934-4D109B5905DB}"/>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Icon 1">
            <a:extLst>
              <a:ext uri="{FF2B5EF4-FFF2-40B4-BE49-F238E27FC236}">
                <a16:creationId xmlns:a16="http://schemas.microsoft.com/office/drawing/2014/main" id="{C4A0F212-7687-B242-8162-FFAC910A60EF}"/>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4" name="Column 1 Header">
            <a:extLst>
              <a:ext uri="{FF2B5EF4-FFF2-40B4-BE49-F238E27FC236}">
                <a16:creationId xmlns:a16="http://schemas.microsoft.com/office/drawing/2014/main" id="{920A2EEA-131E-DA4C-92C3-898A80B8B561}"/>
              </a:ext>
            </a:extLst>
          </p:cNvPr>
          <p:cNvSpPr>
            <a:spLocks noGrp="1"/>
          </p:cNvSpPr>
          <p:nvPr>
            <p:ph type="body" sz="quarter" idx="25" hasCustomPrompt="1"/>
          </p:nvPr>
        </p:nvSpPr>
        <p:spPr>
          <a:xfrm>
            <a:off x="761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11" name="Column 1 body">
            <a:extLst>
              <a:ext uri="{FF2B5EF4-FFF2-40B4-BE49-F238E27FC236}">
                <a16:creationId xmlns:a16="http://schemas.microsoft.com/office/drawing/2014/main" id="{442F0FF9-B575-DD4A-AF68-999EE8B4FE0D}"/>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5" name="Divider 1">
            <a:extLst>
              <a:ext uri="{FF2B5EF4-FFF2-40B4-BE49-F238E27FC236}">
                <a16:creationId xmlns:a16="http://schemas.microsoft.com/office/drawing/2014/main" id="{64BB08A7-EFFF-E144-B8F2-3D5B80F0DC46}"/>
              </a:ext>
              <a:ext uri="{C183D7F6-B498-43B3-948B-1728B52AA6E4}">
                <adec:decorative xmlns:adec="http://schemas.microsoft.com/office/drawing/2017/decorative" val="1"/>
              </a:ext>
            </a:extLst>
          </p:cNvPr>
          <p:cNvCxnSpPr>
            <a:cxnSpLocks/>
          </p:cNvCxnSpPr>
          <p:nvPr/>
        </p:nvCxnSpPr>
        <p:spPr>
          <a:xfrm>
            <a:off x="3215680"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7" name="Icon 2">
            <a:extLst>
              <a:ext uri="{FF2B5EF4-FFF2-40B4-BE49-F238E27FC236}">
                <a16:creationId xmlns:a16="http://schemas.microsoft.com/office/drawing/2014/main" id="{452D8958-2BA3-E8C4-A349-9B8D38EFEEBE}"/>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8" name="Column 2 header">
            <a:extLst>
              <a:ext uri="{FF2B5EF4-FFF2-40B4-BE49-F238E27FC236}">
                <a16:creationId xmlns:a16="http://schemas.microsoft.com/office/drawing/2014/main" id="{F38723C6-3426-0DED-BB4F-97CEC3A55F6D}"/>
              </a:ext>
            </a:extLst>
          </p:cNvPr>
          <p:cNvSpPr>
            <a:spLocks noGrp="1"/>
          </p:cNvSpPr>
          <p:nvPr>
            <p:ph type="body" sz="quarter" idx="43" hasCustomPrompt="1"/>
          </p:nvPr>
        </p:nvSpPr>
        <p:spPr>
          <a:xfrm>
            <a:off x="3555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9" name="Column 2 body">
            <a:extLst>
              <a:ext uri="{FF2B5EF4-FFF2-40B4-BE49-F238E27FC236}">
                <a16:creationId xmlns:a16="http://schemas.microsoft.com/office/drawing/2014/main" id="{C5BD3347-4E6D-B757-FB79-D3160FB48D0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8" name="Divider 2">
            <a:extLst>
              <a:ext uri="{FF2B5EF4-FFF2-40B4-BE49-F238E27FC236}">
                <a16:creationId xmlns:a16="http://schemas.microsoft.com/office/drawing/2014/main" id="{A0082647-1E21-E741-BAE0-54CD63A1A8A2}"/>
              </a:ext>
              <a:ext uri="{C183D7F6-B498-43B3-948B-1728B52AA6E4}">
                <adec:decorative xmlns:adec="http://schemas.microsoft.com/office/drawing/2017/decorative" val="1"/>
              </a:ext>
            </a:extLst>
          </p:cNvPr>
          <p:cNvCxnSpPr>
            <a:cxnSpLocks/>
          </p:cNvCxnSpPr>
          <p:nvPr/>
        </p:nvCxnSpPr>
        <p:spPr>
          <a:xfrm>
            <a:off x="605999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40" name="Icon 3">
            <a:extLst>
              <a:ext uri="{FF2B5EF4-FFF2-40B4-BE49-F238E27FC236}">
                <a16:creationId xmlns:a16="http://schemas.microsoft.com/office/drawing/2014/main" id="{0B8706A7-4339-AEA7-3538-6B11C9DE888F}"/>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41" name="Column 3 header">
            <a:extLst>
              <a:ext uri="{FF2B5EF4-FFF2-40B4-BE49-F238E27FC236}">
                <a16:creationId xmlns:a16="http://schemas.microsoft.com/office/drawing/2014/main" id="{7FFC3A72-CD29-1771-F4D6-1FE24E237316}"/>
              </a:ext>
            </a:extLst>
          </p:cNvPr>
          <p:cNvSpPr>
            <a:spLocks noGrp="1"/>
          </p:cNvSpPr>
          <p:nvPr>
            <p:ph type="body" sz="quarter" idx="46" hasCustomPrompt="1"/>
          </p:nvPr>
        </p:nvSpPr>
        <p:spPr>
          <a:xfrm>
            <a:off x="64007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42" name="Column 3 body">
            <a:extLst>
              <a:ext uri="{FF2B5EF4-FFF2-40B4-BE49-F238E27FC236}">
                <a16:creationId xmlns:a16="http://schemas.microsoft.com/office/drawing/2014/main" id="{3BE75DAD-03B8-A35F-313E-9021E9625E97}"/>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6" name="Divider 3">
            <a:extLst>
              <a:ext uri="{FF2B5EF4-FFF2-40B4-BE49-F238E27FC236}">
                <a16:creationId xmlns:a16="http://schemas.microsoft.com/office/drawing/2014/main" id="{2A95C0C8-A9EF-0101-ADC4-0B4752129264}"/>
              </a:ext>
              <a:ext uri="{C183D7F6-B498-43B3-948B-1728B52AA6E4}">
                <adec:decorative xmlns:adec="http://schemas.microsoft.com/office/drawing/2017/decorative" val="1"/>
              </a:ext>
            </a:extLst>
          </p:cNvPr>
          <p:cNvCxnSpPr>
            <a:cxnSpLocks/>
          </p:cNvCxnSpPr>
          <p:nvPr/>
        </p:nvCxnSpPr>
        <p:spPr>
          <a:xfrm>
            <a:off x="8904312"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43" name="Icon 4">
            <a:extLst>
              <a:ext uri="{FF2B5EF4-FFF2-40B4-BE49-F238E27FC236}">
                <a16:creationId xmlns:a16="http://schemas.microsoft.com/office/drawing/2014/main" id="{A564445D-3622-F94F-5F5B-64E25C182894}"/>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44" name="Column 4 header">
            <a:extLst>
              <a:ext uri="{FF2B5EF4-FFF2-40B4-BE49-F238E27FC236}">
                <a16:creationId xmlns:a16="http://schemas.microsoft.com/office/drawing/2014/main" id="{D73D98F3-F032-F349-D6FF-9956A80B2C0C}"/>
              </a:ext>
            </a:extLst>
          </p:cNvPr>
          <p:cNvSpPr>
            <a:spLocks noGrp="1"/>
          </p:cNvSpPr>
          <p:nvPr>
            <p:ph type="body" sz="quarter" idx="49" hasCustomPrompt="1"/>
          </p:nvPr>
        </p:nvSpPr>
        <p:spPr>
          <a:xfrm>
            <a:off x="923543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45" name="Column 4 body">
            <a:extLst>
              <a:ext uri="{FF2B5EF4-FFF2-40B4-BE49-F238E27FC236}">
                <a16:creationId xmlns:a16="http://schemas.microsoft.com/office/drawing/2014/main" id="{E7F065D2-DFCA-69F0-EFCE-5436B4BBA960}"/>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sp>
        <p:nvSpPr>
          <p:cNvPr id="10" name="Slide Number Placeholder 9">
            <a:extLst>
              <a:ext uri="{FF2B5EF4-FFF2-40B4-BE49-F238E27FC236}">
                <a16:creationId xmlns:a16="http://schemas.microsoft.com/office/drawing/2014/main" id="{3A79F2A5-B307-E6C2-A0A7-C9D34E2F7467}"/>
              </a:ext>
            </a:extLst>
          </p:cNvPr>
          <p:cNvSpPr>
            <a:spLocks noGrp="1"/>
          </p:cNvSpPr>
          <p:nvPr>
            <p:ph type="sldNum" sz="quarter" idx="53"/>
          </p:nvPr>
        </p:nvSpPr>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Date Placeholder 7">
            <a:extLst>
              <a:ext uri="{FF2B5EF4-FFF2-40B4-BE49-F238E27FC236}">
                <a16:creationId xmlns:a16="http://schemas.microsoft.com/office/drawing/2014/main" id="{670E38B5-BB46-6801-B170-496504D1B9E3}"/>
              </a:ext>
            </a:extLst>
          </p:cNvPr>
          <p:cNvSpPr>
            <a:spLocks noGrp="1"/>
          </p:cNvSpPr>
          <p:nvPr>
            <p:ph type="dt" sz="half" idx="51"/>
          </p:nvPr>
        </p:nvSpPr>
        <p:spPr/>
        <p:txBody>
          <a:bodyPr/>
          <a:lstStyle>
            <a:lvl1pPr>
              <a:defRPr>
                <a:solidFill>
                  <a:srgbClr val="514C47"/>
                </a:solidFill>
              </a:defRPr>
            </a:lvl1pPr>
          </a:lstStyle>
          <a:p>
            <a:r>
              <a:rPr lang="en-US"/>
              <a:t>[Date]</a:t>
            </a:r>
            <a:endParaRPr lang="en-US" dirty="0"/>
          </a:p>
        </p:txBody>
      </p:sp>
      <p:sp>
        <p:nvSpPr>
          <p:cNvPr id="9" name="Footer Placeholder 8">
            <a:extLst>
              <a:ext uri="{FF2B5EF4-FFF2-40B4-BE49-F238E27FC236}">
                <a16:creationId xmlns:a16="http://schemas.microsoft.com/office/drawing/2014/main" id="{C810DC55-90E5-32A0-7237-3A10A7B16970}"/>
              </a:ext>
            </a:extLst>
          </p:cNvPr>
          <p:cNvSpPr>
            <a:spLocks noGrp="1"/>
          </p:cNvSpPr>
          <p:nvPr>
            <p:ph type="ftr" sz="quarter" idx="52"/>
          </p:nvPr>
        </p:nvSpPr>
        <p:spPr/>
        <p:txBody>
          <a:bodyPr/>
          <a:lstStyle>
            <a:lvl1pPr>
              <a:defRPr>
                <a:solidFill>
                  <a:srgbClr val="514C47"/>
                </a:solidFill>
              </a:defRPr>
            </a:lvl1pPr>
          </a:lstStyle>
          <a:p>
            <a:r>
              <a:rPr lang="en-US" dirty="0"/>
              <a:t>Copyright © 2026, Oracle and/or its affiliates |  Confidential: Internal/Restricted/Highly Restricted</a:t>
            </a:r>
          </a:p>
        </p:txBody>
      </p:sp>
    </p:spTree>
    <p:extLst>
      <p:ext uri="{BB962C8B-B14F-4D97-AF65-F5344CB8AC3E}">
        <p14:creationId xmlns:p14="http://schemas.microsoft.com/office/powerpoint/2010/main" val="12545411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Dark - 4 Icons, Subhead and text">
    <p:bg>
      <p:bgRef idx="1001">
        <a:schemeClr val="bg2"/>
      </p:bgRef>
    </p:bg>
    <p:spTree>
      <p:nvGrpSpPr>
        <p:cNvPr id="1" name=""/>
        <p:cNvGrpSpPr/>
        <p:nvPr/>
      </p:nvGrpSpPr>
      <p:grpSpPr>
        <a:xfrm>
          <a:off x="0" y="0"/>
          <a:ext cx="0" cy="0"/>
          <a:chOff x="0" y="0"/>
          <a:chExt cx="0" cy="0"/>
        </a:xfrm>
      </p:grpSpPr>
      <p:sp>
        <p:nvSpPr>
          <p:cNvPr id="3" name="Title 7">
            <a:extLst>
              <a:ext uri="{FF2B5EF4-FFF2-40B4-BE49-F238E27FC236}">
                <a16:creationId xmlns:a16="http://schemas.microsoft.com/office/drawing/2014/main" id="{D02FABB3-C5FA-6642-90DB-5692722BDC16}"/>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8" name="Icon 1">
            <a:extLst>
              <a:ext uri="{FF2B5EF4-FFF2-40B4-BE49-F238E27FC236}">
                <a16:creationId xmlns:a16="http://schemas.microsoft.com/office/drawing/2014/main" id="{D7B5CD21-4DD7-F936-8109-65AA2FAAABD3}"/>
              </a:ext>
            </a:extLst>
          </p:cNvPr>
          <p:cNvSpPr>
            <a:spLocks noGrp="1" noChangeAspect="1"/>
          </p:cNvSpPr>
          <p:nvPr>
            <p:ph type="pic" sz="quarter" idx="26" hasCustomPrompt="1"/>
          </p:nvPr>
        </p:nvSpPr>
        <p:spPr>
          <a:xfrm>
            <a:off x="76199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19" name="Column 1 Header">
            <a:extLst>
              <a:ext uri="{FF2B5EF4-FFF2-40B4-BE49-F238E27FC236}">
                <a16:creationId xmlns:a16="http://schemas.microsoft.com/office/drawing/2014/main" id="{10EEDB7A-9A85-DC86-94E9-0E2F22B43885}"/>
              </a:ext>
            </a:extLst>
          </p:cNvPr>
          <p:cNvSpPr>
            <a:spLocks noGrp="1"/>
          </p:cNvSpPr>
          <p:nvPr>
            <p:ph type="body" sz="quarter" idx="25" hasCustomPrompt="1"/>
          </p:nvPr>
        </p:nvSpPr>
        <p:spPr>
          <a:xfrm>
            <a:off x="761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1" name="Column 1 body">
            <a:extLst>
              <a:ext uri="{FF2B5EF4-FFF2-40B4-BE49-F238E27FC236}">
                <a16:creationId xmlns:a16="http://schemas.microsoft.com/office/drawing/2014/main" id="{02016CD8-41CD-C86E-0617-6004BF4F7960}"/>
              </a:ext>
            </a:extLst>
          </p:cNvPr>
          <p:cNvSpPr>
            <a:spLocks noGrp="1"/>
          </p:cNvSpPr>
          <p:nvPr>
            <p:ph type="body" sz="quarter" idx="24" hasCustomPrompt="1"/>
          </p:nvPr>
        </p:nvSpPr>
        <p:spPr>
          <a:xfrm>
            <a:off x="761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2" name="Divider 1">
            <a:extLst>
              <a:ext uri="{FF2B5EF4-FFF2-40B4-BE49-F238E27FC236}">
                <a16:creationId xmlns:a16="http://schemas.microsoft.com/office/drawing/2014/main" id="{EC2B660E-7263-4036-6661-495FCCE47117}"/>
              </a:ext>
              <a:ext uri="{C183D7F6-B498-43B3-948B-1728B52AA6E4}">
                <adec:decorative xmlns:adec="http://schemas.microsoft.com/office/drawing/2017/decorative" val="1"/>
              </a:ext>
            </a:extLst>
          </p:cNvPr>
          <p:cNvCxnSpPr>
            <a:cxnSpLocks/>
          </p:cNvCxnSpPr>
          <p:nvPr/>
        </p:nvCxnSpPr>
        <p:spPr>
          <a:xfrm>
            <a:off x="3215680"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3" name="Icon 2">
            <a:extLst>
              <a:ext uri="{FF2B5EF4-FFF2-40B4-BE49-F238E27FC236}">
                <a16:creationId xmlns:a16="http://schemas.microsoft.com/office/drawing/2014/main" id="{7A362649-C49E-B2E0-1EBB-6B4205DADC7B}"/>
              </a:ext>
            </a:extLst>
          </p:cNvPr>
          <p:cNvSpPr>
            <a:spLocks noGrp="1" noChangeAspect="1"/>
          </p:cNvSpPr>
          <p:nvPr>
            <p:ph type="pic" sz="quarter" idx="42" hasCustomPrompt="1"/>
          </p:nvPr>
        </p:nvSpPr>
        <p:spPr>
          <a:xfrm>
            <a:off x="3558551" y="1903856"/>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26" name="Column 2 header">
            <a:extLst>
              <a:ext uri="{FF2B5EF4-FFF2-40B4-BE49-F238E27FC236}">
                <a16:creationId xmlns:a16="http://schemas.microsoft.com/office/drawing/2014/main" id="{11DD71F6-9080-E444-6D28-1CA7EAA2CCF5}"/>
              </a:ext>
            </a:extLst>
          </p:cNvPr>
          <p:cNvSpPr>
            <a:spLocks noGrp="1"/>
          </p:cNvSpPr>
          <p:nvPr>
            <p:ph type="body" sz="quarter" idx="43" hasCustomPrompt="1"/>
          </p:nvPr>
        </p:nvSpPr>
        <p:spPr>
          <a:xfrm>
            <a:off x="35559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27" name="Column 2 body">
            <a:extLst>
              <a:ext uri="{FF2B5EF4-FFF2-40B4-BE49-F238E27FC236}">
                <a16:creationId xmlns:a16="http://schemas.microsoft.com/office/drawing/2014/main" id="{8C5083C1-91B0-590A-D3D4-4F47F054BC41}"/>
              </a:ext>
            </a:extLst>
          </p:cNvPr>
          <p:cNvSpPr>
            <a:spLocks noGrp="1"/>
          </p:cNvSpPr>
          <p:nvPr>
            <p:ph type="body" sz="quarter" idx="44" hasCustomPrompt="1"/>
          </p:nvPr>
        </p:nvSpPr>
        <p:spPr>
          <a:xfrm>
            <a:off x="35559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28" name="Divider 2">
            <a:extLst>
              <a:ext uri="{FF2B5EF4-FFF2-40B4-BE49-F238E27FC236}">
                <a16:creationId xmlns:a16="http://schemas.microsoft.com/office/drawing/2014/main" id="{69AD4ECD-9629-E5C4-D3F3-9498E300DA0C}"/>
              </a:ext>
              <a:ext uri="{C183D7F6-B498-43B3-948B-1728B52AA6E4}">
                <adec:decorative xmlns:adec="http://schemas.microsoft.com/office/drawing/2017/decorative" val="1"/>
              </a:ext>
            </a:extLst>
          </p:cNvPr>
          <p:cNvCxnSpPr>
            <a:cxnSpLocks/>
          </p:cNvCxnSpPr>
          <p:nvPr/>
        </p:nvCxnSpPr>
        <p:spPr>
          <a:xfrm>
            <a:off x="6059996"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29" name="Icon 3">
            <a:extLst>
              <a:ext uri="{FF2B5EF4-FFF2-40B4-BE49-F238E27FC236}">
                <a16:creationId xmlns:a16="http://schemas.microsoft.com/office/drawing/2014/main" id="{7EE9209C-55AF-784B-DB4D-42B6F5641729}"/>
              </a:ext>
            </a:extLst>
          </p:cNvPr>
          <p:cNvSpPr>
            <a:spLocks noGrp="1" noChangeAspect="1"/>
          </p:cNvSpPr>
          <p:nvPr>
            <p:ph type="pic" sz="quarter" idx="45" hasCustomPrompt="1"/>
          </p:nvPr>
        </p:nvSpPr>
        <p:spPr>
          <a:xfrm>
            <a:off x="6397301" y="1909175"/>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0" name="Column 3 header">
            <a:extLst>
              <a:ext uri="{FF2B5EF4-FFF2-40B4-BE49-F238E27FC236}">
                <a16:creationId xmlns:a16="http://schemas.microsoft.com/office/drawing/2014/main" id="{CC2AE930-51E3-48D8-9C76-AD88C016BFFF}"/>
              </a:ext>
            </a:extLst>
          </p:cNvPr>
          <p:cNvSpPr>
            <a:spLocks noGrp="1"/>
          </p:cNvSpPr>
          <p:nvPr>
            <p:ph type="body" sz="quarter" idx="46" hasCustomPrompt="1"/>
          </p:nvPr>
        </p:nvSpPr>
        <p:spPr>
          <a:xfrm>
            <a:off x="640079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1" name="Column 3 body">
            <a:extLst>
              <a:ext uri="{FF2B5EF4-FFF2-40B4-BE49-F238E27FC236}">
                <a16:creationId xmlns:a16="http://schemas.microsoft.com/office/drawing/2014/main" id="{625601CC-C6AD-511C-CE3E-73A412076FBC}"/>
              </a:ext>
            </a:extLst>
          </p:cNvPr>
          <p:cNvSpPr>
            <a:spLocks noGrp="1"/>
          </p:cNvSpPr>
          <p:nvPr>
            <p:ph type="body" sz="quarter" idx="47" hasCustomPrompt="1"/>
          </p:nvPr>
        </p:nvSpPr>
        <p:spPr>
          <a:xfrm>
            <a:off x="640079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cxnSp>
        <p:nvCxnSpPr>
          <p:cNvPr id="32" name="Divider 3">
            <a:extLst>
              <a:ext uri="{FF2B5EF4-FFF2-40B4-BE49-F238E27FC236}">
                <a16:creationId xmlns:a16="http://schemas.microsoft.com/office/drawing/2014/main" id="{B4995F09-2120-F77A-C9EE-2D85540F410B}"/>
              </a:ext>
              <a:ext uri="{C183D7F6-B498-43B3-948B-1728B52AA6E4}">
                <adec:decorative xmlns:adec="http://schemas.microsoft.com/office/drawing/2017/decorative" val="1"/>
              </a:ext>
            </a:extLst>
          </p:cNvPr>
          <p:cNvCxnSpPr>
            <a:cxnSpLocks/>
          </p:cNvCxnSpPr>
          <p:nvPr/>
        </p:nvCxnSpPr>
        <p:spPr>
          <a:xfrm>
            <a:off x="8904312" y="1588179"/>
            <a:ext cx="0" cy="4378421"/>
          </a:xfrm>
          <a:prstGeom prst="line">
            <a:avLst/>
          </a:prstGeom>
          <a:ln w="12700">
            <a:solidFill>
              <a:srgbClr val="8B8580">
                <a:alpha val="50000"/>
              </a:srgbClr>
            </a:solidFill>
          </a:ln>
        </p:spPr>
        <p:style>
          <a:lnRef idx="1">
            <a:schemeClr val="accent1"/>
          </a:lnRef>
          <a:fillRef idx="0">
            <a:schemeClr val="accent1"/>
          </a:fillRef>
          <a:effectRef idx="0">
            <a:schemeClr val="accent1"/>
          </a:effectRef>
          <a:fontRef idx="minor">
            <a:schemeClr val="tx1"/>
          </a:fontRef>
        </p:style>
      </p:cxnSp>
      <p:sp>
        <p:nvSpPr>
          <p:cNvPr id="33" name="Icon 4">
            <a:extLst>
              <a:ext uri="{FF2B5EF4-FFF2-40B4-BE49-F238E27FC236}">
                <a16:creationId xmlns:a16="http://schemas.microsoft.com/office/drawing/2014/main" id="{1D5109BD-DD12-1F75-C31F-D6C059B1A8E2}"/>
              </a:ext>
            </a:extLst>
          </p:cNvPr>
          <p:cNvSpPr>
            <a:spLocks noGrp="1" noChangeAspect="1"/>
          </p:cNvSpPr>
          <p:nvPr>
            <p:ph type="pic" sz="quarter" idx="48" hasCustomPrompt="1"/>
          </p:nvPr>
        </p:nvSpPr>
        <p:spPr>
          <a:xfrm>
            <a:off x="9235439" y="1895271"/>
            <a:ext cx="1621625" cy="1525144"/>
          </a:xfrm>
          <a:noFill/>
        </p:spPr>
        <p:txBody>
          <a:bodyPr/>
          <a:lstStyle>
            <a:lvl1pPr>
              <a:defRPr sz="1200" b="0" i="0">
                <a:latin typeface="Oracle Sans Tab Light" panose="020B0403020204020204" pitchFamily="34" charset="0"/>
                <a:cs typeface="Oracle Sans Tab Light" panose="020B0403020204020204" pitchFamily="34" charset="0"/>
              </a:defRPr>
            </a:lvl1pPr>
          </a:lstStyle>
          <a:p>
            <a:r>
              <a:rPr lang="en-US" dirty="0"/>
              <a:t>Click to insert icon</a:t>
            </a:r>
          </a:p>
        </p:txBody>
      </p:sp>
      <p:sp>
        <p:nvSpPr>
          <p:cNvPr id="34" name="Column 4 header">
            <a:extLst>
              <a:ext uri="{FF2B5EF4-FFF2-40B4-BE49-F238E27FC236}">
                <a16:creationId xmlns:a16="http://schemas.microsoft.com/office/drawing/2014/main" id="{E473564E-FA78-F033-3F28-5FD25256A1FE}"/>
              </a:ext>
            </a:extLst>
          </p:cNvPr>
          <p:cNvSpPr>
            <a:spLocks noGrp="1"/>
          </p:cNvSpPr>
          <p:nvPr>
            <p:ph type="body" sz="quarter" idx="49" hasCustomPrompt="1"/>
          </p:nvPr>
        </p:nvSpPr>
        <p:spPr>
          <a:xfrm>
            <a:off x="9235439" y="3983730"/>
            <a:ext cx="2146985" cy="323885"/>
          </a:xfrm>
          <a:prstGeom prst="rect">
            <a:avLst/>
          </a:prstGeom>
          <a:noFill/>
        </p:spPr>
        <p:txBody>
          <a:bodyPr lIns="0" tIns="0" rIns="0" bIns="0" anchor="ctr"/>
          <a:lstStyle>
            <a:lvl1pPr algn="l">
              <a:lnSpc>
                <a:spcPct val="100000"/>
              </a:lnSpc>
              <a:defRPr sz="1600" b="1" i="0">
                <a:solidFill>
                  <a:schemeClr val="tx1"/>
                </a:solidFill>
                <a:latin typeface="Oracle Sans Tab" panose="020B0503020204020204" pitchFamily="34" charset="0"/>
                <a:cs typeface="Oracle Sans Tab" panose="020B0503020204020204" pitchFamily="34" charset="0"/>
              </a:defRPr>
            </a:lvl1pPr>
          </a:lstStyle>
          <a:p>
            <a:pPr lvl="0"/>
            <a:r>
              <a:rPr lang="en-IN" dirty="0"/>
              <a:t>Subhead goes here</a:t>
            </a:r>
            <a:endParaRPr lang="en-US" dirty="0"/>
          </a:p>
        </p:txBody>
      </p:sp>
      <p:sp>
        <p:nvSpPr>
          <p:cNvPr id="35" name="Column 4 body">
            <a:extLst>
              <a:ext uri="{FF2B5EF4-FFF2-40B4-BE49-F238E27FC236}">
                <a16:creationId xmlns:a16="http://schemas.microsoft.com/office/drawing/2014/main" id="{BDE27B49-6B98-F470-0364-79D3D53A8652}"/>
              </a:ext>
            </a:extLst>
          </p:cNvPr>
          <p:cNvSpPr>
            <a:spLocks noGrp="1"/>
          </p:cNvSpPr>
          <p:nvPr>
            <p:ph type="body" sz="quarter" idx="50" hasCustomPrompt="1"/>
          </p:nvPr>
        </p:nvSpPr>
        <p:spPr>
          <a:xfrm>
            <a:off x="9235439" y="4377376"/>
            <a:ext cx="2146985" cy="1244947"/>
          </a:xfrm>
          <a:prstGeom prst="rect">
            <a:avLst/>
          </a:prstGeom>
          <a:noFill/>
        </p:spPr>
        <p:txBody>
          <a:bodyPr lIns="0" tIns="0" rIns="0" bIns="0"/>
          <a:lstStyle>
            <a:lvl1pPr algn="l">
              <a:lnSpc>
                <a:spcPct val="100000"/>
              </a:lnSpc>
              <a:defRPr sz="1600" b="0" i="0">
                <a:solidFill>
                  <a:schemeClr val="tx2"/>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endParaRPr lang="en-US" dirty="0"/>
          </a:p>
        </p:txBody>
      </p:sp>
      <p:sp>
        <p:nvSpPr>
          <p:cNvPr id="2" name="Date Placeholder 1">
            <a:extLst>
              <a:ext uri="{FF2B5EF4-FFF2-40B4-BE49-F238E27FC236}">
                <a16:creationId xmlns:a16="http://schemas.microsoft.com/office/drawing/2014/main" id="{F47FE990-B651-C3E7-8034-84F4271BB4CF}"/>
              </a:ext>
            </a:extLst>
          </p:cNvPr>
          <p:cNvSpPr>
            <a:spLocks noGrp="1"/>
          </p:cNvSpPr>
          <p:nvPr>
            <p:ph type="dt" sz="half" idx="51"/>
          </p:nvPr>
        </p:nvSpPr>
        <p:spPr/>
        <p:txBody>
          <a:bodyPr/>
          <a:lstStyle>
            <a:lvl1pPr>
              <a:defRPr>
                <a:solidFill>
                  <a:srgbClr val="AEA8A2"/>
                </a:solidFill>
              </a:defRPr>
            </a:lvl1pPr>
          </a:lstStyle>
          <a:p>
            <a:r>
              <a:rPr lang="en-US"/>
              <a:t>[Date]</a:t>
            </a:r>
            <a:endParaRPr lang="en-US" dirty="0"/>
          </a:p>
        </p:txBody>
      </p:sp>
      <p:sp>
        <p:nvSpPr>
          <p:cNvPr id="4" name="Footer Placeholder 3">
            <a:extLst>
              <a:ext uri="{FF2B5EF4-FFF2-40B4-BE49-F238E27FC236}">
                <a16:creationId xmlns:a16="http://schemas.microsoft.com/office/drawing/2014/main" id="{CC0667AA-D964-7DEA-B216-0851D801CFAB}"/>
              </a:ext>
            </a:extLst>
          </p:cNvPr>
          <p:cNvSpPr>
            <a:spLocks noGrp="1"/>
          </p:cNvSpPr>
          <p:nvPr>
            <p:ph type="ftr" sz="quarter" idx="52"/>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6" name="Slide Number Placeholder 5">
            <a:extLst>
              <a:ext uri="{FF2B5EF4-FFF2-40B4-BE49-F238E27FC236}">
                <a16:creationId xmlns:a16="http://schemas.microsoft.com/office/drawing/2014/main" id="{EDF8007B-6F90-BFD8-9495-D7278DE9E432}"/>
              </a:ext>
            </a:extLst>
          </p:cNvPr>
          <p:cNvSpPr>
            <a:spLocks noGrp="1"/>
          </p:cNvSpPr>
          <p:nvPr>
            <p:ph type="sldNum" sz="quarter" idx="53"/>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39974853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Dark - Blank">
    <p:bg>
      <p:bgRef idx="1001">
        <a:schemeClr val="bg2"/>
      </p:bgRef>
    </p:bg>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B9BE1098-CB0B-6118-9F18-F82F79BCD072}"/>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4" name="Footer Placeholder 6">
            <a:extLst>
              <a:ext uri="{FF2B5EF4-FFF2-40B4-BE49-F238E27FC236}">
                <a16:creationId xmlns:a16="http://schemas.microsoft.com/office/drawing/2014/main" id="{8EF60680-0B89-E284-0AFC-7DCC64BF7750}"/>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5" name="Date Placeholder 4">
            <a:extLst>
              <a:ext uri="{FF2B5EF4-FFF2-40B4-BE49-F238E27FC236}">
                <a16:creationId xmlns:a16="http://schemas.microsoft.com/office/drawing/2014/main" id="{033EE420-175F-A11D-96CB-D1ABB088F9CF}"/>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6452517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Light - Blank">
    <p:bg>
      <p:bgRef idx="1001">
        <a:schemeClr val="bg2"/>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86FB920-929F-CD50-52DB-2267C19E529C}"/>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4" name="Footer Placeholder 4">
            <a:extLst>
              <a:ext uri="{FF2B5EF4-FFF2-40B4-BE49-F238E27FC236}">
                <a16:creationId xmlns:a16="http://schemas.microsoft.com/office/drawing/2014/main" id="{8B934CA2-9189-BBDA-2D47-6B62E59B566E}"/>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5" name="Date Placeholder 3">
            <a:extLst>
              <a:ext uri="{FF2B5EF4-FFF2-40B4-BE49-F238E27FC236}">
                <a16:creationId xmlns:a16="http://schemas.microsoft.com/office/drawing/2014/main" id="{1EB26826-CB7B-F2D0-E18C-8AA5414C58D7}"/>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5265143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Dark - Split content with line">
    <p:bg>
      <p:bgRef idx="1001">
        <a:schemeClr val="bg2"/>
      </p:bgRef>
    </p:bg>
    <p:spTree>
      <p:nvGrpSpPr>
        <p:cNvPr id="1" name=""/>
        <p:cNvGrpSpPr/>
        <p:nvPr/>
      </p:nvGrpSpPr>
      <p:grpSpPr>
        <a:xfrm>
          <a:off x="0" y="0"/>
          <a:ext cx="0" cy="0"/>
          <a:chOff x="0" y="0"/>
          <a:chExt cx="0" cy="0"/>
        </a:xfrm>
      </p:grpSpPr>
      <p:sp>
        <p:nvSpPr>
          <p:cNvPr id="3" name="Title 12">
            <a:extLst>
              <a:ext uri="{FF2B5EF4-FFF2-40B4-BE49-F238E27FC236}">
                <a16:creationId xmlns:a16="http://schemas.microsoft.com/office/drawing/2014/main" id="{6B0DF820-DA27-4A53-F431-314E40C10345}"/>
              </a:ext>
            </a:extLst>
          </p:cNvPr>
          <p:cNvSpPr>
            <a:spLocks noGrp="1"/>
          </p:cNvSpPr>
          <p:nvPr>
            <p:ph type="title" hasCustomPrompt="1"/>
          </p:nvPr>
        </p:nvSpPr>
        <p:spPr>
          <a:xfrm>
            <a:off x="768875" y="3017520"/>
            <a:ext cx="3132585" cy="822960"/>
          </a:xfrm>
        </p:spPr>
        <p:txBody>
          <a:bodyPr anchor="ctr"/>
          <a:lstStyle>
            <a:lvl1pPr>
              <a:lnSpc>
                <a:spcPct val="100000"/>
              </a:lnSpc>
              <a:defRPr sz="3200" b="1" i="0">
                <a:latin typeface="Oracle Sans Tab" panose="020B0503020204020204" pitchFamily="34" charset="0"/>
                <a:cs typeface="Oracle Sans Tab" panose="020B0503020204020204" pitchFamily="34" charset="0"/>
              </a:defRPr>
            </a:lvl1pPr>
          </a:lstStyle>
          <a:p>
            <a:r>
              <a:rPr lang="en-US" dirty="0"/>
              <a:t>Title</a:t>
            </a:r>
          </a:p>
        </p:txBody>
      </p:sp>
      <p:sp>
        <p:nvSpPr>
          <p:cNvPr id="5" name="Subtitle">
            <a:extLst>
              <a:ext uri="{FF2B5EF4-FFF2-40B4-BE49-F238E27FC236}">
                <a16:creationId xmlns:a16="http://schemas.microsoft.com/office/drawing/2014/main" id="{72D292EF-93B3-0F2E-7BED-9B5FDD1F1B94}"/>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lnSpc>
                <a:spcPct val="100000"/>
              </a:lnSpc>
              <a:spcAft>
                <a:spcPts val="0"/>
              </a:spcAft>
              <a:buNone/>
              <a:defRPr sz="2400" b="0" i="0">
                <a:latin typeface="Oracle Sans Tab" panose="020B0503020204020204" pitchFamily="34" charset="0"/>
                <a:cs typeface="Oracle Sans Tab" panose="020B0503020204020204" pitchFamily="34" charset="0"/>
              </a:defRPr>
            </a:lvl1pPr>
          </a:lstStyle>
          <a:p>
            <a:pPr lvl="0"/>
            <a:r>
              <a:rPr lang="en-US" dirty="0"/>
              <a:t>Subtitle</a:t>
            </a:r>
          </a:p>
        </p:txBody>
      </p:sp>
      <p:sp>
        <p:nvSpPr>
          <p:cNvPr id="2" name="Slide Number Placeholder 7">
            <a:extLst>
              <a:ext uri="{FF2B5EF4-FFF2-40B4-BE49-F238E27FC236}">
                <a16:creationId xmlns:a16="http://schemas.microsoft.com/office/drawing/2014/main" id="{E1B5D46F-65FA-89E8-E05A-6E937CA1C2EC}"/>
              </a:ext>
            </a:extLst>
          </p:cNvPr>
          <p:cNvSpPr>
            <a:spLocks noGrp="1" noRot="1" noMove="1" noResize="1" noEditPoints="1" noAdjustHandles="1" noChangeArrowheads="1" noChangeShapeType="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6">
            <a:extLst>
              <a:ext uri="{FF2B5EF4-FFF2-40B4-BE49-F238E27FC236}">
                <a16:creationId xmlns:a16="http://schemas.microsoft.com/office/drawing/2014/main" id="{4D9122D4-F69F-A7AA-EEA8-7C5565E7647C}"/>
              </a:ext>
            </a:extLst>
          </p:cNvPr>
          <p:cNvSpPr>
            <a:spLocks noGrp="1" noRot="1" noMove="1" noResize="1" noEditPoints="1" noAdjustHandles="1" noChangeArrowheads="1" noChangeShapeType="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7" name="Date Placeholder 4">
            <a:extLst>
              <a:ext uri="{FF2B5EF4-FFF2-40B4-BE49-F238E27FC236}">
                <a16:creationId xmlns:a16="http://schemas.microsoft.com/office/drawing/2014/main" id="{CA222E66-0FD4-1E10-21D6-748A24D406C5}"/>
              </a:ext>
            </a:extLst>
          </p:cNvPr>
          <p:cNvSpPr>
            <a:spLocks noGrp="1" noRot="1" noMove="1" noResize="1" noEditPoints="1" noAdjustHandles="1" noChangeArrowheads="1" noChangeShapeType="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cxnSp>
        <p:nvCxnSpPr>
          <p:cNvPr id="9" name="Straight Connector 8">
            <a:extLst>
              <a:ext uri="{FF2B5EF4-FFF2-40B4-BE49-F238E27FC236}">
                <a16:creationId xmlns:a16="http://schemas.microsoft.com/office/drawing/2014/main" id="{26998537-4CB8-01D7-DAF2-9D810652EE0D}"/>
              </a:ext>
              <a:ext uri="{C183D7F6-B498-43B3-948B-1728B52AA6E4}">
                <adec:decorative xmlns:adec="http://schemas.microsoft.com/office/drawing/2017/decorative" val="1"/>
              </a:ext>
            </a:extLst>
          </p:cNvPr>
          <p:cNvCxnSpPr>
            <a:cxnSpLocks/>
          </p:cNvCxnSpPr>
          <p:nvPr/>
        </p:nvCxnSpPr>
        <p:spPr>
          <a:xfrm>
            <a:off x="4076567" y="1600210"/>
            <a:ext cx="0" cy="3657580"/>
          </a:xfrm>
          <a:prstGeom prst="line">
            <a:avLst/>
          </a:prstGeom>
          <a:ln w="12700">
            <a:solidFill>
              <a:srgbClr val="8B858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91073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Light - Split content with line">
    <p:bg>
      <p:bgRef idx="1001">
        <a:schemeClr val="bg2"/>
      </p:bgRef>
    </p:bg>
    <p:spTree>
      <p:nvGrpSpPr>
        <p:cNvPr id="1" name=""/>
        <p:cNvGrpSpPr/>
        <p:nvPr/>
      </p:nvGrpSpPr>
      <p:grpSpPr>
        <a:xfrm>
          <a:off x="0" y="0"/>
          <a:ext cx="0" cy="0"/>
          <a:chOff x="0" y="0"/>
          <a:chExt cx="0" cy="0"/>
        </a:xfrm>
      </p:grpSpPr>
      <p:sp>
        <p:nvSpPr>
          <p:cNvPr id="9" name="Title 12">
            <a:extLst>
              <a:ext uri="{FF2B5EF4-FFF2-40B4-BE49-F238E27FC236}">
                <a16:creationId xmlns:a16="http://schemas.microsoft.com/office/drawing/2014/main" id="{C2D0AE67-1167-2B52-146F-5E0AA0D86441}"/>
              </a:ext>
            </a:extLst>
          </p:cNvPr>
          <p:cNvSpPr>
            <a:spLocks noGrp="1"/>
          </p:cNvSpPr>
          <p:nvPr>
            <p:ph type="title" hasCustomPrompt="1"/>
          </p:nvPr>
        </p:nvSpPr>
        <p:spPr>
          <a:xfrm>
            <a:off x="768875" y="3017520"/>
            <a:ext cx="3132585" cy="822960"/>
          </a:xfrm>
        </p:spPr>
        <p:txBody>
          <a:bodyPr anchor="ctr"/>
          <a:lstStyle>
            <a:lvl1pPr>
              <a:lnSpc>
                <a:spcPct val="100000"/>
              </a:lnSpc>
              <a:defRPr sz="3200" b="1" i="0">
                <a:latin typeface="Oracle Sans Tab" panose="020B0503020204020204" pitchFamily="34" charset="0"/>
                <a:cs typeface="Oracle Sans Tab" panose="020B0503020204020204" pitchFamily="34" charset="0"/>
              </a:defRPr>
            </a:lvl1pPr>
          </a:lstStyle>
          <a:p>
            <a:r>
              <a:rPr lang="en-US" dirty="0"/>
              <a:t>Title</a:t>
            </a:r>
          </a:p>
        </p:txBody>
      </p:sp>
      <p:sp>
        <p:nvSpPr>
          <p:cNvPr id="8" name="Subtitle">
            <a:extLst>
              <a:ext uri="{FF2B5EF4-FFF2-40B4-BE49-F238E27FC236}">
                <a16:creationId xmlns:a16="http://schemas.microsoft.com/office/drawing/2014/main" id="{C8ADFC4F-C961-366D-5252-9B4CC4102CB3}"/>
              </a:ext>
            </a:extLst>
          </p:cNvPr>
          <p:cNvSpPr>
            <a:spLocks noGrp="1"/>
          </p:cNvSpPr>
          <p:nvPr>
            <p:ph type="body" sz="quarter" idx="11" hasCustomPrompt="1"/>
          </p:nvPr>
        </p:nvSpPr>
        <p:spPr>
          <a:xfrm>
            <a:off x="4708865" y="2630927"/>
            <a:ext cx="6728946" cy="1596145"/>
          </a:xfrm>
          <a:prstGeom prst="rect">
            <a:avLst/>
          </a:prstGeom>
        </p:spPr>
        <p:txBody>
          <a:bodyPr lIns="0" anchor="ctr">
            <a:noAutofit/>
          </a:bodyPr>
          <a:lstStyle>
            <a:lvl1pPr marL="0" indent="0">
              <a:lnSpc>
                <a:spcPct val="100000"/>
              </a:lnSpc>
              <a:spcAft>
                <a:spcPts val="0"/>
              </a:spcAft>
              <a:buNone/>
              <a:defRPr sz="2400" b="0" i="0">
                <a:latin typeface="Oracle Sans Tab" panose="020B0503020204020204" pitchFamily="34" charset="0"/>
                <a:cs typeface="Oracle Sans Tab" panose="020B0503020204020204" pitchFamily="34" charset="0"/>
              </a:defRPr>
            </a:lvl1pPr>
          </a:lstStyle>
          <a:p>
            <a:pPr lvl="0"/>
            <a:r>
              <a:rPr lang="en-US" dirty="0"/>
              <a:t>Subtitle</a:t>
            </a:r>
          </a:p>
        </p:txBody>
      </p:sp>
      <p:cxnSp>
        <p:nvCxnSpPr>
          <p:cNvPr id="4" name="Straight Connector 3">
            <a:extLst>
              <a:ext uri="{FF2B5EF4-FFF2-40B4-BE49-F238E27FC236}">
                <a16:creationId xmlns:a16="http://schemas.microsoft.com/office/drawing/2014/main" id="{8B0F18C2-26A3-3D50-75B9-DA01B720938C}"/>
              </a:ext>
              <a:ext uri="{C183D7F6-B498-43B3-948B-1728B52AA6E4}">
                <adec:decorative xmlns:adec="http://schemas.microsoft.com/office/drawing/2017/decorative" val="1"/>
              </a:ext>
            </a:extLst>
          </p:cNvPr>
          <p:cNvCxnSpPr>
            <a:cxnSpLocks/>
          </p:cNvCxnSpPr>
          <p:nvPr/>
        </p:nvCxnSpPr>
        <p:spPr>
          <a:xfrm>
            <a:off x="4076567" y="1600210"/>
            <a:ext cx="0" cy="3657580"/>
          </a:xfrm>
          <a:prstGeom prst="line">
            <a:avLst/>
          </a:prstGeom>
          <a:ln w="19050">
            <a:solidFill>
              <a:srgbClr val="8B8580"/>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FDA8E918-B2CE-9B3B-6306-4B5A17E9A430}"/>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3C072B30-0FE5-8289-77F0-1D24085A4EF2}"/>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7" name="Date Placeholder 3">
            <a:extLst>
              <a:ext uri="{FF2B5EF4-FFF2-40B4-BE49-F238E27FC236}">
                <a16:creationId xmlns:a16="http://schemas.microsoft.com/office/drawing/2014/main" id="{B54B9E9C-E71A-D85E-B49A-0603C0A1552B}"/>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7753296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Photo Collage + Content Dar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hasCustomPrompt="1"/>
          </p:nvPr>
        </p:nvSpPr>
        <p:spPr>
          <a:xfrm>
            <a:off x="6095603" y="5457103"/>
            <a:ext cx="2885888" cy="1400897"/>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hasCustomPrompt="1"/>
          </p:nvPr>
        </p:nvSpPr>
        <p:spPr>
          <a:xfrm>
            <a:off x="6095603" y="2726373"/>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hasCustomPrompt="1"/>
          </p:nvPr>
        </p:nvSpPr>
        <p:spPr>
          <a:xfrm>
            <a:off x="6095603" y="-1"/>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hasCustomPrompt="1"/>
          </p:nvPr>
        </p:nvSpPr>
        <p:spPr>
          <a:xfrm>
            <a:off x="9049339" y="4122738"/>
            <a:ext cx="3142661" cy="27352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hasCustomPrompt="1"/>
          </p:nvPr>
        </p:nvSpPr>
        <p:spPr>
          <a:xfrm>
            <a:off x="9049131" y="0"/>
            <a:ext cx="3142870" cy="40605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441598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Photo Collage + Content Light">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E9CD95A-1265-2999-4C85-664DC8CE8978}"/>
              </a:ext>
            </a:extLst>
          </p:cNvPr>
          <p:cNvSpPr>
            <a:spLocks noGrp="1"/>
          </p:cNvSpPr>
          <p:nvPr>
            <p:ph type="title" hasCustomPrompt="1"/>
          </p:nvPr>
        </p:nvSpPr>
        <p:spPr>
          <a:xfrm>
            <a:off x="768875" y="182403"/>
            <a:ext cx="4961369"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3" name="Text Placeholder 2">
            <a:extLst>
              <a:ext uri="{FF2B5EF4-FFF2-40B4-BE49-F238E27FC236}">
                <a16:creationId xmlns:a16="http://schemas.microsoft.com/office/drawing/2014/main" id="{A12F5E0A-F774-0941-0246-D4704DBA0B25}"/>
              </a:ext>
            </a:extLst>
          </p:cNvPr>
          <p:cNvSpPr>
            <a:spLocks noGrp="1"/>
          </p:cNvSpPr>
          <p:nvPr>
            <p:ph type="body" sz="quarter" idx="29"/>
          </p:nvPr>
        </p:nvSpPr>
        <p:spPr>
          <a:xfrm>
            <a:off x="792537" y="1751671"/>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10" name="Text Placeholder 2">
            <a:extLst>
              <a:ext uri="{FF2B5EF4-FFF2-40B4-BE49-F238E27FC236}">
                <a16:creationId xmlns:a16="http://schemas.microsoft.com/office/drawing/2014/main" id="{FB6C8AB0-7757-DF1D-9CCE-4510B7276134}"/>
              </a:ext>
            </a:extLst>
          </p:cNvPr>
          <p:cNvSpPr>
            <a:spLocks noGrp="1"/>
          </p:cNvSpPr>
          <p:nvPr>
            <p:ph type="body" sz="quarter" idx="38"/>
          </p:nvPr>
        </p:nvSpPr>
        <p:spPr>
          <a:xfrm>
            <a:off x="792537" y="3378765"/>
            <a:ext cx="4899101" cy="1410405"/>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8" name="Text Placeholder 2">
            <a:extLst>
              <a:ext uri="{FF2B5EF4-FFF2-40B4-BE49-F238E27FC236}">
                <a16:creationId xmlns:a16="http://schemas.microsoft.com/office/drawing/2014/main" id="{5EF42849-DE58-A637-B663-CB6753E7BB76}"/>
              </a:ext>
            </a:extLst>
          </p:cNvPr>
          <p:cNvSpPr>
            <a:spLocks noGrp="1"/>
          </p:cNvSpPr>
          <p:nvPr>
            <p:ph type="body" sz="quarter" idx="37"/>
          </p:nvPr>
        </p:nvSpPr>
        <p:spPr>
          <a:xfrm>
            <a:off x="792537" y="5005861"/>
            <a:ext cx="4899101" cy="1128240"/>
          </a:xfrm>
          <a:prstGeom prst="rect">
            <a:avLst/>
          </a:prstGeom>
        </p:spPr>
        <p:txBody>
          <a:bodyPr/>
          <a:lstStyle>
            <a:lvl1pPr marL="0" marR="0" indent="0" algn="l" defTabSz="914172" rtl="0" eaLnBrk="1" fontAlgn="auto" latinLnBrk="0" hangingPunct="1">
              <a:lnSpc>
                <a:spcPct val="100000"/>
              </a:lnSpc>
              <a:spcBef>
                <a:spcPts val="1000"/>
              </a:spcBef>
              <a:spcAft>
                <a:spcPts val="0"/>
              </a:spcAft>
              <a:buClrTx/>
              <a:buSzTx/>
              <a:buFont typeface="Arial" panose="020B0604020202020204" pitchFamily="34" charset="0"/>
              <a:buNone/>
              <a:tabLst/>
              <a:defRPr lang="en-US" sz="1600" b="1" i="0" kern="1200" dirty="0" smtClean="0">
                <a:solidFill>
                  <a:schemeClr val="tx1"/>
                </a:solidFill>
                <a:latin typeface="Oracle Sans Tab" panose="020B0503020204020204" pitchFamily="34" charset="0"/>
                <a:ea typeface="+mn-ea"/>
                <a:cs typeface="Oracle Sans Tab" panose="020B0503020204020204" pitchFamily="34" charset="0"/>
              </a:defRPr>
            </a:lvl1pPr>
            <a:lvl2pPr marL="0"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2pPr>
            <a:lvl3pPr marL="119833" marR="0" indent="0" algn="l" defTabSz="914172" rtl="0" eaLnBrk="1" fontAlgn="auto" latinLnBrk="0" hangingPunct="1">
              <a:lnSpc>
                <a:spcPct val="100000"/>
              </a:lnSpc>
              <a:spcBef>
                <a:spcPts val="500"/>
              </a:spcBef>
              <a:spcAft>
                <a:spcPts val="0"/>
              </a:spcAft>
              <a:buClrTx/>
              <a:buSzTx/>
              <a:buFont typeface="Arial" panose="020B0604020202020204" pitchFamily="34" charset="0"/>
              <a:buNone/>
              <a:tabLst/>
              <a:defRPr lang="en-US" sz="1600" b="0" i="0" kern="1200" dirty="0" smtClean="0">
                <a:solidFill>
                  <a:schemeClr val="tx1"/>
                </a:solidFill>
                <a:latin typeface="Oracle Sans Tab" panose="020B0503020204020204" pitchFamily="34" charset="0"/>
                <a:ea typeface="+mn-ea"/>
                <a:cs typeface="Oracle Sans Tab" panose="020B0503020204020204" pitchFamily="34" charset="0"/>
              </a:defRPr>
            </a:lvl3pPr>
          </a:lstStyle>
          <a:p>
            <a:pPr marL="342831" lvl="0" indent="-342831" algn="l" defTabSz="914172" rtl="0" eaLnBrk="1" latinLnBrk="0" hangingPunct="1">
              <a:lnSpc>
                <a:spcPct val="110000"/>
              </a:lnSpc>
              <a:spcBef>
                <a:spcPts val="300"/>
              </a:spcBef>
            </a:pPr>
            <a:r>
              <a:rPr lang="en-US"/>
              <a:t>Click to edit Master text styles</a:t>
            </a:r>
          </a:p>
          <a:p>
            <a:pPr marL="342831" lvl="1" indent="-342831" algn="l" defTabSz="914172" rtl="0" eaLnBrk="1" latinLnBrk="0" hangingPunct="1">
              <a:lnSpc>
                <a:spcPct val="110000"/>
              </a:lnSpc>
              <a:spcBef>
                <a:spcPts val="300"/>
              </a:spcBef>
            </a:pPr>
            <a:r>
              <a:rPr lang="en-US"/>
              <a:t>Second level</a:t>
            </a:r>
          </a:p>
          <a:p>
            <a:pPr marL="342831" lvl="2" indent="-342831" algn="l" defTabSz="914172" rtl="0" eaLnBrk="1" latinLnBrk="0" hangingPunct="1">
              <a:lnSpc>
                <a:spcPct val="110000"/>
              </a:lnSpc>
              <a:spcBef>
                <a:spcPts val="300"/>
              </a:spcBef>
            </a:pPr>
            <a:r>
              <a:rPr lang="en-US"/>
              <a:t>Third level</a:t>
            </a:r>
          </a:p>
        </p:txBody>
      </p:sp>
      <p:sp>
        <p:nvSpPr>
          <p:cNvPr id="20" name="Picture Placeholder 17">
            <a:extLst>
              <a:ext uri="{FF2B5EF4-FFF2-40B4-BE49-F238E27FC236}">
                <a16:creationId xmlns:a16="http://schemas.microsoft.com/office/drawing/2014/main" id="{445E1E13-5767-FE9A-C855-C6FD3055FC6A}"/>
              </a:ext>
            </a:extLst>
          </p:cNvPr>
          <p:cNvSpPr>
            <a:spLocks noGrp="1"/>
          </p:cNvSpPr>
          <p:nvPr>
            <p:ph type="pic" sz="quarter" idx="36" hasCustomPrompt="1"/>
          </p:nvPr>
        </p:nvSpPr>
        <p:spPr>
          <a:xfrm>
            <a:off x="6095603" y="5457103"/>
            <a:ext cx="2885888" cy="1400897"/>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19" name="Picture Placeholder 17">
            <a:extLst>
              <a:ext uri="{FF2B5EF4-FFF2-40B4-BE49-F238E27FC236}">
                <a16:creationId xmlns:a16="http://schemas.microsoft.com/office/drawing/2014/main" id="{128E96FD-9D3F-692F-EB8E-C1CA80E5D55D}"/>
              </a:ext>
            </a:extLst>
          </p:cNvPr>
          <p:cNvSpPr>
            <a:spLocks noGrp="1"/>
          </p:cNvSpPr>
          <p:nvPr>
            <p:ph type="pic" sz="quarter" idx="35" hasCustomPrompt="1"/>
          </p:nvPr>
        </p:nvSpPr>
        <p:spPr>
          <a:xfrm>
            <a:off x="6095603" y="2726373"/>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8" name="Picture Placeholder 17">
            <a:extLst>
              <a:ext uri="{FF2B5EF4-FFF2-40B4-BE49-F238E27FC236}">
                <a16:creationId xmlns:a16="http://schemas.microsoft.com/office/drawing/2014/main" id="{17CD157F-D3C9-1E3B-56AC-86F51CBDA2C5}"/>
              </a:ext>
            </a:extLst>
          </p:cNvPr>
          <p:cNvSpPr>
            <a:spLocks noGrp="1"/>
          </p:cNvSpPr>
          <p:nvPr>
            <p:ph type="pic" sz="quarter" idx="34" hasCustomPrompt="1"/>
          </p:nvPr>
        </p:nvSpPr>
        <p:spPr>
          <a:xfrm>
            <a:off x="6095603" y="-1"/>
            <a:ext cx="2885888" cy="2662069"/>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a:p>
            <a:endParaRPr lang="en-US" dirty="0"/>
          </a:p>
        </p:txBody>
      </p:sp>
      <p:sp>
        <p:nvSpPr>
          <p:cNvPr id="11" name="Picture Placeholder 10">
            <a:extLst>
              <a:ext uri="{FF2B5EF4-FFF2-40B4-BE49-F238E27FC236}">
                <a16:creationId xmlns:a16="http://schemas.microsoft.com/office/drawing/2014/main" id="{D9A0A2C7-B129-2C84-4EC5-9BE7DAA226FD}"/>
              </a:ext>
            </a:extLst>
          </p:cNvPr>
          <p:cNvSpPr>
            <a:spLocks noGrp="1"/>
          </p:cNvSpPr>
          <p:nvPr>
            <p:ph type="pic" sz="quarter" idx="33" hasCustomPrompt="1"/>
          </p:nvPr>
        </p:nvSpPr>
        <p:spPr>
          <a:xfrm>
            <a:off x="9049339" y="4122738"/>
            <a:ext cx="3142661" cy="27352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9" name="Picture Placeholder 8">
            <a:extLst>
              <a:ext uri="{FF2B5EF4-FFF2-40B4-BE49-F238E27FC236}">
                <a16:creationId xmlns:a16="http://schemas.microsoft.com/office/drawing/2014/main" id="{1E2386B7-272F-BDAB-2DCD-298558469EDB}"/>
              </a:ext>
            </a:extLst>
          </p:cNvPr>
          <p:cNvSpPr>
            <a:spLocks noGrp="1"/>
          </p:cNvSpPr>
          <p:nvPr>
            <p:ph type="pic" sz="quarter" idx="32" hasCustomPrompt="1"/>
          </p:nvPr>
        </p:nvSpPr>
        <p:spPr>
          <a:xfrm>
            <a:off x="9049131" y="0"/>
            <a:ext cx="3142870" cy="4060563"/>
          </a:xfrm>
          <a:prstGeom prst="rect">
            <a:avLst/>
          </a:prstGeom>
        </p:spPr>
        <p:txBody>
          <a:bodyPr anchor="ctr"/>
          <a:lstStyle>
            <a:lvl1pPr marL="0" indent="0" algn="ctr">
              <a:buNone/>
              <a:defRPr>
                <a:solidFill>
                  <a:schemeClr val="tx1"/>
                </a:solidFill>
              </a:defRPr>
            </a:lvl1pPr>
          </a:lstStyle>
          <a:p>
            <a:r>
              <a:rPr lang="en-US" dirty="0"/>
              <a:t>Click to add photo or illustration</a:t>
            </a:r>
          </a:p>
          <a:p>
            <a:endParaRPr lang="en-US" dirty="0"/>
          </a:p>
          <a:p>
            <a:endParaRPr lang="en-US" dirty="0"/>
          </a:p>
        </p:txBody>
      </p:sp>
      <p:sp>
        <p:nvSpPr>
          <p:cNvPr id="2" name="Slide Number Placeholder 5">
            <a:extLst>
              <a:ext uri="{FF2B5EF4-FFF2-40B4-BE49-F238E27FC236}">
                <a16:creationId xmlns:a16="http://schemas.microsoft.com/office/drawing/2014/main" id="{FBD94B30-BCEE-59B6-7AE0-7786317741C5}"/>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6" name="Footer Placeholder 4">
            <a:extLst>
              <a:ext uri="{FF2B5EF4-FFF2-40B4-BE49-F238E27FC236}">
                <a16:creationId xmlns:a16="http://schemas.microsoft.com/office/drawing/2014/main" id="{D39C8B0E-97D7-991C-2025-14272B07B525}"/>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12" name="Date Placeholder 3">
            <a:extLst>
              <a:ext uri="{FF2B5EF4-FFF2-40B4-BE49-F238E27FC236}">
                <a16:creationId xmlns:a16="http://schemas.microsoft.com/office/drawing/2014/main" id="{CB7D4F94-59C8-86AE-466F-98696039DFD2}"/>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7190845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PHOTO_Full Slide">
    <p:bg>
      <p:bgRef idx="1001">
        <a:schemeClr val="bg2"/>
      </p:bgRef>
    </p:bg>
    <p:spTree>
      <p:nvGrpSpPr>
        <p:cNvPr id="1" name=""/>
        <p:cNvGrpSpPr/>
        <p:nvPr/>
      </p:nvGrpSpPr>
      <p:grpSpPr>
        <a:xfrm>
          <a:off x="0" y="0"/>
          <a:ext cx="0" cy="0"/>
          <a:chOff x="0" y="0"/>
          <a:chExt cx="0" cy="0"/>
        </a:xfrm>
      </p:grpSpPr>
      <p:sp>
        <p:nvSpPr>
          <p:cNvPr id="5" name="Slide Number Placeholder 7" hidden="1">
            <a:extLst>
              <a:ext uri="{FF2B5EF4-FFF2-40B4-BE49-F238E27FC236}">
                <a16:creationId xmlns:a16="http://schemas.microsoft.com/office/drawing/2014/main" id="{B0BD77A1-77CB-B876-21BC-3E357707FB00}"/>
              </a:ext>
            </a:extLst>
          </p:cNvPr>
          <p:cNvSpPr>
            <a:spLocks noGrp="1"/>
          </p:cNvSpPr>
          <p:nvPr>
            <p:ph type="sldNum" sz="quarter" idx="17"/>
          </p:nvPr>
        </p:nvSpPr>
        <p:spPr>
          <a:xfrm>
            <a:off x="762000" y="6428637"/>
            <a:ext cx="365760" cy="365760"/>
          </a:xfrm>
          <a:prstGeom prst="rect">
            <a:avLst/>
          </a:prstGeom>
        </p:spPr>
        <p:txBody>
          <a:bodyPr/>
          <a:lstStyle/>
          <a:p>
            <a:fld id="{345D60D9-5372-5F40-9443-0F9AE5BDC3C8}" type="slidenum">
              <a:rPr lang="en-US" smtClean="0"/>
              <a:pPr/>
              <a:t>‹#›</a:t>
            </a:fld>
            <a:endParaRPr lang="en-US" dirty="0"/>
          </a:p>
        </p:txBody>
      </p:sp>
      <p:sp>
        <p:nvSpPr>
          <p:cNvPr id="7" name="Footer Placeholder 6" hidden="1">
            <a:extLst>
              <a:ext uri="{FF2B5EF4-FFF2-40B4-BE49-F238E27FC236}">
                <a16:creationId xmlns:a16="http://schemas.microsoft.com/office/drawing/2014/main" id="{361D4689-E747-22B9-8A23-5E8372B62E14}"/>
              </a:ext>
            </a:extLst>
          </p:cNvPr>
          <p:cNvSpPr>
            <a:spLocks noGrp="1"/>
          </p:cNvSpPr>
          <p:nvPr>
            <p:ph type="ftr" sz="quarter" idx="16"/>
          </p:nvPr>
        </p:nvSpPr>
        <p:spPr>
          <a:xfrm>
            <a:off x="1127760" y="6428955"/>
            <a:ext cx="5233748" cy="365125"/>
          </a:xfrm>
          <a:prstGeom prst="rect">
            <a:avLst/>
          </a:prstGeom>
        </p:spPr>
        <p:txBody>
          <a:bodyPr/>
          <a:lstStyle/>
          <a:p>
            <a:r>
              <a:rPr lang="en-US" dirty="0"/>
              <a:t>Copyright © 2026, Oracle and/or its affiliates |  Confidential: Internal/Restricted/Highly Restricted</a:t>
            </a:r>
          </a:p>
        </p:txBody>
      </p:sp>
      <p:sp>
        <p:nvSpPr>
          <p:cNvPr id="2" name="Picture Placeholder 1">
            <a:extLst>
              <a:ext uri="{FF2B5EF4-FFF2-40B4-BE49-F238E27FC236}">
                <a16:creationId xmlns:a16="http://schemas.microsoft.com/office/drawing/2014/main" id="{5170667F-B06C-96EB-B8A5-00675DC62804}"/>
              </a:ext>
            </a:extLst>
          </p:cNvPr>
          <p:cNvSpPr>
            <a:spLocks noGrp="1"/>
          </p:cNvSpPr>
          <p:nvPr>
            <p:ph type="pic" sz="quarter" idx="13" hasCustomPrompt="1"/>
          </p:nvPr>
        </p:nvSpPr>
        <p:spPr>
          <a:xfrm>
            <a:off x="0" y="0"/>
            <a:ext cx="12192000" cy="6858000"/>
          </a:xfrm>
        </p:spPr>
        <p:txBody>
          <a:bodyPr anchor="ctr"/>
          <a:lstStyle>
            <a:lvl1pPr algn="ctr">
              <a:defRPr/>
            </a:lvl1pPr>
          </a:lstStyle>
          <a:p>
            <a:pPr marL="0" marR="0" lvl="0" indent="0" algn="ctr" defTabSz="914400" rtl="0" eaLnBrk="1" fontAlgn="auto" latinLnBrk="0" hangingPunct="1">
              <a:lnSpc>
                <a:spcPct val="95000"/>
              </a:lnSpc>
              <a:spcBef>
                <a:spcPts val="600"/>
              </a:spcBef>
              <a:spcAft>
                <a:spcPts val="0"/>
              </a:spcAft>
              <a:buClrTx/>
              <a:buSzTx/>
              <a:buFont typeface="System Font Regular"/>
              <a:buNone/>
              <a:tabLst/>
              <a:defRPr/>
            </a:pPr>
            <a:r>
              <a:rPr lang="en-US" dirty="0"/>
              <a:t>Click to add photo or illustration</a:t>
            </a:r>
          </a:p>
          <a:p>
            <a:endParaRPr lang="en-US" dirty="0"/>
          </a:p>
          <a:p>
            <a:endParaRPr lang="en-US" dirty="0"/>
          </a:p>
        </p:txBody>
      </p:sp>
    </p:spTree>
    <p:extLst>
      <p:ext uri="{BB962C8B-B14F-4D97-AF65-F5344CB8AC3E}">
        <p14:creationId xmlns:p14="http://schemas.microsoft.com/office/powerpoint/2010/main" val="2242266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Dark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536DA1B-D096-01B8-6B79-C6DBB456A7CA}"/>
              </a:ext>
            </a:extLst>
          </p:cNvPr>
          <p:cNvSpPr>
            <a:spLocks noGrp="1"/>
          </p:cNvSpPr>
          <p:nvPr>
            <p:ph type="title" hasCustomPrompt="1"/>
          </p:nvPr>
        </p:nvSpPr>
        <p:spPr>
          <a:xfrm>
            <a:off x="768875" y="182403"/>
            <a:ext cx="10671048" cy="822960"/>
          </a:xfrm>
        </p:spPr>
        <p:txBody>
          <a:bodyP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dirty="0"/>
              <a:t>Title</a:t>
            </a:r>
          </a:p>
        </p:txBody>
      </p:sp>
      <p:sp>
        <p:nvSpPr>
          <p:cNvPr id="6" name="Picture Placeholder 12">
            <a:extLst>
              <a:ext uri="{FF2B5EF4-FFF2-40B4-BE49-F238E27FC236}">
                <a16:creationId xmlns:a16="http://schemas.microsoft.com/office/drawing/2014/main" id="{5C4A9BEF-054B-38A2-DDC6-DD7D3B185912}"/>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Click to add photo or illustration</a:t>
            </a:r>
          </a:p>
          <a:p>
            <a:pPr lvl="0" algn="ctr"/>
            <a:endParaRPr lang="en-US" dirty="0"/>
          </a:p>
          <a:p>
            <a:pPr lvl="0" algn="ctr"/>
            <a:endParaRPr lang="en-US" dirty="0"/>
          </a:p>
        </p:txBody>
      </p:sp>
      <p:sp>
        <p:nvSpPr>
          <p:cNvPr id="4" name="Text Placeholder 5">
            <a:extLst>
              <a:ext uri="{FF2B5EF4-FFF2-40B4-BE49-F238E27FC236}">
                <a16:creationId xmlns:a16="http://schemas.microsoft.com/office/drawing/2014/main" id="{5359DD48-7CB8-3699-CA89-9D72DAA6B0BF}"/>
              </a:ext>
            </a:extLst>
          </p:cNvPr>
          <p:cNvSpPr>
            <a:spLocks noGrp="1"/>
          </p:cNvSpPr>
          <p:nvPr>
            <p:ph type="body" sz="quarter" idx="29"/>
          </p:nvPr>
        </p:nvSpPr>
        <p:spPr>
          <a:xfrm>
            <a:off x="792538" y="4434829"/>
            <a:ext cx="4950147" cy="1291432"/>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9" name="Picture Placeholder 12">
            <a:extLst>
              <a:ext uri="{FF2B5EF4-FFF2-40B4-BE49-F238E27FC236}">
                <a16:creationId xmlns:a16="http://schemas.microsoft.com/office/drawing/2014/main" id="{32FA574C-02E7-4456-3CFF-3AD988229D69}"/>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defRPr lang="en-US">
                <a:solidFill>
                  <a:schemeClr val="tx1"/>
                </a:solidFill>
              </a:defRPr>
            </a:lvl1pPr>
          </a:lstStyle>
          <a:p>
            <a:pPr lvl="0" algn="ctr"/>
            <a:r>
              <a:rPr lang="en-US" dirty="0"/>
              <a:t>Click to add photo or illustration</a:t>
            </a:r>
          </a:p>
          <a:p>
            <a:pPr lvl="0" algn="ctr"/>
            <a:endParaRPr lang="en-US" dirty="0"/>
          </a:p>
          <a:p>
            <a:pPr lvl="0" algn="ctr"/>
            <a:endParaRPr lang="en-US" dirty="0"/>
          </a:p>
          <a:p>
            <a:pPr lvl="0" algn="ctr"/>
            <a:endParaRPr lang="en-US" dirty="0"/>
          </a:p>
        </p:txBody>
      </p:sp>
      <p:sp>
        <p:nvSpPr>
          <p:cNvPr id="5" name="Text Placeholder 7">
            <a:extLst>
              <a:ext uri="{FF2B5EF4-FFF2-40B4-BE49-F238E27FC236}">
                <a16:creationId xmlns:a16="http://schemas.microsoft.com/office/drawing/2014/main" id="{346E39F9-D43F-04FC-3023-F53553A4056D}"/>
              </a:ext>
            </a:extLst>
          </p:cNvPr>
          <p:cNvSpPr>
            <a:spLocks noGrp="1"/>
          </p:cNvSpPr>
          <p:nvPr>
            <p:ph type="body" sz="quarter" idx="30"/>
          </p:nvPr>
        </p:nvSpPr>
        <p:spPr>
          <a:xfrm>
            <a:off x="6448844" y="4419602"/>
            <a:ext cx="4924747" cy="1280319"/>
          </a:xfrm>
        </p:spPr>
        <p:txBody>
          <a:bodyPr/>
          <a:lstStyle>
            <a:lvl1pPr>
              <a:lnSpc>
                <a:spcPct val="100000"/>
              </a:lnSpc>
              <a:defRPr sz="1600" b="0" i="0">
                <a:solidFill>
                  <a:schemeClr val="tx1"/>
                </a:solidFill>
                <a:latin typeface="Oracle Sans Tab" panose="020B0503020204020204" pitchFamily="34" charset="0"/>
                <a:cs typeface="Oracle Sans Tab" panose="020B0503020204020204" pitchFamily="34" charset="0"/>
              </a:defRPr>
            </a:lvl1pPr>
            <a:lvl2pPr>
              <a:lnSpc>
                <a:spcPct val="100000"/>
              </a:lnSpc>
              <a:defRPr sz="1600" b="0" i="0">
                <a:solidFill>
                  <a:schemeClr val="tx1"/>
                </a:solidFill>
                <a:latin typeface="Oracle Sans Tab" panose="020B0503020204020204" pitchFamily="34" charset="0"/>
                <a:cs typeface="Oracle Sans Tab" panose="020B0503020204020204" pitchFamily="34" charset="0"/>
              </a:defRPr>
            </a:lvl2pPr>
            <a:lvl3pPr>
              <a:lnSpc>
                <a:spcPct val="100000"/>
              </a:lnSpc>
              <a:defRPr sz="1600" b="0" i="0">
                <a:solidFill>
                  <a:schemeClr val="tx1"/>
                </a:solidFill>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8" name="Slide Number Placeholder 7">
            <a:extLst>
              <a:ext uri="{FF2B5EF4-FFF2-40B4-BE49-F238E27FC236}">
                <a16:creationId xmlns:a16="http://schemas.microsoft.com/office/drawing/2014/main" id="{3C49485D-F762-1381-7479-D37FDB46F388}"/>
              </a:ext>
            </a:extLst>
          </p:cNvPr>
          <p:cNvSpPr>
            <a:spLocks noGrp="1"/>
          </p:cNvSpPr>
          <p:nvPr>
            <p:ph type="sldNum" sz="quarter" idx="17"/>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0" name="Footer Placeholder 6">
            <a:extLst>
              <a:ext uri="{FF2B5EF4-FFF2-40B4-BE49-F238E27FC236}">
                <a16:creationId xmlns:a16="http://schemas.microsoft.com/office/drawing/2014/main" id="{844C26A1-8F6A-0142-2190-64BD165AA6D8}"/>
              </a:ext>
            </a:extLst>
          </p:cNvPr>
          <p:cNvSpPr>
            <a:spLocks noGrp="1"/>
          </p:cNvSpPr>
          <p:nvPr>
            <p:ph type="ftr" sz="quarter" idx="16"/>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1" name="Date Placeholder 4">
            <a:extLst>
              <a:ext uri="{FF2B5EF4-FFF2-40B4-BE49-F238E27FC236}">
                <a16:creationId xmlns:a16="http://schemas.microsoft.com/office/drawing/2014/main" id="{2699964F-7EAE-A02B-DAAA-5083B3377FE4}"/>
              </a:ext>
            </a:extLst>
          </p:cNvPr>
          <p:cNvSpPr>
            <a:spLocks noGrp="1"/>
          </p:cNvSpPr>
          <p:nvPr>
            <p:ph type="dt" sz="half" idx="15"/>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14399578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Light 2 Images and Content">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FD4E609-9037-8285-A36E-039E71F8B03C}"/>
              </a:ext>
            </a:extLst>
          </p:cNvPr>
          <p:cNvSpPr>
            <a:spLocks noGrp="1"/>
          </p:cNvSpPr>
          <p:nvPr>
            <p:ph type="title" hasCustomPrompt="1"/>
          </p:nvPr>
        </p:nvSpPr>
        <p:spPr>
          <a:xfrm>
            <a:off x="768875" y="182403"/>
            <a:ext cx="10671048" cy="822960"/>
          </a:xfrm>
        </p:spPr>
        <p:txBody>
          <a:bodyPr/>
          <a:lstStyle>
            <a:lvl1pPr>
              <a:lnSpc>
                <a:spcPct val="100000"/>
              </a:lnSpc>
              <a:defRPr b="1" i="0">
                <a:latin typeface="Oracle Sans Tab" panose="020B0503020204020204" pitchFamily="34" charset="0"/>
                <a:cs typeface="Oracle Sans Tab" panose="020B0503020204020204" pitchFamily="34" charset="0"/>
              </a:defRPr>
            </a:lvl1pPr>
          </a:lstStyle>
          <a:p>
            <a:r>
              <a:rPr lang="en-US" dirty="0"/>
              <a:t>Title</a:t>
            </a:r>
          </a:p>
        </p:txBody>
      </p:sp>
      <p:sp>
        <p:nvSpPr>
          <p:cNvPr id="12" name="Picture Placeholder 12">
            <a:extLst>
              <a:ext uri="{FF2B5EF4-FFF2-40B4-BE49-F238E27FC236}">
                <a16:creationId xmlns:a16="http://schemas.microsoft.com/office/drawing/2014/main" id="{90ACCFB3-5B0B-D6E2-D2BA-F70E9C22E3F7}"/>
              </a:ext>
            </a:extLst>
          </p:cNvPr>
          <p:cNvSpPr>
            <a:spLocks noGrp="1"/>
          </p:cNvSpPr>
          <p:nvPr>
            <p:ph type="pic" sz="quarter" idx="26" hasCustomPrompt="1"/>
          </p:nvPr>
        </p:nvSpPr>
        <p:spPr>
          <a:xfrm>
            <a:off x="795712" y="1616572"/>
            <a:ext cx="4924591" cy="2662745"/>
          </a:xfrm>
          <a:solidFill>
            <a:schemeClr val="bg1">
              <a:alpha val="10000"/>
            </a:schemeClr>
          </a:solidFill>
        </p:spPr>
        <p:txBody>
          <a:bodyPr vert="horz" lIns="91440" tIns="45720" rIns="91440" bIns="45720" rtlCol="0" anchor="ctr" anchorCtr="0">
            <a:normAutofit/>
          </a:bodyPr>
          <a:lstStyle>
            <a:lvl1pPr algn="ctr">
              <a:defRPr lang="en-US">
                <a:solidFill>
                  <a:schemeClr val="tx1"/>
                </a:solidFill>
              </a:defRPr>
            </a:lvl1pPr>
          </a:lstStyle>
          <a:p>
            <a:r>
              <a:rPr lang="en-US" dirty="0"/>
              <a:t>Click to add photo or illustration</a:t>
            </a:r>
          </a:p>
          <a:p>
            <a:endParaRPr lang="en-US" dirty="0"/>
          </a:p>
          <a:p>
            <a:endParaRPr lang="en-US" dirty="0"/>
          </a:p>
        </p:txBody>
      </p:sp>
      <p:sp>
        <p:nvSpPr>
          <p:cNvPr id="8" name="Text Placeholder 5">
            <a:extLst>
              <a:ext uri="{FF2B5EF4-FFF2-40B4-BE49-F238E27FC236}">
                <a16:creationId xmlns:a16="http://schemas.microsoft.com/office/drawing/2014/main" id="{AE8171D6-A364-A377-FFE9-3F53F16263EA}"/>
              </a:ext>
            </a:extLst>
          </p:cNvPr>
          <p:cNvSpPr>
            <a:spLocks noGrp="1"/>
          </p:cNvSpPr>
          <p:nvPr>
            <p:ph type="body" sz="quarter" idx="29"/>
          </p:nvPr>
        </p:nvSpPr>
        <p:spPr>
          <a:xfrm>
            <a:off x="792538" y="4434829"/>
            <a:ext cx="4950147" cy="1291432"/>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13" name="Picture Placeholder 12">
            <a:extLst>
              <a:ext uri="{FF2B5EF4-FFF2-40B4-BE49-F238E27FC236}">
                <a16:creationId xmlns:a16="http://schemas.microsoft.com/office/drawing/2014/main" id="{AE9BE660-418D-B00B-4919-F18A26E7CECF}"/>
              </a:ext>
            </a:extLst>
          </p:cNvPr>
          <p:cNvSpPr>
            <a:spLocks noGrp="1"/>
          </p:cNvSpPr>
          <p:nvPr>
            <p:ph type="pic" sz="quarter" idx="27" hasCustomPrompt="1"/>
          </p:nvPr>
        </p:nvSpPr>
        <p:spPr>
          <a:xfrm>
            <a:off x="6411475" y="1601343"/>
            <a:ext cx="4924591" cy="2662745"/>
          </a:xfrm>
          <a:solidFill>
            <a:schemeClr val="bg1">
              <a:alpha val="10000"/>
            </a:schemeClr>
          </a:solidFill>
        </p:spPr>
        <p:txBody>
          <a:bodyPr vert="horz" lIns="91440" tIns="45720" rIns="91440" bIns="45720" rtlCol="0" anchor="ctr" anchorCtr="0">
            <a:normAutofit/>
          </a:bodyPr>
          <a:lstStyle>
            <a:lvl1pPr algn="ctr">
              <a:defRPr lang="en-US">
                <a:solidFill>
                  <a:schemeClr val="tx1"/>
                </a:solidFill>
              </a:defRPr>
            </a:lvl1pPr>
          </a:lstStyle>
          <a:p>
            <a:r>
              <a:rPr lang="en-US" dirty="0"/>
              <a:t>Click to add photo or illustration</a:t>
            </a:r>
          </a:p>
          <a:p>
            <a:endParaRPr lang="en-US" dirty="0"/>
          </a:p>
          <a:p>
            <a:endParaRPr lang="en-US" dirty="0"/>
          </a:p>
        </p:txBody>
      </p:sp>
      <p:sp>
        <p:nvSpPr>
          <p:cNvPr id="11" name="Text Placeholder 7">
            <a:extLst>
              <a:ext uri="{FF2B5EF4-FFF2-40B4-BE49-F238E27FC236}">
                <a16:creationId xmlns:a16="http://schemas.microsoft.com/office/drawing/2014/main" id="{79E2D9AD-B603-1F6B-F5F3-92A71334B474}"/>
              </a:ext>
            </a:extLst>
          </p:cNvPr>
          <p:cNvSpPr>
            <a:spLocks noGrp="1"/>
          </p:cNvSpPr>
          <p:nvPr>
            <p:ph type="body" sz="quarter" idx="30"/>
          </p:nvPr>
        </p:nvSpPr>
        <p:spPr>
          <a:xfrm>
            <a:off x="6448844" y="4419602"/>
            <a:ext cx="4924747" cy="1280319"/>
          </a:xfrm>
        </p:spPr>
        <p:txBody>
          <a:bodyPr/>
          <a:lstStyle>
            <a:lvl1pPr>
              <a:lnSpc>
                <a:spcPct val="100000"/>
              </a:lnSpc>
              <a:defRPr sz="1600" b="0" i="0">
                <a:latin typeface="Oracle Sans Tab" panose="020B0503020204020204" pitchFamily="34" charset="0"/>
                <a:cs typeface="Oracle Sans Tab" panose="020B0503020204020204" pitchFamily="34" charset="0"/>
              </a:defRPr>
            </a:lvl1pPr>
            <a:lvl2pPr>
              <a:lnSpc>
                <a:spcPct val="100000"/>
              </a:lnSpc>
              <a:defRPr sz="1600" b="0" i="0">
                <a:latin typeface="Oracle Sans Tab" panose="020B0503020204020204" pitchFamily="34" charset="0"/>
                <a:cs typeface="Oracle Sans Tab" panose="020B0503020204020204" pitchFamily="34" charset="0"/>
              </a:defRPr>
            </a:lvl2pPr>
            <a:lvl3pPr>
              <a:lnSpc>
                <a:spcPct val="100000"/>
              </a:lnSpc>
              <a:defRPr sz="1600" b="0" i="0">
                <a:latin typeface="Oracle Sans Tab" panose="020B0503020204020204" pitchFamily="34" charset="0"/>
                <a:cs typeface="Oracle Sans Tab" panose="020B0503020204020204" pitchFamily="34" charset="0"/>
              </a:defRPr>
            </a:lvl3pPr>
          </a:lstStyle>
          <a:p>
            <a:pPr lvl="0"/>
            <a:r>
              <a:rPr lang="en-US"/>
              <a:t>Click to edit Master text styles</a:t>
            </a:r>
          </a:p>
          <a:p>
            <a:pPr lvl="1"/>
            <a:r>
              <a:rPr lang="en-US"/>
              <a:t>Second level</a:t>
            </a:r>
          </a:p>
          <a:p>
            <a:pPr lvl="2"/>
            <a:r>
              <a:rPr lang="en-US"/>
              <a:t>Third level</a:t>
            </a:r>
          </a:p>
        </p:txBody>
      </p:sp>
      <p:sp>
        <p:nvSpPr>
          <p:cNvPr id="4" name="Slide Number Placeholder 5">
            <a:extLst>
              <a:ext uri="{FF2B5EF4-FFF2-40B4-BE49-F238E27FC236}">
                <a16:creationId xmlns:a16="http://schemas.microsoft.com/office/drawing/2014/main" id="{7567E54F-7B19-8851-B67D-202FB9AC1D6A}"/>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A1778B27-DEA8-9A30-4AED-960974FB3EBC}"/>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333856E5-8C5E-2CF5-6E7E-97C9C55734DC}"/>
              </a:ext>
            </a:extLst>
          </p:cNvPr>
          <p:cNvSpPr>
            <a:spLocks noGrp="1"/>
          </p:cNvSpPr>
          <p:nvPr>
            <p:ph type="dt" sz="half" idx="38"/>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12524795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Dark - Bold Statement with Photo half">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sp>
        <p:nvSpPr>
          <p:cNvPr id="10" name="Date Placeholder 9">
            <a:extLst>
              <a:ext uri="{FF2B5EF4-FFF2-40B4-BE49-F238E27FC236}">
                <a16:creationId xmlns:a16="http://schemas.microsoft.com/office/drawing/2014/main" id="{CFB698A3-54A9-FB17-B2D4-7F20F0A79C40}"/>
              </a:ext>
            </a:extLst>
          </p:cNvPr>
          <p:cNvSpPr>
            <a:spLocks noGrp="1"/>
          </p:cNvSpPr>
          <p:nvPr>
            <p:ph type="dt" sz="half" idx="12"/>
          </p:nvPr>
        </p:nvSpPr>
        <p:spPr/>
        <p:txBody>
          <a:bodyPr/>
          <a:lstStyle>
            <a:lvl1pPr>
              <a:defRPr>
                <a:solidFill>
                  <a:srgbClr val="AEA8A2"/>
                </a:solidFill>
              </a:defRPr>
            </a:lvl1pPr>
          </a:lstStyle>
          <a:p>
            <a:r>
              <a:rPr lang="en-US"/>
              <a:t>[Date]</a:t>
            </a:r>
            <a:endParaRPr lang="en-US" dirty="0"/>
          </a:p>
        </p:txBody>
      </p:sp>
      <p:sp>
        <p:nvSpPr>
          <p:cNvPr id="11" name="Footer Placeholder 10">
            <a:extLst>
              <a:ext uri="{FF2B5EF4-FFF2-40B4-BE49-F238E27FC236}">
                <a16:creationId xmlns:a16="http://schemas.microsoft.com/office/drawing/2014/main" id="{E8BE4CB4-E754-6D7A-B9E5-FD0C6A6204BF}"/>
              </a:ext>
            </a:extLst>
          </p:cNvPr>
          <p:cNvSpPr>
            <a:spLocks noGrp="1"/>
          </p:cNvSpPr>
          <p:nvPr>
            <p:ph type="ftr" sz="quarter" idx="13"/>
          </p:nvPr>
        </p:nvSpPr>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2" name="Slide Number Placeholder 11">
            <a:extLst>
              <a:ext uri="{FF2B5EF4-FFF2-40B4-BE49-F238E27FC236}">
                <a16:creationId xmlns:a16="http://schemas.microsoft.com/office/drawing/2014/main" id="{17986784-5975-D9F1-203A-0BD838E5E21F}"/>
              </a:ext>
            </a:extLst>
          </p:cNvPr>
          <p:cNvSpPr>
            <a:spLocks noGrp="1"/>
          </p:cNvSpPr>
          <p:nvPr>
            <p:ph type="sldNum" sz="quarter" idx="14"/>
          </p:nvPr>
        </p:nvSpPr>
        <p:spPr/>
        <p:txBody>
          <a:bodyPr/>
          <a:lstStyle>
            <a:lvl1pPr>
              <a:defRPr>
                <a:solidFill>
                  <a:srgbClr val="AEA8A2"/>
                </a:solidFill>
              </a:defRPr>
            </a:lvl1p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41223545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Light - Bold Statement with Photo half">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4" name="Picture Placeholder 17">
            <a:extLst>
              <a:ext uri="{FF2B5EF4-FFF2-40B4-BE49-F238E27FC236}">
                <a16:creationId xmlns:a16="http://schemas.microsoft.com/office/drawing/2014/main" id="{E05D35C0-2DAC-3332-CC0D-3198C85F0FCC}"/>
              </a:ext>
            </a:extLst>
          </p:cNvPr>
          <p:cNvSpPr>
            <a:spLocks noGrp="1"/>
          </p:cNvSpPr>
          <p:nvPr>
            <p:ph type="pic" sz="quarter" idx="11" hasCustomPrompt="1"/>
          </p:nvPr>
        </p:nvSpPr>
        <p:spPr>
          <a:xfrm>
            <a:off x="6096000" y="0"/>
            <a:ext cx="6096000" cy="6858000"/>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412938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ark - Screenshot">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p:nvPr>
        </p:nvSpPr>
        <p:spPr>
          <a:xfrm>
            <a:off x="762000" y="2471026"/>
            <a:ext cx="3762466" cy="822960"/>
          </a:xfrm>
        </p:spPr>
        <p:txBody>
          <a:bodyPr/>
          <a:lstStyle>
            <a:lvl1pPr>
              <a:defRPr b="1" i="0">
                <a:latin typeface="Oracle Sans Tab" panose="020B0503020204020204" pitchFamily="34" charset="0"/>
                <a:cs typeface="Oracle Sans Tab" panose="020B0503020204020204" pitchFamily="34" charset="0"/>
              </a:defRPr>
            </a:lvl1pPr>
          </a:lstStyle>
          <a:p>
            <a:r>
              <a:rPr lang="en-US"/>
              <a:t>Click to edit Master title style</a:t>
            </a:r>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3762466" cy="1228119"/>
          </a:xfrm>
          <a:prstGeom prst="rect">
            <a:avLst/>
          </a:prstGeom>
          <a:noFill/>
        </p:spPr>
        <p:txBody>
          <a:bodyPr lIns="0" tIns="0" rIns="0" bIns="0"/>
          <a:lstStyle>
            <a:lvl1pPr algn="l">
              <a:lnSpc>
                <a:spcPct val="100000"/>
              </a:lnSpc>
              <a:spcBef>
                <a:spcPts val="0"/>
              </a:spcBef>
              <a:spcAft>
                <a:spcPts val="400"/>
              </a:spcAft>
              <a:defRPr sz="1400" b="0"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sp>
        <p:nvSpPr>
          <p:cNvPr id="6" name="Slide Number Placeholder 5">
            <a:extLst>
              <a:ext uri="{FF2B5EF4-FFF2-40B4-BE49-F238E27FC236}">
                <a16:creationId xmlns:a16="http://schemas.microsoft.com/office/drawing/2014/main" id="{957B489F-6C53-0670-3CA3-C344A6796DB7}"/>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14" name="Footer Placeholder 4">
            <a:extLst>
              <a:ext uri="{FF2B5EF4-FFF2-40B4-BE49-F238E27FC236}">
                <a16:creationId xmlns:a16="http://schemas.microsoft.com/office/drawing/2014/main" id="{73C65335-0F11-C316-1B11-B923DAF34CA7}"/>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15" name="Date Placeholder 3">
            <a:extLst>
              <a:ext uri="{FF2B5EF4-FFF2-40B4-BE49-F238E27FC236}">
                <a16:creationId xmlns:a16="http://schemas.microsoft.com/office/drawing/2014/main" id="{249F2E88-1C3B-E905-DE13-29B4AD66701F}"/>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pic>
        <p:nvPicPr>
          <p:cNvPr id="5" name="Picture 4">
            <a:extLst>
              <a:ext uri="{FF2B5EF4-FFF2-40B4-BE49-F238E27FC236}">
                <a16:creationId xmlns:a16="http://schemas.microsoft.com/office/drawing/2014/main" id="{10527129-53F9-ED4F-2DBB-9365E8BF2A8E}"/>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64488" y="1417342"/>
            <a:ext cx="6249629" cy="270425"/>
          </a:xfrm>
          <a:prstGeom prst="rect">
            <a:avLst/>
          </a:prstGeom>
        </p:spPr>
      </p:pic>
      <p:sp>
        <p:nvSpPr>
          <p:cNvPr id="7" name="Picture Placeholder 21">
            <a:extLst>
              <a:ext uri="{FF2B5EF4-FFF2-40B4-BE49-F238E27FC236}">
                <a16:creationId xmlns:a16="http://schemas.microsoft.com/office/drawing/2014/main" id="{4A787595-7363-9A8E-E513-2117DE88759B}"/>
              </a:ext>
            </a:extLst>
          </p:cNvPr>
          <p:cNvSpPr>
            <a:spLocks noGrp="1"/>
          </p:cNvSpPr>
          <p:nvPr>
            <p:ph type="pic" sz="quarter" idx="38" hasCustomPrompt="1"/>
          </p:nvPr>
        </p:nvSpPr>
        <p:spPr>
          <a:xfrm>
            <a:off x="5364488" y="1687766"/>
            <a:ext cx="6249629" cy="3763219"/>
          </a:xfrm>
        </p:spPr>
        <p:txBody>
          <a:bodyPr anchor="ctr"/>
          <a:lstStyle>
            <a:lvl1pPr algn="ctr">
              <a:defRPr sz="1400"/>
            </a:lvl1pPr>
          </a:lstStyle>
          <a:p>
            <a:r>
              <a:rPr lang="en-US" dirty="0"/>
              <a:t>Click icon to add screenshot</a:t>
            </a:r>
          </a:p>
          <a:p>
            <a:endParaRPr lang="en-US" dirty="0"/>
          </a:p>
          <a:p>
            <a:endParaRPr lang="en-US" dirty="0"/>
          </a:p>
        </p:txBody>
      </p:sp>
    </p:spTree>
    <p:extLst>
      <p:ext uri="{BB962C8B-B14F-4D97-AF65-F5344CB8AC3E}">
        <p14:creationId xmlns:p14="http://schemas.microsoft.com/office/powerpoint/2010/main" val="15727414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Light - Screenshot">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0F3D2B-DD8D-3718-AE06-7C8DDB64D815}"/>
              </a:ext>
            </a:extLst>
          </p:cNvPr>
          <p:cNvSpPr>
            <a:spLocks noGrp="1"/>
          </p:cNvSpPr>
          <p:nvPr>
            <p:ph type="title"/>
          </p:nvPr>
        </p:nvSpPr>
        <p:spPr>
          <a:xfrm>
            <a:off x="762000" y="2471026"/>
            <a:ext cx="3762466" cy="822960"/>
          </a:xfrm>
        </p:spPr>
        <p:txBody>
          <a:bodyPr/>
          <a:lstStyle>
            <a:lvl1pPr>
              <a:defRPr b="1" i="0">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10" name="Text Placeholder 21">
            <a:extLst>
              <a:ext uri="{FF2B5EF4-FFF2-40B4-BE49-F238E27FC236}">
                <a16:creationId xmlns:a16="http://schemas.microsoft.com/office/drawing/2014/main" id="{ADDF4B14-485E-2D9E-8017-8DBD76E5E0CC}"/>
              </a:ext>
            </a:extLst>
          </p:cNvPr>
          <p:cNvSpPr>
            <a:spLocks noGrp="1"/>
          </p:cNvSpPr>
          <p:nvPr>
            <p:ph type="body" sz="quarter" idx="24" hasCustomPrompt="1"/>
          </p:nvPr>
        </p:nvSpPr>
        <p:spPr>
          <a:xfrm>
            <a:off x="762000" y="3564014"/>
            <a:ext cx="3762466" cy="1228119"/>
          </a:xfrm>
          <a:prstGeom prst="rect">
            <a:avLst/>
          </a:prstGeom>
          <a:noFill/>
        </p:spPr>
        <p:txBody>
          <a:bodyPr lIns="0" tIns="0" rIns="0" bIns="0"/>
          <a:lstStyle>
            <a:lvl1pPr algn="l">
              <a:lnSpc>
                <a:spcPct val="100000"/>
              </a:lnSpc>
              <a:spcBef>
                <a:spcPts val="0"/>
              </a:spcBef>
              <a:spcAft>
                <a:spcPts val="400"/>
              </a:spcAft>
              <a:defRPr sz="1400" b="0" i="0">
                <a:solidFill>
                  <a:schemeClr val="tx1"/>
                </a:solidFill>
                <a:latin typeface="Oracle Sans" panose="020B0503020204020204" pitchFamily="34" charset="0"/>
                <a:cs typeface="Oracle Sans"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a:t>
            </a:r>
            <a:endParaRPr lang="en-US" dirty="0"/>
          </a:p>
        </p:txBody>
      </p:sp>
      <p:pic>
        <p:nvPicPr>
          <p:cNvPr id="11" name="Picture 10">
            <a:extLst>
              <a:ext uri="{FF2B5EF4-FFF2-40B4-BE49-F238E27FC236}">
                <a16:creationId xmlns:a16="http://schemas.microsoft.com/office/drawing/2014/main" id="{4B4EE190-AAB7-148D-83A3-3508D5F54EDD}"/>
              </a:ext>
              <a:ext uri="{C183D7F6-B498-43B3-948B-1728B52AA6E4}">
                <adec:decorative xmlns:adec="http://schemas.microsoft.com/office/drawing/2017/decorative" val="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64488" y="1417342"/>
            <a:ext cx="6249629" cy="270425"/>
          </a:xfrm>
          <a:prstGeom prst="rect">
            <a:avLst/>
          </a:prstGeom>
        </p:spPr>
      </p:pic>
      <p:sp>
        <p:nvSpPr>
          <p:cNvPr id="13" name="Picture Placeholder 21">
            <a:extLst>
              <a:ext uri="{FF2B5EF4-FFF2-40B4-BE49-F238E27FC236}">
                <a16:creationId xmlns:a16="http://schemas.microsoft.com/office/drawing/2014/main" id="{A6B73051-9D1F-22B3-EB86-F2801CD8E323}"/>
              </a:ext>
            </a:extLst>
          </p:cNvPr>
          <p:cNvSpPr>
            <a:spLocks noGrp="1"/>
          </p:cNvSpPr>
          <p:nvPr>
            <p:ph type="pic" sz="quarter" idx="38" hasCustomPrompt="1"/>
          </p:nvPr>
        </p:nvSpPr>
        <p:spPr>
          <a:xfrm>
            <a:off x="5364488" y="1687766"/>
            <a:ext cx="6249629" cy="3763219"/>
          </a:xfrm>
        </p:spPr>
        <p:txBody>
          <a:bodyPr anchor="ctr"/>
          <a:lstStyle>
            <a:lvl1pPr algn="ctr">
              <a:defRPr sz="1400"/>
            </a:lvl1pPr>
          </a:lstStyle>
          <a:p>
            <a:r>
              <a:rPr lang="en-US" dirty="0"/>
              <a:t>Click icon to add screenshot</a:t>
            </a:r>
          </a:p>
          <a:p>
            <a:endParaRPr lang="en-US" dirty="0"/>
          </a:p>
          <a:p>
            <a:endParaRPr lang="en-US" dirty="0"/>
          </a:p>
        </p:txBody>
      </p:sp>
      <p:sp>
        <p:nvSpPr>
          <p:cNvPr id="6" name="Slide Number Placeholder 5">
            <a:extLst>
              <a:ext uri="{FF2B5EF4-FFF2-40B4-BE49-F238E27FC236}">
                <a16:creationId xmlns:a16="http://schemas.microsoft.com/office/drawing/2014/main" id="{84999693-3FF6-AF8C-418A-B4D18A9362AE}"/>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8" name="Footer Placeholder 4">
            <a:extLst>
              <a:ext uri="{FF2B5EF4-FFF2-40B4-BE49-F238E27FC236}">
                <a16:creationId xmlns:a16="http://schemas.microsoft.com/office/drawing/2014/main" id="{9D8245F4-04A6-EC07-B56D-173581A230E4}"/>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9" name="Date Placeholder 3">
            <a:extLst>
              <a:ext uri="{FF2B5EF4-FFF2-40B4-BE49-F238E27FC236}">
                <a16:creationId xmlns:a16="http://schemas.microsoft.com/office/drawing/2014/main" id="{5408C619-4FDB-008C-C4DA-039963A5A61F}"/>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2459033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cSld name="Light - Story with quote, and image">
    <p:bg>
      <p:bgRef idx="1001">
        <a:schemeClr val="bg2"/>
      </p:bgRef>
    </p:bg>
    <p:spTree>
      <p:nvGrpSpPr>
        <p:cNvPr id="1" name=""/>
        <p:cNvGrpSpPr/>
        <p:nvPr/>
      </p:nvGrpSpPr>
      <p:grpSpPr>
        <a:xfrm>
          <a:off x="0" y="0"/>
          <a:ext cx="0" cy="0"/>
          <a:chOff x="0" y="0"/>
          <a:chExt cx="0" cy="0"/>
        </a:xfrm>
      </p:grpSpPr>
      <p:sp>
        <p:nvSpPr>
          <p:cNvPr id="43" name="Title 1">
            <a:extLst>
              <a:ext uri="{FF2B5EF4-FFF2-40B4-BE49-F238E27FC236}">
                <a16:creationId xmlns:a16="http://schemas.microsoft.com/office/drawing/2014/main" id="{74151B34-23FE-44F5-A716-0730CC7BA85D}"/>
              </a:ext>
            </a:extLst>
          </p:cNvPr>
          <p:cNvSpPr>
            <a:spLocks noGrp="1"/>
          </p:cNvSpPr>
          <p:nvPr>
            <p:ph type="title" hasCustomPrompt="1"/>
          </p:nvPr>
        </p:nvSpPr>
        <p:spPr>
          <a:xfrm>
            <a:off x="762000" y="1274060"/>
            <a:ext cx="4744029" cy="822960"/>
          </a:xfrm>
        </p:spPr>
        <p:txBody>
          <a:bodyPr/>
          <a:lstStyle>
            <a:lvl1pPr>
              <a:defRPr>
                <a:solidFill>
                  <a:schemeClr val="tx1"/>
                </a:solidFill>
                <a:latin typeface="+mn-lt"/>
              </a:defRPr>
            </a:lvl1pPr>
          </a:lstStyle>
          <a:p>
            <a:r>
              <a:rPr lang="en-US" dirty="0"/>
              <a:t>Click to edit title text styles</a:t>
            </a:r>
          </a:p>
        </p:txBody>
      </p:sp>
      <p:sp>
        <p:nvSpPr>
          <p:cNvPr id="2" name="Rectangle 1">
            <a:extLst>
              <a:ext uri="{FF2B5EF4-FFF2-40B4-BE49-F238E27FC236}">
                <a16:creationId xmlns:a16="http://schemas.microsoft.com/office/drawing/2014/main" id="{848688E9-F02D-F34B-A466-BC7C5A6028DB}"/>
              </a:ext>
              <a:ext uri="{C183D7F6-B498-43B3-948B-1728B52AA6E4}">
                <adec:decorative xmlns:adec="http://schemas.microsoft.com/office/drawing/2017/decorative" val="1"/>
              </a:ext>
            </a:extLst>
          </p:cNvPr>
          <p:cNvSpPr/>
          <p:nvPr/>
        </p:nvSpPr>
        <p:spPr>
          <a:xfrm>
            <a:off x="6096000" y="3429000"/>
            <a:ext cx="6096000" cy="3429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ontent Placeholder 7">
            <a:extLst>
              <a:ext uri="{FF2B5EF4-FFF2-40B4-BE49-F238E27FC236}">
                <a16:creationId xmlns:a16="http://schemas.microsoft.com/office/drawing/2014/main" id="{167FC9A2-EA1C-47AA-8CD1-519F2B2BA1D5}"/>
              </a:ext>
            </a:extLst>
          </p:cNvPr>
          <p:cNvSpPr>
            <a:spLocks noGrp="1"/>
          </p:cNvSpPr>
          <p:nvPr>
            <p:ph sz="quarter" idx="28" hasCustomPrompt="1"/>
          </p:nvPr>
        </p:nvSpPr>
        <p:spPr>
          <a:xfrm>
            <a:off x="761999" y="178676"/>
            <a:ext cx="2504420" cy="819258"/>
          </a:xfrm>
        </p:spPr>
        <p:txBody>
          <a:bodyPr/>
          <a:lstStyle>
            <a:lvl1pPr>
              <a:defRPr sz="800">
                <a:latin typeface="Oracle Sans Light" panose="020B0403020204020204" pitchFamily="34" charset="0"/>
                <a:cs typeface="Oracle Sans Light" panose="020B0403020204020204" pitchFamily="34" charset="0"/>
              </a:defRPr>
            </a:lvl1pPr>
          </a:lstStyle>
          <a:p>
            <a:pPr lvl="0"/>
            <a:r>
              <a:rPr lang="en-US" dirty="0"/>
              <a:t>Click to insert partner logo</a:t>
            </a:r>
          </a:p>
        </p:txBody>
      </p:sp>
      <p:sp>
        <p:nvSpPr>
          <p:cNvPr id="23" name="Text Placeholder 3">
            <a:extLst>
              <a:ext uri="{FF2B5EF4-FFF2-40B4-BE49-F238E27FC236}">
                <a16:creationId xmlns:a16="http://schemas.microsoft.com/office/drawing/2014/main" id="{B544B384-379B-D246-825E-82D80E47CA83}"/>
              </a:ext>
            </a:extLst>
          </p:cNvPr>
          <p:cNvSpPr>
            <a:spLocks noGrp="1"/>
          </p:cNvSpPr>
          <p:nvPr>
            <p:ph type="body" sz="quarter" idx="20" hasCustomPrompt="1"/>
          </p:nvPr>
        </p:nvSpPr>
        <p:spPr>
          <a:xfrm>
            <a:off x="6781820" y="3870511"/>
            <a:ext cx="4838705" cy="1358116"/>
          </a:xfrm>
        </p:spPr>
        <p:txBody>
          <a:bodyPr/>
          <a:lstStyle>
            <a:lvl1pPr>
              <a:defRPr sz="1800">
                <a:solidFill>
                  <a:schemeClr val="tx1"/>
                </a:solidFill>
                <a:latin typeface="Georgia" panose="02040502050405020303" pitchFamily="18" charset="0"/>
              </a:defRPr>
            </a:lvl1pPr>
          </a:lstStyle>
          <a:p>
            <a:pPr lvl="0"/>
            <a:r>
              <a:rPr lang="en-GB" dirty="0"/>
              <a:t>“Quote goes up here.</a:t>
            </a:r>
            <a:r>
              <a:rPr lang="en-IN" dirty="0"/>
              <a:t> 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r>
              <a:rPr lang="en-IN" dirty="0"/>
              <a:t> </a:t>
            </a:r>
            <a:r>
              <a:rPr lang="en-IN" dirty="0" err="1"/>
              <a:t>ut</a:t>
            </a:r>
            <a:r>
              <a:rPr lang="en-IN" dirty="0"/>
              <a:t> </a:t>
            </a:r>
            <a:r>
              <a:rPr lang="en-IN" dirty="0" err="1"/>
              <a:t>labore</a:t>
            </a:r>
            <a:r>
              <a:rPr lang="en-IN" dirty="0"/>
              <a:t> et dolore magna </a:t>
            </a:r>
            <a:r>
              <a:rPr lang="en-IN" dirty="0" err="1"/>
              <a:t>aliqua</a:t>
            </a:r>
            <a:r>
              <a:rPr lang="en-IN" dirty="0"/>
              <a:t>. Ut </a:t>
            </a:r>
            <a:r>
              <a:rPr lang="en-IN" dirty="0" err="1"/>
              <a:t>enim</a:t>
            </a:r>
            <a:r>
              <a:rPr lang="en-IN" dirty="0"/>
              <a:t> ad minim </a:t>
            </a:r>
            <a:r>
              <a:rPr lang="en-IN" dirty="0" err="1"/>
              <a:t>veniam</a:t>
            </a:r>
            <a:r>
              <a:rPr lang="en-IN" dirty="0"/>
              <a:t>, </a:t>
            </a:r>
            <a:r>
              <a:rPr lang="en-IN" dirty="0" err="1"/>
              <a:t>quis</a:t>
            </a:r>
            <a:r>
              <a:rPr lang="en-IN" dirty="0"/>
              <a:t> </a:t>
            </a:r>
            <a:r>
              <a:rPr lang="en-IN" dirty="0" err="1"/>
              <a:t>nostrud</a:t>
            </a:r>
            <a:r>
              <a:rPr lang="en-IN" dirty="0"/>
              <a:t> exercitation </a:t>
            </a:r>
            <a:r>
              <a:rPr lang="en-IN" dirty="0" err="1"/>
              <a:t>ullamco</a:t>
            </a:r>
            <a:r>
              <a:rPr lang="en-IN" dirty="0"/>
              <a:t>.”</a:t>
            </a:r>
            <a:endParaRPr lang="en-US" dirty="0"/>
          </a:p>
        </p:txBody>
      </p:sp>
      <p:sp>
        <p:nvSpPr>
          <p:cNvPr id="18" name="Text Placeholder 3">
            <a:extLst>
              <a:ext uri="{FF2B5EF4-FFF2-40B4-BE49-F238E27FC236}">
                <a16:creationId xmlns:a16="http://schemas.microsoft.com/office/drawing/2014/main" id="{124E7EE1-1F21-A94B-BD4C-80D5579EA0D8}"/>
              </a:ext>
            </a:extLst>
          </p:cNvPr>
          <p:cNvSpPr>
            <a:spLocks noGrp="1"/>
          </p:cNvSpPr>
          <p:nvPr>
            <p:ph type="body" sz="quarter" idx="21" hasCustomPrompt="1"/>
          </p:nvPr>
        </p:nvSpPr>
        <p:spPr>
          <a:xfrm>
            <a:off x="6781820" y="5608955"/>
            <a:ext cx="4838705" cy="269769"/>
          </a:xfrm>
        </p:spPr>
        <p:txBody>
          <a:bodyPr anchor="ctr"/>
          <a:lstStyle>
            <a:lvl1pPr>
              <a:defRPr sz="1200" b="1" i="0">
                <a:solidFill>
                  <a:schemeClr val="tx1"/>
                </a:solidFill>
                <a:latin typeface="Oracle Sans" panose="020B0503020204020204" pitchFamily="34" charset="0"/>
                <a:cs typeface="Oracle Sans" panose="020B0503020204020204" pitchFamily="34" charset="0"/>
              </a:defRPr>
            </a:lvl1pPr>
          </a:lstStyle>
          <a:p>
            <a:pPr lvl="0"/>
            <a:r>
              <a:rPr lang="en-US" dirty="0"/>
              <a:t>Person name</a:t>
            </a:r>
          </a:p>
        </p:txBody>
      </p:sp>
      <p:sp>
        <p:nvSpPr>
          <p:cNvPr id="19" name="Text Placeholder 3">
            <a:extLst>
              <a:ext uri="{FF2B5EF4-FFF2-40B4-BE49-F238E27FC236}">
                <a16:creationId xmlns:a16="http://schemas.microsoft.com/office/drawing/2014/main" id="{EECEA0F4-62BE-D045-9B17-E8A1B43697E5}"/>
              </a:ext>
            </a:extLst>
          </p:cNvPr>
          <p:cNvSpPr>
            <a:spLocks noGrp="1"/>
          </p:cNvSpPr>
          <p:nvPr>
            <p:ph type="body" sz="quarter" idx="22" hasCustomPrompt="1"/>
          </p:nvPr>
        </p:nvSpPr>
        <p:spPr>
          <a:xfrm>
            <a:off x="6781819" y="5938133"/>
            <a:ext cx="4838705" cy="269769"/>
          </a:xfrm>
        </p:spPr>
        <p:txBody>
          <a:bodyPr anchor="ctr"/>
          <a:lstStyle>
            <a:lvl1pPr>
              <a:defRPr sz="1200" b="0" i="0">
                <a:solidFill>
                  <a:schemeClr val="tx1"/>
                </a:solidFill>
                <a:latin typeface="Oracle Sans" panose="020B0503020204020204" pitchFamily="34" charset="0"/>
                <a:cs typeface="Oracle Sans" panose="020B0503020204020204" pitchFamily="34" charset="0"/>
              </a:defRPr>
            </a:lvl1pPr>
          </a:lstStyle>
          <a:p>
            <a:pPr lvl="0"/>
            <a:r>
              <a:rPr lang="en-US" dirty="0"/>
              <a:t>Company name</a:t>
            </a:r>
          </a:p>
        </p:txBody>
      </p:sp>
      <p:sp>
        <p:nvSpPr>
          <p:cNvPr id="33" name="Slide Number Placeholder 7">
            <a:extLst>
              <a:ext uri="{FF2B5EF4-FFF2-40B4-BE49-F238E27FC236}">
                <a16:creationId xmlns:a16="http://schemas.microsoft.com/office/drawing/2014/main" id="{4C0ED2E8-6351-ED49-B6CF-FA1F67B26896}"/>
              </a:ext>
            </a:extLst>
          </p:cNvPr>
          <p:cNvSpPr>
            <a:spLocks noGrp="1"/>
          </p:cNvSpPr>
          <p:nvPr>
            <p:ph type="sldNum" sz="quarter" idx="39"/>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31" name="Footer Placeholder 4">
            <a:extLst>
              <a:ext uri="{FF2B5EF4-FFF2-40B4-BE49-F238E27FC236}">
                <a16:creationId xmlns:a16="http://schemas.microsoft.com/office/drawing/2014/main" id="{970AF836-EBD7-FC48-8131-6B5102906FFD}"/>
              </a:ext>
            </a:extLst>
          </p:cNvPr>
          <p:cNvSpPr>
            <a:spLocks noGrp="1"/>
          </p:cNvSpPr>
          <p:nvPr>
            <p:ph type="ftr" sz="quarter" idx="11"/>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30" name="Date Placeholder 2">
            <a:extLst>
              <a:ext uri="{FF2B5EF4-FFF2-40B4-BE49-F238E27FC236}">
                <a16:creationId xmlns:a16="http://schemas.microsoft.com/office/drawing/2014/main" id="{67BD4534-5E82-594D-B1AB-A133054CA183}"/>
              </a:ext>
            </a:extLst>
          </p:cNvPr>
          <p:cNvSpPr>
            <a:spLocks noGrp="1"/>
          </p:cNvSpPr>
          <p:nvPr>
            <p:ph type="dt" sz="half" idx="10"/>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20" name="Text Placeholder 21">
            <a:extLst>
              <a:ext uri="{FF2B5EF4-FFF2-40B4-BE49-F238E27FC236}">
                <a16:creationId xmlns:a16="http://schemas.microsoft.com/office/drawing/2014/main" id="{4C14E915-6287-F5A1-E319-1E5C8629A05F}"/>
              </a:ext>
            </a:extLst>
          </p:cNvPr>
          <p:cNvSpPr>
            <a:spLocks noGrp="1"/>
          </p:cNvSpPr>
          <p:nvPr>
            <p:ph type="body" sz="quarter" idx="32" hasCustomPrompt="1"/>
          </p:nvPr>
        </p:nvSpPr>
        <p:spPr>
          <a:xfrm>
            <a:off x="770368" y="2436573"/>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Business challenges</a:t>
            </a:r>
            <a:endParaRPr lang="en-US" dirty="0"/>
          </a:p>
        </p:txBody>
      </p:sp>
      <p:sp>
        <p:nvSpPr>
          <p:cNvPr id="21" name="Text Placeholder 19">
            <a:extLst>
              <a:ext uri="{FF2B5EF4-FFF2-40B4-BE49-F238E27FC236}">
                <a16:creationId xmlns:a16="http://schemas.microsoft.com/office/drawing/2014/main" id="{F78AAD0E-863E-A8EC-378E-CA7D3BEDF692}"/>
              </a:ext>
            </a:extLst>
          </p:cNvPr>
          <p:cNvSpPr>
            <a:spLocks noGrp="1"/>
          </p:cNvSpPr>
          <p:nvPr>
            <p:ph type="body" sz="quarter" idx="44"/>
          </p:nvPr>
        </p:nvSpPr>
        <p:spPr>
          <a:xfrm>
            <a:off x="768875" y="2780015"/>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4" name="Text Placeholder 21">
            <a:extLst>
              <a:ext uri="{FF2B5EF4-FFF2-40B4-BE49-F238E27FC236}">
                <a16:creationId xmlns:a16="http://schemas.microsoft.com/office/drawing/2014/main" id="{C0BA352F-F67A-5E33-FBD8-084FF44A0F3F}"/>
              </a:ext>
            </a:extLst>
          </p:cNvPr>
          <p:cNvSpPr>
            <a:spLocks noGrp="1"/>
          </p:cNvSpPr>
          <p:nvPr>
            <p:ph type="body" sz="quarter" idx="38" hasCustomPrompt="1"/>
          </p:nvPr>
        </p:nvSpPr>
        <p:spPr>
          <a:xfrm>
            <a:off x="770368" y="3533895"/>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Why Oracle</a:t>
            </a:r>
            <a:endParaRPr lang="en-US" dirty="0"/>
          </a:p>
        </p:txBody>
      </p:sp>
      <p:sp>
        <p:nvSpPr>
          <p:cNvPr id="25" name="Text Placeholder 19">
            <a:extLst>
              <a:ext uri="{FF2B5EF4-FFF2-40B4-BE49-F238E27FC236}">
                <a16:creationId xmlns:a16="http://schemas.microsoft.com/office/drawing/2014/main" id="{97385F7D-6D1D-86CA-110E-A65805CE4790}"/>
              </a:ext>
            </a:extLst>
          </p:cNvPr>
          <p:cNvSpPr>
            <a:spLocks noGrp="1"/>
          </p:cNvSpPr>
          <p:nvPr>
            <p:ph type="body" sz="quarter" idx="45"/>
          </p:nvPr>
        </p:nvSpPr>
        <p:spPr>
          <a:xfrm>
            <a:off x="768875" y="3878228"/>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6" name="Text Placeholder 21">
            <a:extLst>
              <a:ext uri="{FF2B5EF4-FFF2-40B4-BE49-F238E27FC236}">
                <a16:creationId xmlns:a16="http://schemas.microsoft.com/office/drawing/2014/main" id="{FCE282E2-5D44-8D75-1898-6AEA0F8C1C09}"/>
              </a:ext>
            </a:extLst>
          </p:cNvPr>
          <p:cNvSpPr>
            <a:spLocks noGrp="1"/>
          </p:cNvSpPr>
          <p:nvPr>
            <p:ph type="body" sz="quarter" idx="46" hasCustomPrompt="1"/>
          </p:nvPr>
        </p:nvSpPr>
        <p:spPr>
          <a:xfrm>
            <a:off x="770367" y="4635913"/>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Result</a:t>
            </a:r>
            <a:endParaRPr lang="en-US" dirty="0"/>
          </a:p>
        </p:txBody>
      </p:sp>
      <p:sp>
        <p:nvSpPr>
          <p:cNvPr id="32" name="Text Placeholder 19">
            <a:extLst>
              <a:ext uri="{FF2B5EF4-FFF2-40B4-BE49-F238E27FC236}">
                <a16:creationId xmlns:a16="http://schemas.microsoft.com/office/drawing/2014/main" id="{78684B9E-4AF4-B988-B9FA-63EF07B490FD}"/>
              </a:ext>
            </a:extLst>
          </p:cNvPr>
          <p:cNvSpPr>
            <a:spLocks noGrp="1"/>
          </p:cNvSpPr>
          <p:nvPr>
            <p:ph type="body" sz="quarter" idx="47" hasCustomPrompt="1"/>
          </p:nvPr>
        </p:nvSpPr>
        <p:spPr>
          <a:xfrm>
            <a:off x="768875" y="5010631"/>
            <a:ext cx="2258104" cy="304127"/>
          </a:xfrm>
        </p:spPr>
        <p:txBody>
          <a:bodyPr anchor="b"/>
          <a:lstStyle>
            <a:lvl1pPr>
              <a:lnSpc>
                <a:spcPct val="100000"/>
              </a:lnSpc>
              <a:defRPr sz="1200" b="1"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dirty="0"/>
              <a:t>Result 1</a:t>
            </a:r>
          </a:p>
        </p:txBody>
      </p:sp>
      <p:sp>
        <p:nvSpPr>
          <p:cNvPr id="36" name="Text Placeholder 19">
            <a:extLst>
              <a:ext uri="{FF2B5EF4-FFF2-40B4-BE49-F238E27FC236}">
                <a16:creationId xmlns:a16="http://schemas.microsoft.com/office/drawing/2014/main" id="{8E8CD5E9-9DB1-7D4C-37D6-37209F082819}"/>
              </a:ext>
            </a:extLst>
          </p:cNvPr>
          <p:cNvSpPr>
            <a:spLocks noGrp="1"/>
          </p:cNvSpPr>
          <p:nvPr>
            <p:ph type="body" sz="quarter" idx="50"/>
          </p:nvPr>
        </p:nvSpPr>
        <p:spPr>
          <a:xfrm>
            <a:off x="768875" y="5354986"/>
            <a:ext cx="2258104" cy="618248"/>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41" name="Text Placeholder 19">
            <a:extLst>
              <a:ext uri="{FF2B5EF4-FFF2-40B4-BE49-F238E27FC236}">
                <a16:creationId xmlns:a16="http://schemas.microsoft.com/office/drawing/2014/main" id="{EBB6E9E6-28D8-BBCA-0BB7-15E4DEB80D17}"/>
              </a:ext>
            </a:extLst>
          </p:cNvPr>
          <p:cNvSpPr>
            <a:spLocks noGrp="1"/>
          </p:cNvSpPr>
          <p:nvPr>
            <p:ph type="body" sz="quarter" idx="51" hasCustomPrompt="1"/>
          </p:nvPr>
        </p:nvSpPr>
        <p:spPr>
          <a:xfrm>
            <a:off x="3274795" y="5015715"/>
            <a:ext cx="2258104" cy="304127"/>
          </a:xfrm>
        </p:spPr>
        <p:txBody>
          <a:bodyPr anchor="b"/>
          <a:lstStyle>
            <a:lvl1pPr>
              <a:lnSpc>
                <a:spcPct val="100000"/>
              </a:lnSpc>
              <a:defRPr sz="1200" b="1"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dirty="0"/>
              <a:t>Result 2</a:t>
            </a:r>
          </a:p>
        </p:txBody>
      </p:sp>
      <p:sp>
        <p:nvSpPr>
          <p:cNvPr id="42" name="Text Placeholder 19">
            <a:extLst>
              <a:ext uri="{FF2B5EF4-FFF2-40B4-BE49-F238E27FC236}">
                <a16:creationId xmlns:a16="http://schemas.microsoft.com/office/drawing/2014/main" id="{4DD9F86A-700A-8EBA-A4A6-BC6B400BACE3}"/>
              </a:ext>
            </a:extLst>
          </p:cNvPr>
          <p:cNvSpPr>
            <a:spLocks noGrp="1"/>
          </p:cNvSpPr>
          <p:nvPr>
            <p:ph type="body" sz="quarter" idx="52"/>
          </p:nvPr>
        </p:nvSpPr>
        <p:spPr>
          <a:xfrm>
            <a:off x="3274795" y="5342942"/>
            <a:ext cx="2258104" cy="618248"/>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3" name="Picture Placeholder 17">
            <a:extLst>
              <a:ext uri="{FF2B5EF4-FFF2-40B4-BE49-F238E27FC236}">
                <a16:creationId xmlns:a16="http://schemas.microsoft.com/office/drawing/2014/main" id="{EE7EF218-A785-F9A6-5ED4-ABEAAE6312D3}"/>
              </a:ext>
            </a:extLst>
          </p:cNvPr>
          <p:cNvSpPr>
            <a:spLocks noGrp="1"/>
          </p:cNvSpPr>
          <p:nvPr>
            <p:ph type="pic" sz="quarter" idx="53" hasCustomPrompt="1"/>
          </p:nvPr>
        </p:nvSpPr>
        <p:spPr>
          <a:xfrm>
            <a:off x="6096000" y="0"/>
            <a:ext cx="6096000" cy="3428682"/>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pic>
        <p:nvPicPr>
          <p:cNvPr id="4" name="OTag" descr="A small square in Oracle Red with the Oracle logo in the center in white">
            <a:extLst>
              <a:ext uri="{FF2B5EF4-FFF2-40B4-BE49-F238E27FC236}">
                <a16:creationId xmlns:a16="http://schemas.microsoft.com/office/drawing/2014/main" id="{6C6EBC68-CC41-9713-4563-984719C1DF39}"/>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pic>
        <p:nvPicPr>
          <p:cNvPr id="5" name="Graphic 4">
            <a:extLst>
              <a:ext uri="{FF2B5EF4-FFF2-40B4-BE49-F238E27FC236}">
                <a16:creationId xmlns:a16="http://schemas.microsoft.com/office/drawing/2014/main" id="{F8EB83BD-C547-8BEF-5ED8-13EA0AE8B429}"/>
              </a:ext>
            </a:extLst>
          </p:cNvPr>
          <p:cNvPicPr>
            <a:picLocks noChangeAspect="1"/>
          </p:cNvPicPr>
          <p:nvPr/>
        </p:nvPicPr>
        <p:blipFill>
          <a:blip>
            <a:extLst>
              <a:ext uri="{96DAC541-7B7A-43D3-8B79-37D633B846F1}">
                <asvg:svgBlip xmlns:asvg="http://schemas.microsoft.com/office/drawing/2016/SVG/main" r:embed="rId3"/>
              </a:ext>
            </a:extLst>
          </a:blip>
          <a:srcRect l="-9503" t="21585" b="15557"/>
          <a:stretch/>
        </p:blipFill>
        <p:spPr>
          <a:xfrm>
            <a:off x="8834980" y="3428681"/>
            <a:ext cx="3357020" cy="1284671"/>
          </a:xfrm>
          <a:prstGeom prst="rect">
            <a:avLst/>
          </a:prstGeom>
        </p:spPr>
      </p:pic>
      <p:sp>
        <p:nvSpPr>
          <p:cNvPr id="6" name="Text Placeholder 21">
            <a:extLst>
              <a:ext uri="{FF2B5EF4-FFF2-40B4-BE49-F238E27FC236}">
                <a16:creationId xmlns:a16="http://schemas.microsoft.com/office/drawing/2014/main" id="{57B65472-0A7B-E1E2-E938-97D6EFD8291F}"/>
              </a:ext>
            </a:extLst>
          </p:cNvPr>
          <p:cNvSpPr>
            <a:spLocks noGrp="1"/>
          </p:cNvSpPr>
          <p:nvPr>
            <p:ph type="body" sz="quarter" idx="54" hasCustomPrompt="1"/>
          </p:nvPr>
        </p:nvSpPr>
        <p:spPr>
          <a:xfrm>
            <a:off x="768875" y="6104842"/>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200" b="1" i="0">
                <a:solidFill>
                  <a:schemeClr val="tx1"/>
                </a:solidFill>
                <a:latin typeface="Oracle Sans Tab" panose="020B0503020204020204" pitchFamily="34" charset="0"/>
                <a:cs typeface="Oracle Sans Tab" panose="020B0503020204020204" pitchFamily="34" charset="0"/>
              </a:defRPr>
            </a:lvl1pPr>
          </a:lstStyle>
          <a:p>
            <a:pPr lvl="0"/>
            <a:r>
              <a:rPr lang="en-IN" dirty="0"/>
              <a:t>Call to action</a:t>
            </a:r>
            <a:endParaRPr lang="en-US" dirty="0"/>
          </a:p>
        </p:txBody>
      </p:sp>
    </p:spTree>
    <p:extLst>
      <p:ext uri="{BB962C8B-B14F-4D97-AF65-F5344CB8AC3E}">
        <p14:creationId xmlns:p14="http://schemas.microsoft.com/office/powerpoint/2010/main" val="14032278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Light - Story with photo and stats">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8688E9-F02D-F34B-A466-BC7C5A6028DB}"/>
              </a:ext>
              <a:ext uri="{C183D7F6-B498-43B3-948B-1728B52AA6E4}">
                <adec:decorative xmlns:adec="http://schemas.microsoft.com/office/drawing/2017/decorative" val="1"/>
              </a:ext>
            </a:extLst>
          </p:cNvPr>
          <p:cNvSpPr/>
          <p:nvPr/>
        </p:nvSpPr>
        <p:spPr>
          <a:xfrm>
            <a:off x="6096000" y="3429000"/>
            <a:ext cx="6096000" cy="3429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ontent Placeholder 7">
            <a:extLst>
              <a:ext uri="{FF2B5EF4-FFF2-40B4-BE49-F238E27FC236}">
                <a16:creationId xmlns:a16="http://schemas.microsoft.com/office/drawing/2014/main" id="{167FC9A2-EA1C-47AA-8CD1-519F2B2BA1D5}"/>
              </a:ext>
            </a:extLst>
          </p:cNvPr>
          <p:cNvSpPr>
            <a:spLocks noGrp="1"/>
          </p:cNvSpPr>
          <p:nvPr>
            <p:ph sz="quarter" idx="28" hasCustomPrompt="1"/>
          </p:nvPr>
        </p:nvSpPr>
        <p:spPr>
          <a:xfrm>
            <a:off x="761999" y="178676"/>
            <a:ext cx="2504420" cy="819258"/>
          </a:xfrm>
        </p:spPr>
        <p:txBody>
          <a:bodyPr/>
          <a:lstStyle>
            <a:lvl1pPr>
              <a:defRPr sz="800">
                <a:latin typeface="Oracle Sans Light" panose="020B0403020204020204" pitchFamily="34" charset="0"/>
                <a:cs typeface="Oracle Sans Light" panose="020B0403020204020204" pitchFamily="34" charset="0"/>
              </a:defRPr>
            </a:lvl1pPr>
          </a:lstStyle>
          <a:p>
            <a:pPr lvl="0"/>
            <a:r>
              <a:rPr lang="en-US" dirty="0"/>
              <a:t>Click to insert partner logo</a:t>
            </a:r>
          </a:p>
        </p:txBody>
      </p:sp>
      <p:sp>
        <p:nvSpPr>
          <p:cNvPr id="43" name="Title 1">
            <a:extLst>
              <a:ext uri="{FF2B5EF4-FFF2-40B4-BE49-F238E27FC236}">
                <a16:creationId xmlns:a16="http://schemas.microsoft.com/office/drawing/2014/main" id="{74151B34-23FE-44F5-A716-0730CC7BA85D}"/>
              </a:ext>
            </a:extLst>
          </p:cNvPr>
          <p:cNvSpPr>
            <a:spLocks noGrp="1"/>
          </p:cNvSpPr>
          <p:nvPr>
            <p:ph type="title" hasCustomPrompt="1"/>
          </p:nvPr>
        </p:nvSpPr>
        <p:spPr>
          <a:xfrm>
            <a:off x="762000" y="1274060"/>
            <a:ext cx="4744029" cy="822960"/>
          </a:xfrm>
        </p:spPr>
        <p:txBody>
          <a:bodyPr/>
          <a:lstStyle>
            <a:lvl1pPr>
              <a:defRPr>
                <a:solidFill>
                  <a:schemeClr val="tx1"/>
                </a:solidFill>
                <a:latin typeface="+mn-lt"/>
              </a:defRPr>
            </a:lvl1pPr>
          </a:lstStyle>
          <a:p>
            <a:r>
              <a:rPr lang="en-US" dirty="0"/>
              <a:t>Click to edit title text styles</a:t>
            </a:r>
          </a:p>
        </p:txBody>
      </p:sp>
      <p:sp>
        <p:nvSpPr>
          <p:cNvPr id="33" name="Slide Number Placeholder 7">
            <a:extLst>
              <a:ext uri="{FF2B5EF4-FFF2-40B4-BE49-F238E27FC236}">
                <a16:creationId xmlns:a16="http://schemas.microsoft.com/office/drawing/2014/main" id="{4C0ED2E8-6351-ED49-B6CF-FA1F67B26896}"/>
              </a:ext>
            </a:extLst>
          </p:cNvPr>
          <p:cNvSpPr>
            <a:spLocks noGrp="1"/>
          </p:cNvSpPr>
          <p:nvPr>
            <p:ph type="sldNum" sz="quarter" idx="39"/>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31" name="Footer Placeholder 4">
            <a:extLst>
              <a:ext uri="{FF2B5EF4-FFF2-40B4-BE49-F238E27FC236}">
                <a16:creationId xmlns:a16="http://schemas.microsoft.com/office/drawing/2014/main" id="{970AF836-EBD7-FC48-8131-6B5102906FFD}"/>
              </a:ext>
            </a:extLst>
          </p:cNvPr>
          <p:cNvSpPr>
            <a:spLocks noGrp="1"/>
          </p:cNvSpPr>
          <p:nvPr>
            <p:ph type="ftr" sz="quarter" idx="11"/>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30" name="Date Placeholder 2">
            <a:extLst>
              <a:ext uri="{FF2B5EF4-FFF2-40B4-BE49-F238E27FC236}">
                <a16:creationId xmlns:a16="http://schemas.microsoft.com/office/drawing/2014/main" id="{67BD4534-5E82-594D-B1AB-A133054CA183}"/>
              </a:ext>
            </a:extLst>
          </p:cNvPr>
          <p:cNvSpPr>
            <a:spLocks noGrp="1"/>
          </p:cNvSpPr>
          <p:nvPr>
            <p:ph type="dt" sz="half" idx="10"/>
          </p:nvPr>
        </p:nvSpPr>
        <p:spPr>
          <a:xfrm>
            <a:off x="6873138" y="6425604"/>
            <a:ext cx="2743200" cy="363500"/>
          </a:xfrm>
        </p:spPr>
        <p:txBody>
          <a:bodyPr/>
          <a:lstStyle>
            <a:lvl1pPr>
              <a:defRPr>
                <a:solidFill>
                  <a:srgbClr val="514C47"/>
                </a:solidFill>
              </a:defRPr>
            </a:lvl1pPr>
          </a:lstStyle>
          <a:p>
            <a:r>
              <a:rPr lang="en-US"/>
              <a:t>[Date]</a:t>
            </a:r>
            <a:endParaRPr lang="en-US" dirty="0"/>
          </a:p>
        </p:txBody>
      </p:sp>
      <p:sp>
        <p:nvSpPr>
          <p:cNvPr id="20" name="Text Placeholder 21">
            <a:extLst>
              <a:ext uri="{FF2B5EF4-FFF2-40B4-BE49-F238E27FC236}">
                <a16:creationId xmlns:a16="http://schemas.microsoft.com/office/drawing/2014/main" id="{4C14E915-6287-F5A1-E319-1E5C8629A05F}"/>
              </a:ext>
            </a:extLst>
          </p:cNvPr>
          <p:cNvSpPr>
            <a:spLocks noGrp="1"/>
          </p:cNvSpPr>
          <p:nvPr>
            <p:ph type="body" sz="quarter" idx="32" hasCustomPrompt="1"/>
          </p:nvPr>
        </p:nvSpPr>
        <p:spPr>
          <a:xfrm>
            <a:off x="770368" y="2436573"/>
            <a:ext cx="4764024"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Business challenges</a:t>
            </a:r>
            <a:endParaRPr lang="en-US" dirty="0"/>
          </a:p>
        </p:txBody>
      </p:sp>
      <p:sp>
        <p:nvSpPr>
          <p:cNvPr id="21" name="Text Placeholder 19">
            <a:extLst>
              <a:ext uri="{FF2B5EF4-FFF2-40B4-BE49-F238E27FC236}">
                <a16:creationId xmlns:a16="http://schemas.microsoft.com/office/drawing/2014/main" id="{F78AAD0E-863E-A8EC-378E-CA7D3BEDF692}"/>
              </a:ext>
            </a:extLst>
          </p:cNvPr>
          <p:cNvSpPr>
            <a:spLocks noGrp="1"/>
          </p:cNvSpPr>
          <p:nvPr>
            <p:ph type="body" sz="quarter" idx="44"/>
          </p:nvPr>
        </p:nvSpPr>
        <p:spPr>
          <a:xfrm>
            <a:off x="768875" y="2780015"/>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4" name="Text Placeholder 21">
            <a:extLst>
              <a:ext uri="{FF2B5EF4-FFF2-40B4-BE49-F238E27FC236}">
                <a16:creationId xmlns:a16="http://schemas.microsoft.com/office/drawing/2014/main" id="{C0BA352F-F67A-5E33-FBD8-084FF44A0F3F}"/>
              </a:ext>
            </a:extLst>
          </p:cNvPr>
          <p:cNvSpPr>
            <a:spLocks noGrp="1"/>
          </p:cNvSpPr>
          <p:nvPr>
            <p:ph type="body" sz="quarter" idx="38" hasCustomPrompt="1"/>
          </p:nvPr>
        </p:nvSpPr>
        <p:spPr>
          <a:xfrm>
            <a:off x="770368" y="3703827"/>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Why Oracle</a:t>
            </a:r>
            <a:endParaRPr lang="en-US" dirty="0"/>
          </a:p>
        </p:txBody>
      </p:sp>
      <p:sp>
        <p:nvSpPr>
          <p:cNvPr id="25" name="Text Placeholder 19">
            <a:extLst>
              <a:ext uri="{FF2B5EF4-FFF2-40B4-BE49-F238E27FC236}">
                <a16:creationId xmlns:a16="http://schemas.microsoft.com/office/drawing/2014/main" id="{97385F7D-6D1D-86CA-110E-A65805CE4790}"/>
              </a:ext>
            </a:extLst>
          </p:cNvPr>
          <p:cNvSpPr>
            <a:spLocks noGrp="1"/>
          </p:cNvSpPr>
          <p:nvPr>
            <p:ph type="body" sz="quarter" idx="45"/>
          </p:nvPr>
        </p:nvSpPr>
        <p:spPr>
          <a:xfrm>
            <a:off x="768875" y="4048160"/>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26" name="Text Placeholder 21">
            <a:extLst>
              <a:ext uri="{FF2B5EF4-FFF2-40B4-BE49-F238E27FC236}">
                <a16:creationId xmlns:a16="http://schemas.microsoft.com/office/drawing/2014/main" id="{FCE282E2-5D44-8D75-1898-6AEA0F8C1C09}"/>
              </a:ext>
            </a:extLst>
          </p:cNvPr>
          <p:cNvSpPr>
            <a:spLocks noGrp="1"/>
          </p:cNvSpPr>
          <p:nvPr>
            <p:ph type="body" sz="quarter" idx="46" hasCustomPrompt="1"/>
          </p:nvPr>
        </p:nvSpPr>
        <p:spPr>
          <a:xfrm>
            <a:off x="770367" y="4870581"/>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400" b="1" i="0">
                <a:solidFill>
                  <a:schemeClr val="tx1"/>
                </a:solidFill>
                <a:latin typeface="Oracle Sans Tab" panose="020B0503020204020204" pitchFamily="34" charset="0"/>
                <a:cs typeface="Oracle Sans Tab" panose="020B0503020204020204" pitchFamily="34" charset="0"/>
              </a:defRPr>
            </a:lvl1pPr>
          </a:lstStyle>
          <a:p>
            <a:pPr lvl="0"/>
            <a:r>
              <a:rPr lang="en-IN" dirty="0"/>
              <a:t>Result</a:t>
            </a:r>
            <a:endParaRPr lang="en-US" dirty="0"/>
          </a:p>
        </p:txBody>
      </p:sp>
      <p:sp>
        <p:nvSpPr>
          <p:cNvPr id="3" name="Text Placeholder 19">
            <a:extLst>
              <a:ext uri="{FF2B5EF4-FFF2-40B4-BE49-F238E27FC236}">
                <a16:creationId xmlns:a16="http://schemas.microsoft.com/office/drawing/2014/main" id="{C9B029B0-1EAB-FE8A-291E-9E218344064A}"/>
              </a:ext>
            </a:extLst>
          </p:cNvPr>
          <p:cNvSpPr>
            <a:spLocks noGrp="1"/>
          </p:cNvSpPr>
          <p:nvPr>
            <p:ph type="body" sz="quarter" idx="47"/>
          </p:nvPr>
        </p:nvSpPr>
        <p:spPr>
          <a:xfrm>
            <a:off x="761999" y="5225528"/>
            <a:ext cx="4764024" cy="457200"/>
          </a:xfrm>
        </p:spPr>
        <p:txBody>
          <a:bodyPr/>
          <a:lstStyle>
            <a:lvl1pPr>
              <a:lnSpc>
                <a:spcPct val="100000"/>
              </a:lnSpc>
              <a:defRPr sz="1200" b="0" i="0">
                <a:latin typeface="Oracle Sans Tab" panose="020B0503020204020204" pitchFamily="34" charset="0"/>
                <a:cs typeface="Oracle Sans Tab" panose="020B0503020204020204" pitchFamily="34" charset="0"/>
              </a:defRPr>
            </a:lvl1pPr>
            <a:lvl2pPr>
              <a:lnSpc>
                <a:spcPct val="100000"/>
              </a:lnSpc>
              <a:defRPr sz="1200" b="0" i="0">
                <a:latin typeface="Oracle Sans Tab" panose="020B0503020204020204" pitchFamily="34" charset="0"/>
                <a:cs typeface="Oracle Sans Tab" panose="020B0503020204020204" pitchFamily="34" charset="0"/>
              </a:defRPr>
            </a:lvl2pPr>
          </a:lstStyle>
          <a:p>
            <a:pPr lvl="0"/>
            <a:r>
              <a:rPr lang="en-US"/>
              <a:t>Click to edit Master text styles</a:t>
            </a:r>
          </a:p>
          <a:p>
            <a:pPr lvl="1"/>
            <a:r>
              <a:rPr lang="en-US"/>
              <a:t>Second level</a:t>
            </a:r>
          </a:p>
        </p:txBody>
      </p:sp>
      <p:sp>
        <p:nvSpPr>
          <p:cNvPr id="4" name="Text Placeholder 21">
            <a:extLst>
              <a:ext uri="{FF2B5EF4-FFF2-40B4-BE49-F238E27FC236}">
                <a16:creationId xmlns:a16="http://schemas.microsoft.com/office/drawing/2014/main" id="{36B97647-97D2-408B-413C-E65D6A6051E5}"/>
              </a:ext>
            </a:extLst>
          </p:cNvPr>
          <p:cNvSpPr>
            <a:spLocks noGrp="1"/>
          </p:cNvSpPr>
          <p:nvPr>
            <p:ph type="body" sz="quarter" idx="14" hasCustomPrompt="1"/>
          </p:nvPr>
        </p:nvSpPr>
        <p:spPr>
          <a:xfrm>
            <a:off x="6739049" y="3922382"/>
            <a:ext cx="1590912" cy="614174"/>
          </a:xfrm>
          <a:prstGeom prst="rect">
            <a:avLst/>
          </a:prstGeom>
        </p:spPr>
        <p:txBody>
          <a:bodyPr lIns="0" tIns="0" rIns="0" bIns="0" anchor="b"/>
          <a:lstStyle>
            <a:lvl1pPr algn="l">
              <a:defRPr sz="3600" b="1" i="0">
                <a:solidFill>
                  <a:schemeClr val="tx1"/>
                </a:solidFill>
                <a:latin typeface="Oracle Sans Tab" panose="020B0503020204020204" pitchFamily="34" charset="0"/>
                <a:cs typeface="Oracle Sans Tab" panose="020B0503020204020204" pitchFamily="34" charset="0"/>
              </a:defRPr>
            </a:lvl1pPr>
          </a:lstStyle>
          <a:p>
            <a:pPr lvl="0"/>
            <a:r>
              <a:rPr lang="en-GB" dirty="0"/>
              <a:t>#Stat</a:t>
            </a:r>
            <a:endParaRPr lang="en-US" dirty="0"/>
          </a:p>
        </p:txBody>
      </p:sp>
      <p:sp>
        <p:nvSpPr>
          <p:cNvPr id="5" name="Text Placeholder 21">
            <a:extLst>
              <a:ext uri="{FF2B5EF4-FFF2-40B4-BE49-F238E27FC236}">
                <a16:creationId xmlns:a16="http://schemas.microsoft.com/office/drawing/2014/main" id="{3A3580F8-D690-3030-C6AC-4866E9825F61}"/>
              </a:ext>
            </a:extLst>
          </p:cNvPr>
          <p:cNvSpPr>
            <a:spLocks noGrp="1"/>
          </p:cNvSpPr>
          <p:nvPr>
            <p:ph type="body" sz="quarter" idx="30" hasCustomPrompt="1"/>
          </p:nvPr>
        </p:nvSpPr>
        <p:spPr>
          <a:xfrm>
            <a:off x="8448458" y="3933540"/>
            <a:ext cx="3237574" cy="603016"/>
          </a:xfrm>
          <a:prstGeom prst="rect">
            <a:avLst/>
          </a:prstGeom>
        </p:spPr>
        <p:txBody>
          <a:bodyPr lIns="0" tIns="0" rIns="0" bIns="0"/>
          <a:lstStyle>
            <a:lvl1pPr algn="l">
              <a:defRPr sz="1400" b="0" i="0">
                <a:solidFill>
                  <a:schemeClr val="tx1"/>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endParaRPr lang="en-US" dirty="0"/>
          </a:p>
        </p:txBody>
      </p:sp>
      <p:sp>
        <p:nvSpPr>
          <p:cNvPr id="7" name="Text Placeholder 21">
            <a:extLst>
              <a:ext uri="{FF2B5EF4-FFF2-40B4-BE49-F238E27FC236}">
                <a16:creationId xmlns:a16="http://schemas.microsoft.com/office/drawing/2014/main" id="{44C5C283-5935-B42C-7120-D243BA9A2913}"/>
              </a:ext>
            </a:extLst>
          </p:cNvPr>
          <p:cNvSpPr>
            <a:spLocks noGrp="1"/>
          </p:cNvSpPr>
          <p:nvPr>
            <p:ph type="body" sz="quarter" idx="31" hasCustomPrompt="1"/>
          </p:nvPr>
        </p:nvSpPr>
        <p:spPr>
          <a:xfrm>
            <a:off x="6739049" y="4734009"/>
            <a:ext cx="1590912" cy="614174"/>
          </a:xfrm>
          <a:prstGeom prst="rect">
            <a:avLst/>
          </a:prstGeom>
        </p:spPr>
        <p:txBody>
          <a:bodyPr lIns="0" tIns="0" rIns="0" bIns="0" anchor="b"/>
          <a:lstStyle>
            <a:lvl1pPr algn="l">
              <a:defRPr sz="3600" b="1" i="0">
                <a:solidFill>
                  <a:schemeClr val="tx1"/>
                </a:solidFill>
                <a:latin typeface="Oracle Sans Tab" panose="020B0503020204020204" pitchFamily="34" charset="0"/>
                <a:cs typeface="Oracle Sans Tab" panose="020B0503020204020204" pitchFamily="34" charset="0"/>
              </a:defRPr>
            </a:lvl1pPr>
          </a:lstStyle>
          <a:p>
            <a:pPr lvl="0"/>
            <a:r>
              <a:rPr lang="en-GB" dirty="0"/>
              <a:t>#Stat</a:t>
            </a:r>
            <a:endParaRPr lang="en-US" dirty="0"/>
          </a:p>
        </p:txBody>
      </p:sp>
      <p:sp>
        <p:nvSpPr>
          <p:cNvPr id="8" name="Text Placeholder 21">
            <a:extLst>
              <a:ext uri="{FF2B5EF4-FFF2-40B4-BE49-F238E27FC236}">
                <a16:creationId xmlns:a16="http://schemas.microsoft.com/office/drawing/2014/main" id="{099F2B36-E543-7114-2E12-7E05E41FD12F}"/>
              </a:ext>
            </a:extLst>
          </p:cNvPr>
          <p:cNvSpPr>
            <a:spLocks noGrp="1"/>
          </p:cNvSpPr>
          <p:nvPr>
            <p:ph type="body" sz="quarter" idx="48" hasCustomPrompt="1"/>
          </p:nvPr>
        </p:nvSpPr>
        <p:spPr>
          <a:xfrm>
            <a:off x="8448458" y="4745167"/>
            <a:ext cx="3237574" cy="603016"/>
          </a:xfrm>
          <a:prstGeom prst="rect">
            <a:avLst/>
          </a:prstGeom>
        </p:spPr>
        <p:txBody>
          <a:bodyPr lIns="0" tIns="0" rIns="0" bIns="0"/>
          <a:lstStyle>
            <a:lvl1pPr algn="l">
              <a:defRPr sz="1400" b="0" i="0">
                <a:solidFill>
                  <a:schemeClr val="tx1"/>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endParaRPr lang="en-US" dirty="0"/>
          </a:p>
        </p:txBody>
      </p:sp>
      <p:sp>
        <p:nvSpPr>
          <p:cNvPr id="9" name="Text Placeholder 21">
            <a:extLst>
              <a:ext uri="{FF2B5EF4-FFF2-40B4-BE49-F238E27FC236}">
                <a16:creationId xmlns:a16="http://schemas.microsoft.com/office/drawing/2014/main" id="{480E7235-27FC-1059-8FEC-3A55CCC728FE}"/>
              </a:ext>
            </a:extLst>
          </p:cNvPr>
          <p:cNvSpPr>
            <a:spLocks noGrp="1"/>
          </p:cNvSpPr>
          <p:nvPr>
            <p:ph type="body" sz="quarter" idx="33" hasCustomPrompt="1"/>
          </p:nvPr>
        </p:nvSpPr>
        <p:spPr>
          <a:xfrm>
            <a:off x="6739049" y="5546718"/>
            <a:ext cx="1590912" cy="614174"/>
          </a:xfrm>
          <a:prstGeom prst="rect">
            <a:avLst/>
          </a:prstGeom>
        </p:spPr>
        <p:txBody>
          <a:bodyPr lIns="0" tIns="0" rIns="0" bIns="0" anchor="b"/>
          <a:lstStyle>
            <a:lvl1pPr algn="l">
              <a:defRPr sz="3600" b="1" i="0">
                <a:solidFill>
                  <a:schemeClr val="tx1"/>
                </a:solidFill>
                <a:latin typeface="Oracle Sans Tab" panose="020B0503020204020204" pitchFamily="34" charset="0"/>
                <a:cs typeface="Oracle Sans Tab" panose="020B0503020204020204" pitchFamily="34" charset="0"/>
              </a:defRPr>
            </a:lvl1pPr>
          </a:lstStyle>
          <a:p>
            <a:pPr lvl="0"/>
            <a:r>
              <a:rPr lang="en-GB" dirty="0"/>
              <a:t>#Stat</a:t>
            </a:r>
            <a:endParaRPr lang="en-US" dirty="0"/>
          </a:p>
        </p:txBody>
      </p:sp>
      <p:sp>
        <p:nvSpPr>
          <p:cNvPr id="11" name="Text Placeholder 21">
            <a:extLst>
              <a:ext uri="{FF2B5EF4-FFF2-40B4-BE49-F238E27FC236}">
                <a16:creationId xmlns:a16="http://schemas.microsoft.com/office/drawing/2014/main" id="{360C9156-A92C-0F42-A924-D97D8BD8785F}"/>
              </a:ext>
            </a:extLst>
          </p:cNvPr>
          <p:cNvSpPr>
            <a:spLocks noGrp="1"/>
          </p:cNvSpPr>
          <p:nvPr>
            <p:ph type="body" sz="quarter" idx="34" hasCustomPrompt="1"/>
          </p:nvPr>
        </p:nvSpPr>
        <p:spPr>
          <a:xfrm>
            <a:off x="8448458" y="5557876"/>
            <a:ext cx="3237574" cy="603016"/>
          </a:xfrm>
          <a:prstGeom prst="rect">
            <a:avLst/>
          </a:prstGeom>
        </p:spPr>
        <p:txBody>
          <a:bodyPr lIns="0" tIns="0" rIns="0" bIns="0"/>
          <a:lstStyle>
            <a:lvl1pPr algn="l">
              <a:defRPr sz="1400" b="0" i="0">
                <a:solidFill>
                  <a:schemeClr val="tx1"/>
                </a:solidFill>
                <a:latin typeface="Oracle Sans Tab" panose="020B0503020204020204" pitchFamily="34" charset="0"/>
                <a:cs typeface="Oracle Sans Tab" panose="020B0503020204020204" pitchFamily="34" charset="0"/>
              </a:defRPr>
            </a:lvl1pPr>
          </a:lstStyle>
          <a:p>
            <a:pPr lvl="0"/>
            <a:r>
              <a:rPr lang="en-IN" dirty="0"/>
              <a:t>Lorem ipsum </a:t>
            </a:r>
            <a:r>
              <a:rPr lang="en-IN" dirty="0" err="1"/>
              <a:t>dolor</a:t>
            </a:r>
            <a:r>
              <a:rPr lang="en-IN" dirty="0"/>
              <a:t> sit </a:t>
            </a:r>
            <a:r>
              <a:rPr lang="en-IN" dirty="0" err="1"/>
              <a:t>amet</a:t>
            </a:r>
            <a:r>
              <a:rPr lang="en-IN" dirty="0"/>
              <a:t>, </a:t>
            </a:r>
            <a:r>
              <a:rPr lang="en-IN" dirty="0" err="1"/>
              <a:t>consectetur</a:t>
            </a:r>
            <a:r>
              <a:rPr lang="en-IN" dirty="0"/>
              <a:t> </a:t>
            </a:r>
            <a:r>
              <a:rPr lang="en-IN" dirty="0" err="1"/>
              <a:t>adipiscing</a:t>
            </a:r>
            <a:r>
              <a:rPr lang="en-IN" dirty="0"/>
              <a:t> </a:t>
            </a:r>
            <a:r>
              <a:rPr lang="en-IN" dirty="0" err="1"/>
              <a:t>elit</a:t>
            </a:r>
            <a:r>
              <a:rPr lang="en-IN" dirty="0"/>
              <a:t>, </a:t>
            </a:r>
            <a:r>
              <a:rPr lang="en-IN" dirty="0" err="1"/>
              <a:t>sed</a:t>
            </a:r>
            <a:r>
              <a:rPr lang="en-IN" dirty="0"/>
              <a:t> do </a:t>
            </a:r>
            <a:r>
              <a:rPr lang="en-IN" dirty="0" err="1"/>
              <a:t>eiusmod</a:t>
            </a:r>
            <a:r>
              <a:rPr lang="en-IN" dirty="0"/>
              <a:t> </a:t>
            </a:r>
            <a:r>
              <a:rPr lang="en-IN" dirty="0" err="1"/>
              <a:t>tempor</a:t>
            </a:r>
            <a:r>
              <a:rPr lang="en-IN" dirty="0"/>
              <a:t> </a:t>
            </a:r>
            <a:r>
              <a:rPr lang="en-IN" dirty="0" err="1"/>
              <a:t>incididunt</a:t>
            </a:r>
            <a:endParaRPr lang="en-US" dirty="0"/>
          </a:p>
        </p:txBody>
      </p:sp>
      <p:sp>
        <p:nvSpPr>
          <p:cNvPr id="12" name="Picture Placeholder 17">
            <a:extLst>
              <a:ext uri="{FF2B5EF4-FFF2-40B4-BE49-F238E27FC236}">
                <a16:creationId xmlns:a16="http://schemas.microsoft.com/office/drawing/2014/main" id="{37E1F626-6013-A11C-1493-E8B91C591978}"/>
              </a:ext>
            </a:extLst>
          </p:cNvPr>
          <p:cNvSpPr>
            <a:spLocks noGrp="1"/>
          </p:cNvSpPr>
          <p:nvPr>
            <p:ph type="pic" sz="quarter" idx="53" hasCustomPrompt="1"/>
          </p:nvPr>
        </p:nvSpPr>
        <p:spPr>
          <a:xfrm>
            <a:off x="6096000" y="0"/>
            <a:ext cx="6096000" cy="3428682"/>
          </a:xfrm>
          <a:solidFill>
            <a:srgbClr val="AEA8A2"/>
          </a:solidFill>
        </p:spPr>
        <p:txBody>
          <a:bodyPr lIns="72000" tIns="72000" rIns="0" anchor="ctr"/>
          <a:lstStyle>
            <a:lvl1pPr algn="ctr">
              <a:defRPr sz="1400" b="0" i="0">
                <a:solidFill>
                  <a:schemeClr val="tx1"/>
                </a:solidFill>
                <a:latin typeface="Oracle Sans Tab" panose="020B0503020204020204" pitchFamily="34" charset="0"/>
                <a:cs typeface="Oracle Sans Tab" panose="020B0503020204020204" pitchFamily="34" charset="0"/>
              </a:defRPr>
            </a:lvl1pPr>
          </a:lstStyle>
          <a:p>
            <a:r>
              <a:rPr lang="en-US" dirty="0"/>
              <a:t>Click to add photo or illustration</a:t>
            </a:r>
          </a:p>
          <a:p>
            <a:endParaRPr lang="en-US" dirty="0"/>
          </a:p>
          <a:p>
            <a:endParaRPr lang="en-US" dirty="0"/>
          </a:p>
          <a:p>
            <a:endParaRPr lang="en-US" dirty="0"/>
          </a:p>
        </p:txBody>
      </p:sp>
      <p:pic>
        <p:nvPicPr>
          <p:cNvPr id="6" name="OTag" descr="A small square in Oracle Red with the Oracle logo in the center in white">
            <a:extLst>
              <a:ext uri="{FF2B5EF4-FFF2-40B4-BE49-F238E27FC236}">
                <a16:creationId xmlns:a16="http://schemas.microsoft.com/office/drawing/2014/main" id="{4A795B6A-184C-84F8-9946-F2838D3CD838}"/>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p:nvPicPr>
        <p:blipFill>
          <a:blip r:embed="rId2"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pic>
        <p:nvPicPr>
          <p:cNvPr id="13" name="Graphic 12">
            <a:extLst>
              <a:ext uri="{FF2B5EF4-FFF2-40B4-BE49-F238E27FC236}">
                <a16:creationId xmlns:a16="http://schemas.microsoft.com/office/drawing/2014/main" id="{E4BAAA2A-9200-092B-2D2E-0CFD12C20F4E}"/>
              </a:ext>
            </a:extLst>
          </p:cNvPr>
          <p:cNvPicPr>
            <a:picLocks noChangeAspect="1"/>
          </p:cNvPicPr>
          <p:nvPr/>
        </p:nvPicPr>
        <p:blipFill>
          <a:blip>
            <a:extLst>
              <a:ext uri="{96DAC541-7B7A-43D3-8B79-37D633B846F1}">
                <asvg:svgBlip xmlns:asvg="http://schemas.microsoft.com/office/drawing/2016/SVG/main" r:embed="rId3"/>
              </a:ext>
            </a:extLst>
          </a:blip>
          <a:srcRect l="-9503" t="21585" b="15557"/>
          <a:stretch/>
        </p:blipFill>
        <p:spPr>
          <a:xfrm>
            <a:off x="8834980" y="3428681"/>
            <a:ext cx="3357020" cy="1284671"/>
          </a:xfrm>
          <a:prstGeom prst="rect">
            <a:avLst/>
          </a:prstGeom>
        </p:spPr>
      </p:pic>
      <p:sp>
        <p:nvSpPr>
          <p:cNvPr id="14" name="Text Placeholder 21">
            <a:extLst>
              <a:ext uri="{FF2B5EF4-FFF2-40B4-BE49-F238E27FC236}">
                <a16:creationId xmlns:a16="http://schemas.microsoft.com/office/drawing/2014/main" id="{714C8117-8874-4C52-FD47-896710854EA6}"/>
              </a:ext>
            </a:extLst>
          </p:cNvPr>
          <p:cNvSpPr>
            <a:spLocks noGrp="1"/>
          </p:cNvSpPr>
          <p:nvPr>
            <p:ph type="body" sz="quarter" idx="54" hasCustomPrompt="1"/>
          </p:nvPr>
        </p:nvSpPr>
        <p:spPr>
          <a:xfrm>
            <a:off x="768875" y="6104842"/>
            <a:ext cx="4762532" cy="274320"/>
          </a:xfrm>
          <a:prstGeom prst="rect">
            <a:avLst/>
          </a:prstGeom>
        </p:spPr>
        <p:txBody>
          <a:bodyPr lIns="0" tIns="0" rIns="0" bIns="0" anchor="ctr"/>
          <a:lstStyle>
            <a:lvl1pPr marL="0" indent="0" algn="l">
              <a:lnSpc>
                <a:spcPct val="100000"/>
              </a:lnSpc>
              <a:spcAft>
                <a:spcPts val="600"/>
              </a:spcAft>
              <a:buClr>
                <a:schemeClr val="tx1"/>
              </a:buClr>
              <a:buFont typeface="Arial" panose="020B0604020202020204" pitchFamily="34" charset="0"/>
              <a:buNone/>
              <a:tabLst/>
              <a:defRPr sz="1200" b="1" i="0">
                <a:solidFill>
                  <a:schemeClr val="tx1"/>
                </a:solidFill>
                <a:latin typeface="Oracle Sans Tab" panose="020B0503020204020204" pitchFamily="34" charset="0"/>
                <a:cs typeface="Oracle Sans Tab" panose="020B0503020204020204" pitchFamily="34" charset="0"/>
              </a:defRPr>
            </a:lvl1pPr>
          </a:lstStyle>
          <a:p>
            <a:pPr lvl="0"/>
            <a:r>
              <a:rPr lang="en-IN" dirty="0"/>
              <a:t>Call to action</a:t>
            </a:r>
            <a:endParaRPr lang="en-US" dirty="0"/>
          </a:p>
        </p:txBody>
      </p:sp>
    </p:spTree>
    <p:extLst>
      <p:ext uri="{BB962C8B-B14F-4D97-AF65-F5344CB8AC3E}">
        <p14:creationId xmlns:p14="http://schemas.microsoft.com/office/powerpoint/2010/main" val="1510564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Light - half color block">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C368C7-84E9-0B4D-0941-3C15D6866906}"/>
              </a:ext>
            </a:extLst>
          </p:cNvPr>
          <p:cNvSpPr/>
          <p:nvPr/>
        </p:nvSpPr>
        <p:spPr>
          <a:xfrm>
            <a:off x="0" y="-1"/>
            <a:ext cx="5943600" cy="6858000"/>
          </a:xfrm>
          <a:prstGeom prst="rect">
            <a:avLst/>
          </a:prstGeom>
          <a:solidFill>
            <a:srgbClr val="F1EF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514C47"/>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514C47"/>
                </a:solidFill>
              </a:defRPr>
            </a:lvl1pPr>
          </a:lstStyle>
          <a:p>
            <a:r>
              <a:rPr lang="en-US" dirty="0"/>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514C47"/>
                </a:solidFill>
              </a:defRPr>
            </a:lvl1pPr>
          </a:lstStyle>
          <a:p>
            <a:r>
              <a:rPr lang="en-US"/>
              <a:t>[Date]</a:t>
            </a:r>
            <a:endParaRPr lang="en-US" dirty="0"/>
          </a:p>
        </p:txBody>
      </p:sp>
    </p:spTree>
    <p:extLst>
      <p:ext uri="{BB962C8B-B14F-4D97-AF65-F5344CB8AC3E}">
        <p14:creationId xmlns:p14="http://schemas.microsoft.com/office/powerpoint/2010/main" val="8242403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Dark - half color block">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C368C7-84E9-0B4D-0941-3C15D6866906}"/>
              </a:ext>
            </a:extLst>
          </p:cNvPr>
          <p:cNvSpPr/>
          <p:nvPr/>
        </p:nvSpPr>
        <p:spPr>
          <a:xfrm>
            <a:off x="0" y="-1"/>
            <a:ext cx="5943600" cy="6858000"/>
          </a:xfrm>
          <a:prstGeom prst="rect">
            <a:avLst/>
          </a:prstGeom>
          <a:solidFill>
            <a:srgbClr val="1C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B5018F-8341-A0A7-3798-BB6D386BF6AE}"/>
              </a:ext>
            </a:extLst>
          </p:cNvPr>
          <p:cNvSpPr>
            <a:spLocks noGrp="1"/>
          </p:cNvSpPr>
          <p:nvPr>
            <p:ph type="title"/>
          </p:nvPr>
        </p:nvSpPr>
        <p:spPr>
          <a:xfrm>
            <a:off x="768875" y="3017520"/>
            <a:ext cx="4595613" cy="822960"/>
          </a:xfrm>
        </p:spPr>
        <p:txBody>
          <a:bodyPr anchor="ctr"/>
          <a:lstStyle>
            <a:lvl1pPr>
              <a:lnSpc>
                <a:spcPct val="100000"/>
              </a:lnSpc>
              <a:defRPr b="1" i="0">
                <a:solidFill>
                  <a:schemeClr val="tx1"/>
                </a:solidFill>
                <a:latin typeface="Oracle Sans Tab" panose="020B0503020204020204" pitchFamily="34" charset="0"/>
                <a:cs typeface="Oracle Sans Tab" panose="020B0503020204020204" pitchFamily="34" charset="0"/>
              </a:defRPr>
            </a:lvl1pPr>
          </a:lstStyle>
          <a:p>
            <a:r>
              <a:rPr lang="en-US"/>
              <a:t>Click to edit Master title style</a:t>
            </a:r>
            <a:endParaRPr lang="en-US" dirty="0"/>
          </a:p>
        </p:txBody>
      </p:sp>
      <p:sp>
        <p:nvSpPr>
          <p:cNvPr id="3" name="Slide Number Placeholder 5">
            <a:extLst>
              <a:ext uri="{FF2B5EF4-FFF2-40B4-BE49-F238E27FC236}">
                <a16:creationId xmlns:a16="http://schemas.microsoft.com/office/drawing/2014/main" id="{BBB52B87-4D2F-759F-F825-1D8452D5364F}"/>
              </a:ext>
            </a:extLst>
          </p:cNvPr>
          <p:cNvSpPr>
            <a:spLocks noGrp="1"/>
          </p:cNvSpPr>
          <p:nvPr>
            <p:ph type="sldNum" sz="quarter" idx="40"/>
          </p:nvPr>
        </p:nvSpPr>
        <p:spPr>
          <a:xfrm>
            <a:off x="762000" y="6423660"/>
            <a:ext cx="365760" cy="365760"/>
          </a:xfrm>
        </p:spPr>
        <p:txBody>
          <a:bodyPr/>
          <a:lstStyle>
            <a:lvl1pPr>
              <a:defRPr>
                <a:solidFill>
                  <a:srgbClr val="AEA8A2"/>
                </a:solidFill>
              </a:defRPr>
            </a:lvl1pPr>
          </a:lstStyle>
          <a:p>
            <a:fld id="{345D60D9-5372-5F40-9443-0F9AE5BDC3C8}" type="slidenum">
              <a:rPr lang="en-US" smtClean="0"/>
              <a:pPr/>
              <a:t>‹#›</a:t>
            </a:fld>
            <a:endParaRPr lang="en-US" dirty="0"/>
          </a:p>
        </p:txBody>
      </p:sp>
      <p:sp>
        <p:nvSpPr>
          <p:cNvPr id="5" name="Footer Placeholder 4">
            <a:extLst>
              <a:ext uri="{FF2B5EF4-FFF2-40B4-BE49-F238E27FC236}">
                <a16:creationId xmlns:a16="http://schemas.microsoft.com/office/drawing/2014/main" id="{911B1AB9-997E-5411-2C56-8A3EC02DD499}"/>
              </a:ext>
            </a:extLst>
          </p:cNvPr>
          <p:cNvSpPr>
            <a:spLocks noGrp="1"/>
          </p:cNvSpPr>
          <p:nvPr>
            <p:ph type="ftr" sz="quarter" idx="39"/>
          </p:nvPr>
        </p:nvSpPr>
        <p:spPr>
          <a:xfrm>
            <a:off x="1127759" y="6423978"/>
            <a:ext cx="5745379" cy="365125"/>
          </a:xfrm>
        </p:spPr>
        <p:txBody>
          <a:bodyPr/>
          <a:lstStyle>
            <a:lvl1pPr>
              <a:defRPr>
                <a:solidFill>
                  <a:srgbClr val="AEA8A2"/>
                </a:solidFill>
              </a:defRPr>
            </a:lvl1pPr>
          </a:lstStyle>
          <a:p>
            <a:r>
              <a:rPr lang="en-US" dirty="0"/>
              <a:t>Copyright © 2026, Oracle and/or its affiliates |  Confidential: Internal/Restricted/Highly Restricted</a:t>
            </a:r>
          </a:p>
        </p:txBody>
      </p:sp>
      <p:sp>
        <p:nvSpPr>
          <p:cNvPr id="6" name="Date Placeholder 3">
            <a:extLst>
              <a:ext uri="{FF2B5EF4-FFF2-40B4-BE49-F238E27FC236}">
                <a16:creationId xmlns:a16="http://schemas.microsoft.com/office/drawing/2014/main" id="{434C0960-AEC7-0B85-1E58-B54E51F0ECD4}"/>
              </a:ext>
            </a:extLst>
          </p:cNvPr>
          <p:cNvSpPr>
            <a:spLocks noGrp="1"/>
          </p:cNvSpPr>
          <p:nvPr>
            <p:ph type="dt" sz="half" idx="41"/>
          </p:nvPr>
        </p:nvSpPr>
        <p:spPr>
          <a:xfrm>
            <a:off x="6873138" y="6425604"/>
            <a:ext cx="2743200" cy="363500"/>
          </a:xfrm>
        </p:spPr>
        <p:txBody>
          <a:bodyPr/>
          <a:lstStyle>
            <a:lvl1pPr>
              <a:defRPr>
                <a:solidFill>
                  <a:srgbClr val="AEA8A2"/>
                </a:solidFill>
              </a:defRPr>
            </a:lvl1pPr>
          </a:lstStyle>
          <a:p>
            <a:r>
              <a:rPr lang="en-US"/>
              <a:t>[Date]</a:t>
            </a:r>
            <a:endParaRPr lang="en-US" dirty="0"/>
          </a:p>
        </p:txBody>
      </p:sp>
    </p:spTree>
    <p:extLst>
      <p:ext uri="{BB962C8B-B14F-4D97-AF65-F5344CB8AC3E}">
        <p14:creationId xmlns:p14="http://schemas.microsoft.com/office/powerpoint/2010/main" val="33171901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Light - Closing Slide">
    <p:bg>
      <p:bgRef idx="1001">
        <a:schemeClr val="bg2"/>
      </p:bgRef>
    </p:bg>
    <p:spTree>
      <p:nvGrpSpPr>
        <p:cNvPr id="1" name=""/>
        <p:cNvGrpSpPr/>
        <p:nvPr/>
      </p:nvGrpSpPr>
      <p:grpSpPr>
        <a:xfrm>
          <a:off x="0" y="0"/>
          <a:ext cx="0" cy="0"/>
          <a:chOff x="0" y="0"/>
          <a:chExt cx="0" cy="0"/>
        </a:xfrm>
      </p:grpSpPr>
      <p:pic>
        <p:nvPicPr>
          <p:cNvPr id="2" name="Oracle Logo" descr="Oracle Logo">
            <a:extLst>
              <a:ext uri="{FF2B5EF4-FFF2-40B4-BE49-F238E27FC236}">
                <a16:creationId xmlns:a16="http://schemas.microsoft.com/office/drawing/2014/main" id="{65E5B106-857C-3950-B28D-EF7037F2162A}"/>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8222180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Dark - Closing Slide">
    <p:bg>
      <p:bgRef idx="1001">
        <a:schemeClr val="bg2"/>
      </p:bgRef>
    </p:bg>
    <p:spTree>
      <p:nvGrpSpPr>
        <p:cNvPr id="1" name=""/>
        <p:cNvGrpSpPr/>
        <p:nvPr/>
      </p:nvGrpSpPr>
      <p:grpSpPr>
        <a:xfrm>
          <a:off x="0" y="0"/>
          <a:ext cx="0" cy="0"/>
          <a:chOff x="0" y="0"/>
          <a:chExt cx="0" cy="0"/>
        </a:xfrm>
      </p:grpSpPr>
      <p:pic>
        <p:nvPicPr>
          <p:cNvPr id="4" name="Oracle Logo" descr="Oracle Logo">
            <a:extLst>
              <a:ext uri="{FF2B5EF4-FFF2-40B4-BE49-F238E27FC236}">
                <a16:creationId xmlns:a16="http://schemas.microsoft.com/office/drawing/2014/main" id="{11C3E469-1A28-4EAE-BB94-ADAB90F021AE}"/>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invGray">
          <a:xfrm>
            <a:off x="4043835" y="2998299"/>
            <a:ext cx="4104330" cy="861403"/>
          </a:xfrm>
          <a:prstGeom prst="rect">
            <a:avLst/>
          </a:prstGeom>
        </p:spPr>
      </p:pic>
    </p:spTree>
    <p:extLst>
      <p:ext uri="{BB962C8B-B14F-4D97-AF65-F5344CB8AC3E}">
        <p14:creationId xmlns:p14="http://schemas.microsoft.com/office/powerpoint/2010/main" val="1313721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STOP">
    <p:bg>
      <p:bgPr>
        <a:solidFill>
          <a:srgbClr val="C74634"/>
        </a:solidFill>
        <a:effectLst/>
      </p:bgPr>
    </p:bg>
    <p:spTree>
      <p:nvGrpSpPr>
        <p:cNvPr id="1" name=""/>
        <p:cNvGrpSpPr/>
        <p:nvPr/>
      </p:nvGrpSpPr>
      <p:grpSpPr>
        <a:xfrm>
          <a:off x="0" y="0"/>
          <a:ext cx="0" cy="0"/>
          <a:chOff x="0" y="0"/>
          <a:chExt cx="0" cy="0"/>
        </a:xfrm>
      </p:grpSpPr>
      <p:grpSp>
        <p:nvGrpSpPr>
          <p:cNvPr id="6" name="Group 4" descr="An image of a hand with an X on it indicating stop">
            <a:extLst>
              <a:ext uri="{FF2B5EF4-FFF2-40B4-BE49-F238E27FC236}">
                <a16:creationId xmlns:a16="http://schemas.microsoft.com/office/drawing/2014/main" id="{AC301DFA-236B-43E0-F195-C886E29BCFA8}"/>
              </a:ext>
            </a:extLst>
          </p:cNvPr>
          <p:cNvGrpSpPr>
            <a:grpSpLocks noChangeAspect="1"/>
          </p:cNvGrpSpPr>
          <p:nvPr/>
        </p:nvGrpSpPr>
        <p:grpSpPr bwMode="auto">
          <a:xfrm>
            <a:off x="1706928" y="2759469"/>
            <a:ext cx="1112546" cy="1096345"/>
            <a:chOff x="1040" y="1809"/>
            <a:chExt cx="618" cy="609"/>
          </a:xfrm>
          <a:solidFill>
            <a:schemeClr val="tx1"/>
          </a:solidFill>
        </p:grpSpPr>
        <p:sp>
          <p:nvSpPr>
            <p:cNvPr id="7" name="Freeform 5">
              <a:extLst>
                <a:ext uri="{FF2B5EF4-FFF2-40B4-BE49-F238E27FC236}">
                  <a16:creationId xmlns:a16="http://schemas.microsoft.com/office/drawing/2014/main" id="{8D479378-DEC7-2ADF-53B1-0BD27B66492B}"/>
                </a:ext>
              </a:extLst>
            </p:cNvPr>
            <p:cNvSpPr>
              <a:spLocks noChangeArrowheads="1"/>
            </p:cNvSpPr>
            <p:nvPr/>
          </p:nvSpPr>
          <p:spPr bwMode="auto">
            <a:xfrm>
              <a:off x="1035" y="2123"/>
              <a:ext cx="358" cy="292"/>
            </a:xfrm>
            <a:custGeom>
              <a:avLst/>
              <a:gdLst>
                <a:gd name="T0" fmla="*/ 88 w 1583"/>
                <a:gd name="T1" fmla="*/ 402 h 1292"/>
                <a:gd name="T2" fmla="*/ 167 w 1583"/>
                <a:gd name="T3" fmla="*/ 464 h 1292"/>
                <a:gd name="T4" fmla="*/ 215 w 1583"/>
                <a:gd name="T5" fmla="*/ 521 h 1292"/>
                <a:gd name="T6" fmla="*/ 412 w 1583"/>
                <a:gd name="T7" fmla="*/ 856 h 1292"/>
                <a:gd name="T8" fmla="*/ 1174 w 1583"/>
                <a:gd name="T9" fmla="*/ 1291 h 1292"/>
                <a:gd name="T10" fmla="*/ 1511 w 1583"/>
                <a:gd name="T11" fmla="*/ 1291 h 1292"/>
                <a:gd name="T12" fmla="*/ 1582 w 1583"/>
                <a:gd name="T13" fmla="*/ 1220 h 1292"/>
                <a:gd name="T14" fmla="*/ 1511 w 1583"/>
                <a:gd name="T15" fmla="*/ 1150 h 1292"/>
                <a:gd name="T16" fmla="*/ 1174 w 1583"/>
                <a:gd name="T17" fmla="*/ 1150 h 1292"/>
                <a:gd name="T18" fmla="*/ 534 w 1583"/>
                <a:gd name="T19" fmla="*/ 783 h 1292"/>
                <a:gd name="T20" fmla="*/ 336 w 1583"/>
                <a:gd name="T21" fmla="*/ 447 h 1292"/>
                <a:gd name="T22" fmla="*/ 252 w 1583"/>
                <a:gd name="T23" fmla="*/ 351 h 1292"/>
                <a:gd name="T24" fmla="*/ 173 w 1583"/>
                <a:gd name="T25" fmla="*/ 290 h 1292"/>
                <a:gd name="T26" fmla="*/ 167 w 1583"/>
                <a:gd name="T27" fmla="*/ 234 h 1292"/>
                <a:gd name="T28" fmla="*/ 167 w 1583"/>
                <a:gd name="T29" fmla="*/ 231 h 1292"/>
                <a:gd name="T30" fmla="*/ 421 w 1583"/>
                <a:gd name="T31" fmla="*/ 214 h 1292"/>
                <a:gd name="T32" fmla="*/ 426 w 1583"/>
                <a:gd name="T33" fmla="*/ 220 h 1292"/>
                <a:gd name="T34" fmla="*/ 785 w 1583"/>
                <a:gd name="T35" fmla="*/ 614 h 1292"/>
                <a:gd name="T36" fmla="*/ 883 w 1583"/>
                <a:gd name="T37" fmla="*/ 614 h 1292"/>
                <a:gd name="T38" fmla="*/ 889 w 1583"/>
                <a:gd name="T39" fmla="*/ 518 h 1292"/>
                <a:gd name="T40" fmla="*/ 528 w 1583"/>
                <a:gd name="T41" fmla="*/ 124 h 1292"/>
                <a:gd name="T42" fmla="*/ 525 w 1583"/>
                <a:gd name="T43" fmla="*/ 121 h 1292"/>
                <a:gd name="T44" fmla="*/ 74 w 1583"/>
                <a:gd name="T45" fmla="*/ 132 h 1292"/>
                <a:gd name="T46" fmla="*/ 65 w 1583"/>
                <a:gd name="T47" fmla="*/ 141 h 1292"/>
                <a:gd name="T48" fmla="*/ 85 w 1583"/>
                <a:gd name="T49" fmla="*/ 397 h 1292"/>
                <a:gd name="T50" fmla="*/ 88 w 1583"/>
                <a:gd name="T51" fmla="*/ 40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83" h="1292">
                  <a:moveTo>
                    <a:pt x="88" y="402"/>
                  </a:moveTo>
                  <a:lnTo>
                    <a:pt x="167" y="464"/>
                  </a:lnTo>
                  <a:cubicBezTo>
                    <a:pt x="187" y="481"/>
                    <a:pt x="204" y="498"/>
                    <a:pt x="215" y="521"/>
                  </a:cubicBezTo>
                  <a:lnTo>
                    <a:pt x="412" y="856"/>
                  </a:lnTo>
                  <a:cubicBezTo>
                    <a:pt x="570" y="1127"/>
                    <a:pt x="861" y="1291"/>
                    <a:pt x="1174" y="1291"/>
                  </a:cubicBezTo>
                  <a:lnTo>
                    <a:pt x="1511" y="1291"/>
                  </a:lnTo>
                  <a:cubicBezTo>
                    <a:pt x="1551" y="1291"/>
                    <a:pt x="1582" y="1260"/>
                    <a:pt x="1582" y="1220"/>
                  </a:cubicBezTo>
                  <a:cubicBezTo>
                    <a:pt x="1582" y="1181"/>
                    <a:pt x="1551" y="1150"/>
                    <a:pt x="1511" y="1150"/>
                  </a:cubicBezTo>
                  <a:lnTo>
                    <a:pt x="1174" y="1150"/>
                  </a:lnTo>
                  <a:cubicBezTo>
                    <a:pt x="912" y="1150"/>
                    <a:pt x="666" y="1009"/>
                    <a:pt x="534" y="783"/>
                  </a:cubicBezTo>
                  <a:lnTo>
                    <a:pt x="336" y="447"/>
                  </a:lnTo>
                  <a:cubicBezTo>
                    <a:pt x="314" y="411"/>
                    <a:pt x="285" y="380"/>
                    <a:pt x="252" y="351"/>
                  </a:cubicBezTo>
                  <a:lnTo>
                    <a:pt x="173" y="290"/>
                  </a:lnTo>
                  <a:cubicBezTo>
                    <a:pt x="156" y="276"/>
                    <a:pt x="153" y="251"/>
                    <a:pt x="167" y="234"/>
                  </a:cubicBezTo>
                  <a:cubicBezTo>
                    <a:pt x="167" y="234"/>
                    <a:pt x="167" y="234"/>
                    <a:pt x="167" y="231"/>
                  </a:cubicBezTo>
                  <a:cubicBezTo>
                    <a:pt x="232" y="158"/>
                    <a:pt x="345" y="149"/>
                    <a:pt x="421" y="214"/>
                  </a:cubicBezTo>
                  <a:cubicBezTo>
                    <a:pt x="424" y="217"/>
                    <a:pt x="424" y="217"/>
                    <a:pt x="426" y="220"/>
                  </a:cubicBezTo>
                  <a:lnTo>
                    <a:pt x="785" y="614"/>
                  </a:lnTo>
                  <a:cubicBezTo>
                    <a:pt x="813" y="642"/>
                    <a:pt x="855" y="642"/>
                    <a:pt x="883" y="614"/>
                  </a:cubicBezTo>
                  <a:cubicBezTo>
                    <a:pt x="909" y="588"/>
                    <a:pt x="912" y="546"/>
                    <a:pt x="889" y="518"/>
                  </a:cubicBezTo>
                  <a:lnTo>
                    <a:pt x="528" y="124"/>
                  </a:lnTo>
                  <a:lnTo>
                    <a:pt x="525" y="121"/>
                  </a:lnTo>
                  <a:cubicBezTo>
                    <a:pt x="398" y="0"/>
                    <a:pt x="195" y="3"/>
                    <a:pt x="74" y="132"/>
                  </a:cubicBezTo>
                  <a:cubicBezTo>
                    <a:pt x="71" y="135"/>
                    <a:pt x="68" y="138"/>
                    <a:pt x="65" y="141"/>
                  </a:cubicBezTo>
                  <a:cubicBezTo>
                    <a:pt x="0" y="217"/>
                    <a:pt x="9" y="332"/>
                    <a:pt x="85" y="397"/>
                  </a:cubicBezTo>
                  <a:cubicBezTo>
                    <a:pt x="82" y="397"/>
                    <a:pt x="85" y="399"/>
                    <a:pt x="88" y="40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8" name="Freeform 6">
              <a:extLst>
                <a:ext uri="{FF2B5EF4-FFF2-40B4-BE49-F238E27FC236}">
                  <a16:creationId xmlns:a16="http://schemas.microsoft.com/office/drawing/2014/main" id="{21479569-80A4-2098-1ABC-98C920F1FCDA}"/>
                </a:ext>
              </a:extLst>
            </p:cNvPr>
            <p:cNvSpPr>
              <a:spLocks noChangeArrowheads="1"/>
            </p:cNvSpPr>
            <p:nvPr/>
          </p:nvSpPr>
          <p:spPr bwMode="auto">
            <a:xfrm>
              <a:off x="1196" y="1808"/>
              <a:ext cx="347" cy="361"/>
            </a:xfrm>
            <a:custGeom>
              <a:avLst/>
              <a:gdLst>
                <a:gd name="T0" fmla="*/ 958 w 1534"/>
                <a:gd name="T1" fmla="*/ 222 h 1595"/>
                <a:gd name="T2" fmla="*/ 853 w 1534"/>
                <a:gd name="T3" fmla="*/ 245 h 1595"/>
                <a:gd name="T4" fmla="*/ 598 w 1534"/>
                <a:gd name="T5" fmla="*/ 5 h 1595"/>
                <a:gd name="T6" fmla="*/ 358 w 1534"/>
                <a:gd name="T7" fmla="*/ 231 h 1595"/>
                <a:gd name="T8" fmla="*/ 25 w 1534"/>
                <a:gd name="T9" fmla="*/ 341 h 1595"/>
                <a:gd name="T10" fmla="*/ 0 w 1534"/>
                <a:gd name="T11" fmla="*/ 454 h 1595"/>
                <a:gd name="T12" fmla="*/ 0 w 1534"/>
                <a:gd name="T13" fmla="*/ 1523 h 1595"/>
                <a:gd name="T14" fmla="*/ 70 w 1534"/>
                <a:gd name="T15" fmla="*/ 1594 h 1595"/>
                <a:gd name="T16" fmla="*/ 141 w 1534"/>
                <a:gd name="T17" fmla="*/ 1523 h 1595"/>
                <a:gd name="T18" fmla="*/ 141 w 1534"/>
                <a:gd name="T19" fmla="*/ 457 h 1595"/>
                <a:gd name="T20" fmla="*/ 248 w 1534"/>
                <a:gd name="T21" fmla="*/ 349 h 1595"/>
                <a:gd name="T22" fmla="*/ 355 w 1534"/>
                <a:gd name="T23" fmla="*/ 457 h 1595"/>
                <a:gd name="T24" fmla="*/ 355 w 1534"/>
                <a:gd name="T25" fmla="*/ 457 h 1595"/>
                <a:gd name="T26" fmla="*/ 355 w 1534"/>
                <a:gd name="T27" fmla="*/ 1227 h 1595"/>
                <a:gd name="T28" fmla="*/ 425 w 1534"/>
                <a:gd name="T29" fmla="*/ 1297 h 1595"/>
                <a:gd name="T30" fmla="*/ 496 w 1534"/>
                <a:gd name="T31" fmla="*/ 1227 h 1595"/>
                <a:gd name="T32" fmla="*/ 496 w 1534"/>
                <a:gd name="T33" fmla="*/ 259 h 1595"/>
                <a:gd name="T34" fmla="*/ 603 w 1534"/>
                <a:gd name="T35" fmla="*/ 152 h 1595"/>
                <a:gd name="T36" fmla="*/ 709 w 1534"/>
                <a:gd name="T37" fmla="*/ 259 h 1595"/>
                <a:gd name="T38" fmla="*/ 709 w 1534"/>
                <a:gd name="T39" fmla="*/ 259 h 1595"/>
                <a:gd name="T40" fmla="*/ 709 w 1534"/>
                <a:gd name="T41" fmla="*/ 1224 h 1595"/>
                <a:gd name="T42" fmla="*/ 780 w 1534"/>
                <a:gd name="T43" fmla="*/ 1295 h 1595"/>
                <a:gd name="T44" fmla="*/ 850 w 1534"/>
                <a:gd name="T45" fmla="*/ 1224 h 1595"/>
                <a:gd name="T46" fmla="*/ 850 w 1534"/>
                <a:gd name="T47" fmla="*/ 468 h 1595"/>
                <a:gd name="T48" fmla="*/ 955 w 1534"/>
                <a:gd name="T49" fmla="*/ 364 h 1595"/>
                <a:gd name="T50" fmla="*/ 1059 w 1534"/>
                <a:gd name="T51" fmla="*/ 468 h 1595"/>
                <a:gd name="T52" fmla="*/ 1059 w 1534"/>
                <a:gd name="T53" fmla="*/ 1241 h 1595"/>
                <a:gd name="T54" fmla="*/ 1130 w 1534"/>
                <a:gd name="T55" fmla="*/ 1312 h 1595"/>
                <a:gd name="T56" fmla="*/ 1200 w 1534"/>
                <a:gd name="T57" fmla="*/ 1241 h 1595"/>
                <a:gd name="T58" fmla="*/ 1200 w 1534"/>
                <a:gd name="T59" fmla="*/ 694 h 1595"/>
                <a:gd name="T60" fmla="*/ 1296 w 1534"/>
                <a:gd name="T61" fmla="*/ 598 h 1595"/>
                <a:gd name="T62" fmla="*/ 1392 w 1534"/>
                <a:gd name="T63" fmla="*/ 694 h 1595"/>
                <a:gd name="T64" fmla="*/ 1392 w 1534"/>
                <a:gd name="T65" fmla="*/ 1328 h 1595"/>
                <a:gd name="T66" fmla="*/ 1463 w 1534"/>
                <a:gd name="T67" fmla="*/ 1399 h 1595"/>
                <a:gd name="T68" fmla="*/ 1533 w 1534"/>
                <a:gd name="T69" fmla="*/ 1328 h 1595"/>
                <a:gd name="T70" fmla="*/ 1533 w 1534"/>
                <a:gd name="T71" fmla="*/ 694 h 1595"/>
                <a:gd name="T72" fmla="*/ 1296 w 1534"/>
                <a:gd name="T73" fmla="*/ 459 h 1595"/>
                <a:gd name="T74" fmla="*/ 1203 w 1534"/>
                <a:gd name="T75" fmla="*/ 479 h 1595"/>
                <a:gd name="T76" fmla="*/ 1203 w 1534"/>
                <a:gd name="T77" fmla="*/ 468 h 1595"/>
                <a:gd name="T78" fmla="*/ 958 w 1534"/>
                <a:gd name="T79" fmla="*/ 222 h 1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34" h="1595">
                  <a:moveTo>
                    <a:pt x="958" y="222"/>
                  </a:moveTo>
                  <a:cubicBezTo>
                    <a:pt x="921" y="222"/>
                    <a:pt x="887" y="231"/>
                    <a:pt x="853" y="245"/>
                  </a:cubicBezTo>
                  <a:cubicBezTo>
                    <a:pt x="848" y="107"/>
                    <a:pt x="735" y="0"/>
                    <a:pt x="598" y="5"/>
                  </a:cubicBezTo>
                  <a:cubicBezTo>
                    <a:pt x="473" y="11"/>
                    <a:pt x="369" y="107"/>
                    <a:pt x="358" y="231"/>
                  </a:cubicBezTo>
                  <a:cubicBezTo>
                    <a:pt x="236" y="169"/>
                    <a:pt x="87" y="220"/>
                    <a:pt x="25" y="341"/>
                  </a:cubicBezTo>
                  <a:cubicBezTo>
                    <a:pt x="8" y="375"/>
                    <a:pt x="0" y="414"/>
                    <a:pt x="0" y="454"/>
                  </a:cubicBezTo>
                  <a:lnTo>
                    <a:pt x="0" y="1523"/>
                  </a:lnTo>
                  <a:cubicBezTo>
                    <a:pt x="0" y="1563"/>
                    <a:pt x="30" y="1594"/>
                    <a:pt x="70" y="1594"/>
                  </a:cubicBezTo>
                  <a:cubicBezTo>
                    <a:pt x="109" y="1594"/>
                    <a:pt x="141" y="1563"/>
                    <a:pt x="141" y="1523"/>
                  </a:cubicBezTo>
                  <a:lnTo>
                    <a:pt x="141" y="457"/>
                  </a:lnTo>
                  <a:cubicBezTo>
                    <a:pt x="141" y="397"/>
                    <a:pt x="189" y="349"/>
                    <a:pt x="248" y="349"/>
                  </a:cubicBezTo>
                  <a:cubicBezTo>
                    <a:pt x="307" y="349"/>
                    <a:pt x="355" y="397"/>
                    <a:pt x="355" y="457"/>
                  </a:cubicBezTo>
                  <a:lnTo>
                    <a:pt x="355" y="457"/>
                  </a:lnTo>
                  <a:lnTo>
                    <a:pt x="355" y="1227"/>
                  </a:lnTo>
                  <a:cubicBezTo>
                    <a:pt x="355" y="1266"/>
                    <a:pt x="385" y="1297"/>
                    <a:pt x="425" y="1297"/>
                  </a:cubicBezTo>
                  <a:cubicBezTo>
                    <a:pt x="464" y="1297"/>
                    <a:pt x="496" y="1266"/>
                    <a:pt x="496" y="1227"/>
                  </a:cubicBezTo>
                  <a:lnTo>
                    <a:pt x="496" y="259"/>
                  </a:lnTo>
                  <a:cubicBezTo>
                    <a:pt x="496" y="200"/>
                    <a:pt x="544" y="152"/>
                    <a:pt x="603" y="152"/>
                  </a:cubicBezTo>
                  <a:cubicBezTo>
                    <a:pt x="662" y="152"/>
                    <a:pt x="709" y="200"/>
                    <a:pt x="709" y="259"/>
                  </a:cubicBezTo>
                  <a:lnTo>
                    <a:pt x="709" y="259"/>
                  </a:lnTo>
                  <a:lnTo>
                    <a:pt x="709" y="1224"/>
                  </a:lnTo>
                  <a:cubicBezTo>
                    <a:pt x="709" y="1264"/>
                    <a:pt x="741" y="1295"/>
                    <a:pt x="780" y="1295"/>
                  </a:cubicBezTo>
                  <a:cubicBezTo>
                    <a:pt x="820" y="1295"/>
                    <a:pt x="850" y="1264"/>
                    <a:pt x="850" y="1224"/>
                  </a:cubicBezTo>
                  <a:lnTo>
                    <a:pt x="850" y="468"/>
                  </a:lnTo>
                  <a:cubicBezTo>
                    <a:pt x="850" y="411"/>
                    <a:pt x="896" y="364"/>
                    <a:pt x="955" y="364"/>
                  </a:cubicBezTo>
                  <a:cubicBezTo>
                    <a:pt x="1011" y="364"/>
                    <a:pt x="1059" y="409"/>
                    <a:pt x="1059" y="468"/>
                  </a:cubicBezTo>
                  <a:lnTo>
                    <a:pt x="1059" y="1241"/>
                  </a:lnTo>
                  <a:cubicBezTo>
                    <a:pt x="1059" y="1280"/>
                    <a:pt x="1091" y="1312"/>
                    <a:pt x="1130" y="1312"/>
                  </a:cubicBezTo>
                  <a:cubicBezTo>
                    <a:pt x="1170" y="1312"/>
                    <a:pt x="1200" y="1280"/>
                    <a:pt x="1200" y="1241"/>
                  </a:cubicBezTo>
                  <a:lnTo>
                    <a:pt x="1200" y="694"/>
                  </a:lnTo>
                  <a:cubicBezTo>
                    <a:pt x="1200" y="640"/>
                    <a:pt x="1242" y="598"/>
                    <a:pt x="1296" y="598"/>
                  </a:cubicBezTo>
                  <a:cubicBezTo>
                    <a:pt x="1350" y="598"/>
                    <a:pt x="1392" y="640"/>
                    <a:pt x="1392" y="694"/>
                  </a:cubicBezTo>
                  <a:lnTo>
                    <a:pt x="1392" y="1328"/>
                  </a:lnTo>
                  <a:cubicBezTo>
                    <a:pt x="1392" y="1368"/>
                    <a:pt x="1424" y="1399"/>
                    <a:pt x="1463" y="1399"/>
                  </a:cubicBezTo>
                  <a:cubicBezTo>
                    <a:pt x="1503" y="1399"/>
                    <a:pt x="1533" y="1368"/>
                    <a:pt x="1533" y="1328"/>
                  </a:cubicBezTo>
                  <a:lnTo>
                    <a:pt x="1533" y="694"/>
                  </a:lnTo>
                  <a:cubicBezTo>
                    <a:pt x="1533" y="564"/>
                    <a:pt x="1426" y="457"/>
                    <a:pt x="1296" y="459"/>
                  </a:cubicBezTo>
                  <a:cubicBezTo>
                    <a:pt x="1265" y="459"/>
                    <a:pt x="1231" y="465"/>
                    <a:pt x="1203" y="479"/>
                  </a:cubicBezTo>
                  <a:lnTo>
                    <a:pt x="1203" y="468"/>
                  </a:lnTo>
                  <a:cubicBezTo>
                    <a:pt x="1200" y="332"/>
                    <a:pt x="1093" y="225"/>
                    <a:pt x="958" y="2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9" name="Freeform 7">
              <a:extLst>
                <a:ext uri="{FF2B5EF4-FFF2-40B4-BE49-F238E27FC236}">
                  <a16:creationId xmlns:a16="http://schemas.microsoft.com/office/drawing/2014/main" id="{FA1BF811-5A06-549B-D001-A8EB9DAFD738}"/>
                </a:ext>
              </a:extLst>
            </p:cNvPr>
            <p:cNvSpPr>
              <a:spLocks noChangeArrowheads="1"/>
            </p:cNvSpPr>
            <p:nvPr/>
          </p:nvSpPr>
          <p:spPr bwMode="auto">
            <a:xfrm>
              <a:off x="1244" y="2175"/>
              <a:ext cx="130" cy="103"/>
            </a:xfrm>
            <a:custGeom>
              <a:avLst/>
              <a:gdLst>
                <a:gd name="T0" fmla="*/ 138 w 578"/>
                <a:gd name="T1" fmla="*/ 0 h 460"/>
                <a:gd name="T2" fmla="*/ 135 w 578"/>
                <a:gd name="T3" fmla="*/ 0 h 460"/>
                <a:gd name="T4" fmla="*/ 71 w 578"/>
                <a:gd name="T5" fmla="*/ 0 h 460"/>
                <a:gd name="T6" fmla="*/ 0 w 578"/>
                <a:gd name="T7" fmla="*/ 71 h 460"/>
                <a:gd name="T8" fmla="*/ 71 w 578"/>
                <a:gd name="T9" fmla="*/ 140 h 460"/>
                <a:gd name="T10" fmla="*/ 135 w 578"/>
                <a:gd name="T11" fmla="*/ 140 h 460"/>
                <a:gd name="T12" fmla="*/ 138 w 578"/>
                <a:gd name="T13" fmla="*/ 140 h 460"/>
                <a:gd name="T14" fmla="*/ 434 w 578"/>
                <a:gd name="T15" fmla="*/ 394 h 460"/>
                <a:gd name="T16" fmla="*/ 512 w 578"/>
                <a:gd name="T17" fmla="*/ 456 h 460"/>
                <a:gd name="T18" fmla="*/ 575 w 578"/>
                <a:gd name="T19" fmla="*/ 377 h 460"/>
                <a:gd name="T20" fmla="*/ 575 w 578"/>
                <a:gd name="T21" fmla="*/ 374 h 460"/>
                <a:gd name="T22" fmla="*/ 138 w 578"/>
                <a:gd name="T23" fmla="*/ 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78" h="460">
                  <a:moveTo>
                    <a:pt x="138" y="0"/>
                  </a:moveTo>
                  <a:lnTo>
                    <a:pt x="135" y="0"/>
                  </a:lnTo>
                  <a:lnTo>
                    <a:pt x="71" y="0"/>
                  </a:lnTo>
                  <a:cubicBezTo>
                    <a:pt x="31" y="0"/>
                    <a:pt x="0" y="31"/>
                    <a:pt x="0" y="71"/>
                  </a:cubicBezTo>
                  <a:cubicBezTo>
                    <a:pt x="0" y="110"/>
                    <a:pt x="31" y="140"/>
                    <a:pt x="71" y="140"/>
                  </a:cubicBezTo>
                  <a:lnTo>
                    <a:pt x="135" y="140"/>
                  </a:lnTo>
                  <a:lnTo>
                    <a:pt x="138" y="140"/>
                  </a:lnTo>
                  <a:cubicBezTo>
                    <a:pt x="285" y="140"/>
                    <a:pt x="412" y="248"/>
                    <a:pt x="434" y="394"/>
                  </a:cubicBezTo>
                  <a:cubicBezTo>
                    <a:pt x="440" y="434"/>
                    <a:pt x="473" y="459"/>
                    <a:pt x="512" y="456"/>
                  </a:cubicBezTo>
                  <a:cubicBezTo>
                    <a:pt x="552" y="451"/>
                    <a:pt x="577" y="417"/>
                    <a:pt x="575" y="377"/>
                  </a:cubicBezTo>
                  <a:lnTo>
                    <a:pt x="575" y="374"/>
                  </a:lnTo>
                  <a:cubicBezTo>
                    <a:pt x="538" y="157"/>
                    <a:pt x="355" y="0"/>
                    <a:pt x="13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0" name="Freeform 8">
              <a:extLst>
                <a:ext uri="{FF2B5EF4-FFF2-40B4-BE49-F238E27FC236}">
                  <a16:creationId xmlns:a16="http://schemas.microsoft.com/office/drawing/2014/main" id="{29B31A47-1DBD-1652-5D57-90F2000198A7}"/>
                </a:ext>
              </a:extLst>
            </p:cNvPr>
            <p:cNvSpPr>
              <a:spLocks noChangeArrowheads="1"/>
            </p:cNvSpPr>
            <p:nvPr/>
          </p:nvSpPr>
          <p:spPr bwMode="auto">
            <a:xfrm>
              <a:off x="1396" y="2157"/>
              <a:ext cx="276" cy="276"/>
            </a:xfrm>
            <a:custGeom>
              <a:avLst/>
              <a:gdLst>
                <a:gd name="T0" fmla="*/ 582 w 1220"/>
                <a:gd name="T1" fmla="*/ 0 h 1220"/>
                <a:gd name="T2" fmla="*/ 0 w 1220"/>
                <a:gd name="T3" fmla="*/ 580 h 1220"/>
                <a:gd name="T4" fmla="*/ 170 w 1220"/>
                <a:gd name="T5" fmla="*/ 990 h 1220"/>
                <a:gd name="T6" fmla="*/ 170 w 1220"/>
                <a:gd name="T7" fmla="*/ 990 h 1220"/>
                <a:gd name="T8" fmla="*/ 991 w 1220"/>
                <a:gd name="T9" fmla="*/ 990 h 1220"/>
                <a:gd name="T10" fmla="*/ 991 w 1220"/>
                <a:gd name="T11" fmla="*/ 170 h 1220"/>
                <a:gd name="T12" fmla="*/ 582 w 1220"/>
                <a:gd name="T13" fmla="*/ 0 h 1220"/>
                <a:gd name="T14" fmla="*/ 892 w 1220"/>
                <a:gd name="T15" fmla="*/ 891 h 1220"/>
                <a:gd name="T16" fmla="*/ 271 w 1220"/>
                <a:gd name="T17" fmla="*/ 891 h 1220"/>
                <a:gd name="T18" fmla="*/ 271 w 1220"/>
                <a:gd name="T19" fmla="*/ 891 h 1220"/>
                <a:gd name="T20" fmla="*/ 271 w 1220"/>
                <a:gd name="T21" fmla="*/ 891 h 1220"/>
                <a:gd name="T22" fmla="*/ 271 w 1220"/>
                <a:gd name="T23" fmla="*/ 267 h 1220"/>
                <a:gd name="T24" fmla="*/ 895 w 1220"/>
                <a:gd name="T25" fmla="*/ 267 h 1220"/>
                <a:gd name="T26" fmla="*/ 892 w 1220"/>
                <a:gd name="T27" fmla="*/ 891 h 1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0" h="1220">
                  <a:moveTo>
                    <a:pt x="582" y="0"/>
                  </a:moveTo>
                  <a:cubicBezTo>
                    <a:pt x="260" y="0"/>
                    <a:pt x="0" y="259"/>
                    <a:pt x="0" y="580"/>
                  </a:cubicBezTo>
                  <a:cubicBezTo>
                    <a:pt x="0" y="736"/>
                    <a:pt x="62" y="882"/>
                    <a:pt x="170" y="990"/>
                  </a:cubicBezTo>
                  <a:lnTo>
                    <a:pt x="170" y="990"/>
                  </a:lnTo>
                  <a:cubicBezTo>
                    <a:pt x="395" y="1215"/>
                    <a:pt x="766" y="1219"/>
                    <a:pt x="991" y="990"/>
                  </a:cubicBezTo>
                  <a:cubicBezTo>
                    <a:pt x="1217" y="762"/>
                    <a:pt x="1219" y="394"/>
                    <a:pt x="991" y="170"/>
                  </a:cubicBezTo>
                  <a:cubicBezTo>
                    <a:pt x="883" y="59"/>
                    <a:pt x="737" y="0"/>
                    <a:pt x="582" y="0"/>
                  </a:cubicBezTo>
                  <a:close/>
                  <a:moveTo>
                    <a:pt x="892" y="891"/>
                  </a:moveTo>
                  <a:cubicBezTo>
                    <a:pt x="720" y="1063"/>
                    <a:pt x="440" y="1063"/>
                    <a:pt x="271" y="891"/>
                  </a:cubicBezTo>
                  <a:lnTo>
                    <a:pt x="271" y="891"/>
                  </a:lnTo>
                  <a:lnTo>
                    <a:pt x="271" y="891"/>
                  </a:lnTo>
                  <a:cubicBezTo>
                    <a:pt x="99" y="719"/>
                    <a:pt x="99" y="439"/>
                    <a:pt x="271" y="267"/>
                  </a:cubicBezTo>
                  <a:cubicBezTo>
                    <a:pt x="443" y="96"/>
                    <a:pt x="723" y="96"/>
                    <a:pt x="895" y="267"/>
                  </a:cubicBezTo>
                  <a:cubicBezTo>
                    <a:pt x="1064" y="439"/>
                    <a:pt x="1064" y="719"/>
                    <a:pt x="892" y="89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1" name="Freeform 9">
              <a:extLst>
                <a:ext uri="{FF2B5EF4-FFF2-40B4-BE49-F238E27FC236}">
                  <a16:creationId xmlns:a16="http://schemas.microsoft.com/office/drawing/2014/main" id="{98CEA400-2F99-24D8-1CAC-FD508D0F9288}"/>
                </a:ext>
              </a:extLst>
            </p:cNvPr>
            <p:cNvSpPr>
              <a:spLocks noChangeArrowheads="1"/>
            </p:cNvSpPr>
            <p:nvPr/>
          </p:nvSpPr>
          <p:spPr bwMode="auto">
            <a:xfrm>
              <a:off x="1477" y="2236"/>
              <a:ext cx="102" cy="102"/>
            </a:xfrm>
            <a:custGeom>
              <a:avLst/>
              <a:gdLst>
                <a:gd name="T0" fmla="*/ 423 w 456"/>
                <a:gd name="T1" fmla="*/ 28 h 452"/>
                <a:gd name="T2" fmla="*/ 324 w 456"/>
                <a:gd name="T3" fmla="*/ 28 h 452"/>
                <a:gd name="T4" fmla="*/ 324 w 456"/>
                <a:gd name="T5" fmla="*/ 28 h 452"/>
                <a:gd name="T6" fmla="*/ 225 w 456"/>
                <a:gd name="T7" fmla="*/ 124 h 452"/>
                <a:gd name="T8" fmla="*/ 127 w 456"/>
                <a:gd name="T9" fmla="*/ 28 h 452"/>
                <a:gd name="T10" fmla="*/ 28 w 456"/>
                <a:gd name="T11" fmla="*/ 37 h 452"/>
                <a:gd name="T12" fmla="*/ 28 w 456"/>
                <a:gd name="T13" fmla="*/ 130 h 452"/>
                <a:gd name="T14" fmla="*/ 127 w 456"/>
                <a:gd name="T15" fmla="*/ 228 h 452"/>
                <a:gd name="T16" fmla="*/ 28 w 456"/>
                <a:gd name="T17" fmla="*/ 322 h 452"/>
                <a:gd name="T18" fmla="*/ 28 w 456"/>
                <a:gd name="T19" fmla="*/ 423 h 452"/>
                <a:gd name="T20" fmla="*/ 129 w 456"/>
                <a:gd name="T21" fmla="*/ 423 h 452"/>
                <a:gd name="T22" fmla="*/ 228 w 456"/>
                <a:gd name="T23" fmla="*/ 324 h 452"/>
                <a:gd name="T24" fmla="*/ 324 w 456"/>
                <a:gd name="T25" fmla="*/ 423 h 452"/>
                <a:gd name="T26" fmla="*/ 426 w 456"/>
                <a:gd name="T27" fmla="*/ 423 h 452"/>
                <a:gd name="T28" fmla="*/ 426 w 456"/>
                <a:gd name="T29" fmla="*/ 322 h 452"/>
                <a:gd name="T30" fmla="*/ 324 w 456"/>
                <a:gd name="T31" fmla="*/ 226 h 452"/>
                <a:gd name="T32" fmla="*/ 423 w 456"/>
                <a:gd name="T33" fmla="*/ 127 h 452"/>
                <a:gd name="T34" fmla="*/ 423 w 456"/>
                <a:gd name="T35" fmla="*/ 28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6" h="452">
                  <a:moveTo>
                    <a:pt x="423" y="28"/>
                  </a:moveTo>
                  <a:cubicBezTo>
                    <a:pt x="395" y="0"/>
                    <a:pt x="349" y="0"/>
                    <a:pt x="324" y="28"/>
                  </a:cubicBezTo>
                  <a:lnTo>
                    <a:pt x="324" y="28"/>
                  </a:lnTo>
                  <a:lnTo>
                    <a:pt x="225" y="124"/>
                  </a:lnTo>
                  <a:lnTo>
                    <a:pt x="127" y="28"/>
                  </a:lnTo>
                  <a:cubicBezTo>
                    <a:pt x="98" y="3"/>
                    <a:pt x="53" y="6"/>
                    <a:pt x="28" y="37"/>
                  </a:cubicBezTo>
                  <a:cubicBezTo>
                    <a:pt x="5" y="62"/>
                    <a:pt x="5" y="101"/>
                    <a:pt x="28" y="130"/>
                  </a:cubicBezTo>
                  <a:lnTo>
                    <a:pt x="127" y="228"/>
                  </a:lnTo>
                  <a:lnTo>
                    <a:pt x="28" y="322"/>
                  </a:lnTo>
                  <a:cubicBezTo>
                    <a:pt x="0" y="350"/>
                    <a:pt x="0" y="395"/>
                    <a:pt x="28" y="423"/>
                  </a:cubicBezTo>
                  <a:cubicBezTo>
                    <a:pt x="56" y="451"/>
                    <a:pt x="101" y="451"/>
                    <a:pt x="129" y="423"/>
                  </a:cubicBezTo>
                  <a:lnTo>
                    <a:pt x="228" y="324"/>
                  </a:lnTo>
                  <a:lnTo>
                    <a:pt x="324" y="423"/>
                  </a:lnTo>
                  <a:cubicBezTo>
                    <a:pt x="352" y="451"/>
                    <a:pt x="398" y="451"/>
                    <a:pt x="426" y="423"/>
                  </a:cubicBezTo>
                  <a:cubicBezTo>
                    <a:pt x="455" y="395"/>
                    <a:pt x="454" y="350"/>
                    <a:pt x="426" y="322"/>
                  </a:cubicBezTo>
                  <a:lnTo>
                    <a:pt x="324" y="226"/>
                  </a:lnTo>
                  <a:lnTo>
                    <a:pt x="423" y="127"/>
                  </a:lnTo>
                  <a:cubicBezTo>
                    <a:pt x="451" y="99"/>
                    <a:pt x="451" y="56"/>
                    <a:pt x="423" y="2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grpSp>
      <p:sp>
        <p:nvSpPr>
          <p:cNvPr id="12" name="TextBox 11">
            <a:extLst>
              <a:ext uri="{FF2B5EF4-FFF2-40B4-BE49-F238E27FC236}">
                <a16:creationId xmlns:a16="http://schemas.microsoft.com/office/drawing/2014/main" id="{F8B44FF3-28AB-10D7-B1C4-E339265AAF9B}"/>
              </a:ext>
            </a:extLst>
          </p:cNvPr>
          <p:cNvSpPr txBox="1"/>
          <p:nvPr/>
        </p:nvSpPr>
        <p:spPr>
          <a:xfrm>
            <a:off x="3261391" y="2485152"/>
            <a:ext cx="8046632" cy="1887696"/>
          </a:xfrm>
          <a:prstGeom prst="rect">
            <a:avLst/>
          </a:prstGeom>
          <a:noFill/>
        </p:spPr>
        <p:txBody>
          <a:bodyPr wrap="square" rtlCol="0">
            <a:spAutoFit/>
          </a:bodyPr>
          <a:lstStyle/>
          <a:p>
            <a:pPr algn="l">
              <a:lnSpc>
                <a:spcPct val="100000"/>
              </a:lnSpc>
              <a:spcAft>
                <a:spcPts val="2000"/>
              </a:spcAft>
            </a:pPr>
            <a:r>
              <a:rPr lang="en-US" sz="2000" b="0" i="0" dirty="0">
                <a:solidFill>
                  <a:schemeClr val="tx1"/>
                </a:solidFill>
                <a:latin typeface="Oracle Sans Tab" panose="020B0503020204020204" pitchFamily="34" charset="0"/>
                <a:cs typeface="Oracle Sans Tab" panose="020B0503020204020204" pitchFamily="34" charset="0"/>
              </a:rPr>
              <a:t>Any master slides that appear after this end slide have been accidentally imported from other slide decks and </a:t>
            </a:r>
            <a:br>
              <a:rPr lang="en-US" sz="2000" b="0" i="0" dirty="0">
                <a:solidFill>
                  <a:schemeClr val="tx1"/>
                </a:solidFill>
                <a:latin typeface="Oracle Sans Tab" panose="020B0503020204020204" pitchFamily="34" charset="0"/>
                <a:cs typeface="Oracle Sans Tab" panose="020B0503020204020204" pitchFamily="34" charset="0"/>
              </a:rPr>
            </a:br>
            <a:r>
              <a:rPr lang="en-US" sz="2000" b="0" i="0" dirty="0">
                <a:solidFill>
                  <a:schemeClr val="tx1"/>
                </a:solidFill>
                <a:latin typeface="Oracle Sans Tab" panose="020B0503020204020204" pitchFamily="34" charset="0"/>
                <a:cs typeface="Oracle Sans Tab" panose="020B0503020204020204" pitchFamily="34" charset="0"/>
              </a:rPr>
              <a:t>may not match the style of this template.</a:t>
            </a:r>
          </a:p>
          <a:p>
            <a:pPr algn="l">
              <a:lnSpc>
                <a:spcPct val="100000"/>
              </a:lnSpc>
              <a:spcAft>
                <a:spcPts val="2000"/>
              </a:spcAft>
            </a:pPr>
            <a:r>
              <a:rPr lang="en-US" sz="2000" b="0" i="0" dirty="0">
                <a:solidFill>
                  <a:schemeClr val="tx1"/>
                </a:solidFill>
                <a:latin typeface="Oracle Sans Tab" panose="020B0503020204020204" pitchFamily="34" charset="0"/>
                <a:cs typeface="Oracle Sans Tab" panose="020B0503020204020204" pitchFamily="34" charset="0"/>
              </a:rPr>
              <a:t>Please locate slides that are referencing these imported slide layouts and reselect/apply a layout from the master slide options above.</a:t>
            </a:r>
          </a:p>
        </p:txBody>
      </p:sp>
    </p:spTree>
    <p:extLst>
      <p:ext uri="{BB962C8B-B14F-4D97-AF65-F5344CB8AC3E}">
        <p14:creationId xmlns:p14="http://schemas.microsoft.com/office/powerpoint/2010/main" val="7742811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572202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07" Type="http://schemas.openxmlformats.org/officeDocument/2006/relationships/image" Target="../media/image1.emf"/><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A70F255-3C2A-4AC7-8935-184146E3B6D6}"/>
              </a:ext>
            </a:extLst>
          </p:cNvPr>
          <p:cNvSpPr>
            <a:spLocks noGrp="1"/>
          </p:cNvSpPr>
          <p:nvPr>
            <p:ph type="title"/>
          </p:nvPr>
        </p:nvSpPr>
        <p:spPr>
          <a:xfrm>
            <a:off x="768875" y="182403"/>
            <a:ext cx="10671048" cy="822960"/>
          </a:xfrm>
          <a:prstGeom prst="rect">
            <a:avLst/>
          </a:prstGeom>
        </p:spPr>
        <p:txBody>
          <a:bodyPr vert="horz" lIns="0" tIns="0" rIns="0" bIns="0" rtlCol="0" anchor="b">
            <a:noAutofit/>
          </a:bodyPr>
          <a:lstStyle/>
          <a:p>
            <a:pPr marL="0" lvl="0" indent="0">
              <a:spcBef>
                <a:spcPts val="1000"/>
              </a:spcBef>
              <a:buFont typeface="Arial" panose="020B0604020202020204" pitchFamily="34" charset="0"/>
            </a:pPr>
            <a:r>
              <a:rPr lang="en-US" dirty="0"/>
              <a:t>Title</a:t>
            </a:r>
          </a:p>
        </p:txBody>
      </p:sp>
      <p:sp>
        <p:nvSpPr>
          <p:cNvPr id="4" name="Text Field">
            <a:extLst>
              <a:ext uri="{FF2B5EF4-FFF2-40B4-BE49-F238E27FC236}">
                <a16:creationId xmlns:a16="http://schemas.microsoft.com/office/drawing/2014/main" id="{E46619B6-A626-4CDA-96E2-B94F4637C628}"/>
              </a:ext>
            </a:extLst>
          </p:cNvPr>
          <p:cNvSpPr>
            <a:spLocks noGrp="1"/>
          </p:cNvSpPr>
          <p:nvPr>
            <p:ph type="body" idx="1"/>
          </p:nvPr>
        </p:nvSpPr>
        <p:spPr>
          <a:xfrm>
            <a:off x="768875" y="1600200"/>
            <a:ext cx="10671048" cy="4514850"/>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Slide Number">
            <a:extLst>
              <a:ext uri="{FF2B5EF4-FFF2-40B4-BE49-F238E27FC236}">
                <a16:creationId xmlns:a16="http://schemas.microsoft.com/office/drawing/2014/main" id="{08A3F6CD-49F4-D74B-8C7F-D6CA71EFB13B}"/>
              </a:ext>
            </a:extLst>
          </p:cNvPr>
          <p:cNvSpPr>
            <a:spLocks noGrp="1"/>
          </p:cNvSpPr>
          <p:nvPr>
            <p:ph type="sldNum" sz="quarter" idx="4"/>
          </p:nvPr>
        </p:nvSpPr>
        <p:spPr>
          <a:xfrm>
            <a:off x="762000" y="6423660"/>
            <a:ext cx="365760" cy="365760"/>
          </a:xfrm>
          <a:prstGeom prst="rect">
            <a:avLst/>
          </a:prstGeom>
        </p:spPr>
        <p:txBody>
          <a:bodyPr vert="horz" lIns="0" tIns="0" rIns="0" bIns="0" rtlCol="0" anchor="ctr"/>
          <a:lstStyle>
            <a:lvl1pPr algn="l">
              <a:defRPr sz="800">
                <a:solidFill>
                  <a:srgbClr val="8B8580"/>
                </a:solidFill>
                <a:latin typeface="+mn-lt"/>
              </a:defRPr>
            </a:lvl1pPr>
          </a:lstStyle>
          <a:p>
            <a:fld id="{345D60D9-5372-5F40-9443-0F9AE5BDC3C8}" type="slidenum">
              <a:rPr lang="en-US" smtClean="0"/>
              <a:pPr/>
              <a:t>‹#›</a:t>
            </a:fld>
            <a:endParaRPr lang="en-US" dirty="0"/>
          </a:p>
        </p:txBody>
      </p:sp>
      <p:sp>
        <p:nvSpPr>
          <p:cNvPr id="18" name="Footer">
            <a:extLst>
              <a:ext uri="{FF2B5EF4-FFF2-40B4-BE49-F238E27FC236}">
                <a16:creationId xmlns:a16="http://schemas.microsoft.com/office/drawing/2014/main" id="{8E003242-6B91-1949-A5CA-15BA57A045C9}"/>
              </a:ext>
            </a:extLst>
          </p:cNvPr>
          <p:cNvSpPr>
            <a:spLocks noGrp="1"/>
          </p:cNvSpPr>
          <p:nvPr>
            <p:ph type="ftr" sz="quarter" idx="3"/>
          </p:nvPr>
        </p:nvSpPr>
        <p:spPr>
          <a:xfrm>
            <a:off x="1127759" y="6423978"/>
            <a:ext cx="5745379" cy="365125"/>
          </a:xfrm>
          <a:prstGeom prst="rect">
            <a:avLst/>
          </a:prstGeom>
        </p:spPr>
        <p:txBody>
          <a:bodyPr vert="horz" lIns="0" tIns="0" rIns="0" bIns="0" rtlCol="0" anchor="ctr"/>
          <a:lstStyle>
            <a:lvl1pPr algn="l">
              <a:defRPr sz="800">
                <a:solidFill>
                  <a:srgbClr val="8B8580"/>
                </a:solidFill>
                <a:latin typeface="+mn-lt"/>
              </a:defRPr>
            </a:lvl1pPr>
          </a:lstStyle>
          <a:p>
            <a:r>
              <a:rPr lang="en-US" dirty="0"/>
              <a:t>Copyright © 2026, Oracle and/or its affiliates |  Confidential: Internal/Employees Only</a:t>
            </a:r>
          </a:p>
        </p:txBody>
      </p:sp>
      <p:sp>
        <p:nvSpPr>
          <p:cNvPr id="20" name="Date">
            <a:extLst>
              <a:ext uri="{FF2B5EF4-FFF2-40B4-BE49-F238E27FC236}">
                <a16:creationId xmlns:a16="http://schemas.microsoft.com/office/drawing/2014/main" id="{65BA88F5-EF53-415B-8446-19188BE675D3}"/>
              </a:ext>
            </a:extLst>
          </p:cNvPr>
          <p:cNvSpPr>
            <a:spLocks noGrp="1"/>
          </p:cNvSpPr>
          <p:nvPr>
            <p:ph type="dt" sz="half" idx="2"/>
          </p:nvPr>
        </p:nvSpPr>
        <p:spPr>
          <a:xfrm>
            <a:off x="6873138" y="6425604"/>
            <a:ext cx="2743200" cy="363500"/>
          </a:xfrm>
          <a:prstGeom prst="rect">
            <a:avLst/>
          </a:prstGeom>
        </p:spPr>
        <p:txBody>
          <a:bodyPr vert="horz" lIns="0" tIns="0" rIns="0" bIns="0" rtlCol="0" anchor="ctr"/>
          <a:lstStyle>
            <a:lvl1pPr>
              <a:defRPr lang="en-US" sz="800" smtClean="0">
                <a:solidFill>
                  <a:srgbClr val="8B8580"/>
                </a:solidFill>
                <a:latin typeface="+mn-lt"/>
              </a:defRPr>
            </a:lvl1pPr>
          </a:lstStyle>
          <a:p>
            <a:r>
              <a:rPr lang="en-US"/>
              <a:t>[Date]</a:t>
            </a:r>
            <a:endParaRPr lang="en-US" dirty="0"/>
          </a:p>
        </p:txBody>
      </p:sp>
      <p:pic>
        <p:nvPicPr>
          <p:cNvPr id="3" name="OTag" descr="A small square in Oracle Red with the Oracle logo in the center in white">
            <a:extLst>
              <a:ext uri="{FF2B5EF4-FFF2-40B4-BE49-F238E27FC236}">
                <a16:creationId xmlns:a16="http://schemas.microsoft.com/office/drawing/2014/main" id="{775A8D6B-AAED-949C-F702-A8E8C8F069BA}"/>
              </a:ext>
              <a:ext uri="{C183D7F6-B498-43B3-948B-1728B52AA6E4}">
                <adec:decorative xmlns:adec="http://schemas.microsoft.com/office/drawing/2017/decorative" val="0"/>
              </a:ext>
            </a:extLst>
          </p:cNvPr>
          <p:cNvPicPr>
            <a:picLocks noChangeAspect="1"/>
          </p:cNvPicPr>
          <p:nvPr/>
        </p:nvPicPr>
        <p:blipFill>
          <a:blip r:embed="rId107" cstate="email">
            <a:extLst>
              <a:ext uri="{28A0092B-C50C-407E-A947-70E740481C1C}">
                <a14:useLocalDpi xmlns:a14="http://schemas.microsoft.com/office/drawing/2010/main"/>
              </a:ext>
            </a:extLst>
          </a:blip>
          <a:stretch>
            <a:fillRect/>
          </a:stretch>
        </p:blipFill>
        <p:spPr>
          <a:xfrm>
            <a:off x="11405616" y="6464808"/>
            <a:ext cx="393192" cy="393192"/>
          </a:xfrm>
          <a:prstGeom prst="rect">
            <a:avLst/>
          </a:prstGeom>
        </p:spPr>
      </p:pic>
    </p:spTree>
    <p:extLst>
      <p:ext uri="{BB962C8B-B14F-4D97-AF65-F5344CB8AC3E}">
        <p14:creationId xmlns:p14="http://schemas.microsoft.com/office/powerpoint/2010/main" val="282885910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 id="2147483753" r:id="rId103"/>
    <p:sldLayoutId id="2147483754" r:id="rId104"/>
    <p:sldLayoutId id="2147483755" r:id="rId105"/>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dt="0"/>
  <p:txStyles>
    <p:titleStyle>
      <a:lvl1pPr algn="l" defTabSz="914400" rtl="0" eaLnBrk="1" latinLnBrk="0" hangingPunct="1">
        <a:lnSpc>
          <a:spcPct val="95000"/>
        </a:lnSpc>
        <a:spcBef>
          <a:spcPct val="0"/>
        </a:spcBef>
        <a:buNone/>
        <a:defRPr lang="en-US" sz="2400" b="1" i="0" kern="1200" baseline="0" dirty="0">
          <a:solidFill>
            <a:schemeClr val="tx1"/>
          </a:solidFill>
          <a:latin typeface="+mn-lt"/>
          <a:ea typeface="+mn-ea"/>
          <a:cs typeface="+mj-cs"/>
        </a:defRPr>
      </a:lvl1pPr>
    </p:titleStyle>
    <p:bodyStyle>
      <a:lvl1pPr marL="0" marR="0" indent="0" algn="l" defTabSz="914400" rtl="0" eaLnBrk="1" fontAlgn="auto" latinLnBrk="0" hangingPunct="1">
        <a:lnSpc>
          <a:spcPct val="95000"/>
        </a:lnSpc>
        <a:spcBef>
          <a:spcPts val="600"/>
        </a:spcBef>
        <a:spcAft>
          <a:spcPts val="0"/>
        </a:spcAft>
        <a:buClrTx/>
        <a:buSzTx/>
        <a:buFont typeface="System Font Regular"/>
        <a:buNone/>
        <a:tabLst/>
        <a:defRPr sz="1600" b="0" i="0" kern="1200">
          <a:solidFill>
            <a:schemeClr val="tx1"/>
          </a:solidFill>
          <a:latin typeface="Oracle Sans Tab" panose="020B0503020204020204" pitchFamily="34" charset="0"/>
          <a:ea typeface="+mn-ea"/>
          <a:cs typeface="Oracle Sans Tab" panose="020B0503020204020204" pitchFamily="34" charset="0"/>
        </a:defRPr>
      </a:lvl1pPr>
      <a:lvl2pPr marL="365760" marR="0" indent="-182880" algn="l" defTabSz="914400" rtl="0" eaLnBrk="1" fontAlgn="auto" latinLnBrk="0" hangingPunct="1">
        <a:lnSpc>
          <a:spcPct val="95000"/>
        </a:lnSpc>
        <a:spcBef>
          <a:spcPts val="600"/>
        </a:spcBef>
        <a:spcAft>
          <a:spcPts val="0"/>
        </a:spcAft>
        <a:buClrTx/>
        <a:buSzPct val="100000"/>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2pPr>
      <a:lvl3pPr marL="547688" marR="0" indent="-182563" algn="l" defTabSz="914400" rtl="0" eaLnBrk="1" fontAlgn="auto" latinLnBrk="0" hangingPunct="1">
        <a:lnSpc>
          <a:spcPct val="95000"/>
        </a:lnSpc>
        <a:spcBef>
          <a:spcPts val="400"/>
        </a:spcBef>
        <a:spcAft>
          <a:spcPts val="0"/>
        </a:spcAft>
        <a:buClrTx/>
        <a:buSzPct val="100000"/>
        <a:buFont typeface="System Font Regular"/>
        <a:buChar char="-"/>
        <a:tabLst/>
        <a:defRPr sz="1600" b="0" i="0" kern="1200">
          <a:solidFill>
            <a:schemeClr val="tx1"/>
          </a:solidFill>
          <a:latin typeface="Oracle Sans" panose="020B0503020204020204" pitchFamily="34" charset="0"/>
          <a:ea typeface="+mn-ea"/>
          <a:cs typeface="Oracle Sans" panose="020B0503020204020204" pitchFamily="34" charset="0"/>
        </a:defRPr>
      </a:lvl3pPr>
      <a:lvl4pPr marL="730250" marR="0" indent="-182563" algn="l" defTabSz="914400" rtl="0" eaLnBrk="1" fontAlgn="auto" latinLnBrk="0" hangingPunct="1">
        <a:lnSpc>
          <a:spcPct val="95000"/>
        </a:lnSpc>
        <a:spcBef>
          <a:spcPts val="400"/>
        </a:spcBef>
        <a:spcAft>
          <a:spcPts val="0"/>
        </a:spcAft>
        <a:buClrTx/>
        <a:buSzPct val="100000"/>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4pPr>
      <a:lvl5pPr marL="914400" marR="0" indent="-182880" algn="l" defTabSz="914400" rtl="0" eaLnBrk="1" fontAlgn="auto" latinLnBrk="0" hangingPunct="1">
        <a:lnSpc>
          <a:spcPct val="95000"/>
        </a:lnSpc>
        <a:spcBef>
          <a:spcPts val="400"/>
        </a:spcBef>
        <a:spcAft>
          <a:spcPts val="0"/>
        </a:spcAft>
        <a:buClrTx/>
        <a:buSzTx/>
        <a:buFont typeface="System Font Regular"/>
        <a:buChar char="-"/>
        <a:tabLst/>
        <a:defRPr sz="1600" b="0" i="0" kern="1200">
          <a:solidFill>
            <a:schemeClr val="tx1"/>
          </a:solidFill>
          <a:latin typeface="Oracle Sans" panose="020B0503020204020204" pitchFamily="34" charset="0"/>
          <a:ea typeface="+mn-ea"/>
          <a:cs typeface="Oracle Sans" panose="020B0503020204020204" pitchFamily="34" charset="0"/>
        </a:defRPr>
      </a:lvl5pPr>
      <a:lvl6pPr marL="1097280" indent="-182880" algn="l" defTabSz="914400" rtl="0" eaLnBrk="1" latinLnBrk="0" hangingPunct="1">
        <a:lnSpc>
          <a:spcPct val="95000"/>
        </a:lnSpc>
        <a:spcBef>
          <a:spcPts val="400"/>
        </a:spcBef>
        <a:spcAft>
          <a:spcPts val="0"/>
        </a:spcAft>
        <a:buSzPct val="100000"/>
        <a:buFont typeface="Arial" panose="020B0604020202020204" pitchFamily="34" charset="0"/>
        <a:buChar char="•"/>
        <a:defRPr sz="1600" b="0" i="0" kern="1200">
          <a:solidFill>
            <a:schemeClr val="tx1"/>
          </a:solidFill>
          <a:latin typeface="Oracle Sans" panose="020B0503020204020204" pitchFamily="34" charset="0"/>
          <a:ea typeface="+mn-ea"/>
          <a:cs typeface="Oracle Sans" panose="020B0503020204020204" pitchFamily="34" charset="0"/>
        </a:defRPr>
      </a:lvl6pPr>
      <a:lvl7pPr marL="1280160" indent="-182880" algn="l" defTabSz="914400" rtl="0" eaLnBrk="1" latinLnBrk="0" hangingPunct="1">
        <a:lnSpc>
          <a:spcPct val="95000"/>
        </a:lnSpc>
        <a:spcBef>
          <a:spcPts val="400"/>
        </a:spcBef>
        <a:spcAft>
          <a:spcPts val="0"/>
        </a:spcAft>
        <a:buFont typeface="System Font Regular"/>
        <a:buChar char="-"/>
        <a:defRPr sz="1600" b="0" i="0" kern="1200">
          <a:solidFill>
            <a:schemeClr val="tx1"/>
          </a:solidFill>
          <a:latin typeface="Oracle Sans" panose="020B0503020204020204" pitchFamily="34" charset="0"/>
          <a:ea typeface="+mn-ea"/>
          <a:cs typeface="Oracle Sans" panose="020B0503020204020204" pitchFamily="34" charset="0"/>
        </a:defRPr>
      </a:lvl7pPr>
      <a:lvl8pPr marL="1604963" indent="-203200" algn="l" defTabSz="914400" rtl="0" eaLnBrk="1" latinLnBrk="0" hangingPunct="1">
        <a:lnSpc>
          <a:spcPct val="90000"/>
        </a:lnSpc>
        <a:spcBef>
          <a:spcPts val="500"/>
        </a:spcBef>
        <a:buFont typeface="Arial" panose="020B0604020202020204" pitchFamily="34" charset="0"/>
        <a:buChar char="•"/>
        <a:tabLst/>
        <a:defRPr sz="1600" b="0" i="0" kern="1200">
          <a:solidFill>
            <a:schemeClr val="tx1"/>
          </a:solidFill>
          <a:latin typeface="Oracle Sans" panose="020B0503020204020204" pitchFamily="34" charset="0"/>
          <a:ea typeface="+mn-ea"/>
          <a:cs typeface="Oracle Sans" panose="020B0503020204020204" pitchFamily="34" charset="0"/>
        </a:defRPr>
      </a:lvl8pPr>
      <a:lvl9pPr marL="1889125" indent="-203200" algn="l" defTabSz="914400" rtl="0" eaLnBrk="1" latinLnBrk="0" hangingPunct="1">
        <a:lnSpc>
          <a:spcPct val="90000"/>
        </a:lnSpc>
        <a:spcBef>
          <a:spcPts val="500"/>
        </a:spcBef>
        <a:buFont typeface="System Font Regular"/>
        <a:buChar char="-"/>
        <a:tabLst/>
        <a:defRPr sz="1600" b="0" i="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1008">
          <p15:clr>
            <a:srgbClr val="5ACBF0"/>
          </p15:clr>
        </p15:guide>
        <p15:guide id="4" orient="horz" pos="3852">
          <p15:clr>
            <a:srgbClr val="F26B43"/>
          </p15:clr>
        </p15:guide>
        <p15:guide id="5" pos="480">
          <p15:clr>
            <a:srgbClr val="F26B43"/>
          </p15:clr>
        </p15:guide>
        <p15:guide id="6" orient="horz" pos="795">
          <p15:clr>
            <a:srgbClr val="F26B43"/>
          </p15:clr>
        </p15:guide>
        <p15:guide id="7" orient="horz" pos="590">
          <p15:clr>
            <a:srgbClr val="F26B43"/>
          </p15:clr>
        </p15:guide>
        <p15:guide id="8" pos="721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jpeg"/><Relationship Id="rId2" Type="http://schemas.openxmlformats.org/officeDocument/2006/relationships/notesSlide" Target="../notesSlides/notesSlide4.xml"/><Relationship Id="rId1" Type="http://schemas.openxmlformats.org/officeDocument/2006/relationships/slideLayout" Target="../slideLayouts/slideLayout64.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6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6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6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6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6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xml"/><Relationship Id="rId1" Type="http://schemas.openxmlformats.org/officeDocument/2006/relationships/slideLayout" Target="../slideLayouts/slideLayout6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xml"/><Relationship Id="rId1" Type="http://schemas.openxmlformats.org/officeDocument/2006/relationships/slideLayout" Target="../slideLayouts/slideLayout9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slide1.xml><?xml version="1.0" encoding="utf-8"?>
<p:sld xmlns:a="http://schemas.openxmlformats.org/drawingml/2006/main" xmlns:r="http://schemas.openxmlformats.org/officeDocument/2006/relationships" xmlns:p="http://schemas.openxmlformats.org/presentationml/2006/main" show="0">
  <p:cSld>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007CFF-423C-53A0-2D26-2E39D3CC5F30}"/>
              </a:ext>
            </a:extLst>
          </p:cNvPr>
          <p:cNvSpPr>
            <a:spLocks noGrp="1"/>
          </p:cNvSpPr>
          <p:nvPr>
            <p:ph type="title"/>
          </p:nvPr>
        </p:nvSpPr>
        <p:spPr/>
        <p:txBody>
          <a:bodyPr/>
          <a:lstStyle/>
          <a:p>
            <a:r>
              <a:rPr lang="en-US" dirty="0"/>
              <a:t>THIS DECK IS ONLY FOR INTERNAL USE</a:t>
            </a:r>
          </a:p>
        </p:txBody>
      </p:sp>
      <p:sp>
        <p:nvSpPr>
          <p:cNvPr id="9" name="Content Placeholder 8">
            <a:extLst>
              <a:ext uri="{FF2B5EF4-FFF2-40B4-BE49-F238E27FC236}">
                <a16:creationId xmlns:a16="http://schemas.microsoft.com/office/drawing/2014/main" id="{E182554C-7F22-9E9F-A2AB-12821431CEF4}"/>
              </a:ext>
            </a:extLst>
          </p:cNvPr>
          <p:cNvSpPr>
            <a:spLocks noGrp="1"/>
          </p:cNvSpPr>
          <p:nvPr>
            <p:ph sz="quarter" idx="14"/>
          </p:nvPr>
        </p:nvSpPr>
        <p:spPr/>
        <p:txBody>
          <a:bodyPr/>
          <a:lstStyle/>
          <a:p>
            <a:r>
              <a:rPr lang="en-US" sz="4000" b="1" dirty="0"/>
              <a:t>Internal use only:</a:t>
            </a:r>
            <a:r>
              <a:rPr lang="en-US" sz="4000" dirty="0"/>
              <a:t> This deck is intended solely for Oracle Speakers Bureau onboarding and internal enablement. While it is aligned with current Central Marketing messaging, it is not authoritative, Marketing-approved external content and must not be shared, presented, or used in customer-facing presentations.</a:t>
            </a:r>
          </a:p>
        </p:txBody>
      </p:sp>
      <p:sp>
        <p:nvSpPr>
          <p:cNvPr id="6" name="Slide Number Placeholder 5">
            <a:extLst>
              <a:ext uri="{FF2B5EF4-FFF2-40B4-BE49-F238E27FC236}">
                <a16:creationId xmlns:a16="http://schemas.microsoft.com/office/drawing/2014/main" id="{B0B00C98-15A2-D856-0E72-80817A9C1BD7}"/>
              </a:ext>
            </a:extLst>
          </p:cNvPr>
          <p:cNvSpPr>
            <a:spLocks noGrp="1"/>
          </p:cNvSpPr>
          <p:nvPr>
            <p:ph type="sldNum" sz="quarter" idx="4"/>
          </p:nvPr>
        </p:nvSpPr>
        <p:spPr/>
        <p:txBody>
          <a:bodyPr/>
          <a:lstStyle/>
          <a:p>
            <a:fld id="{345D60D9-5372-5F40-9443-0F9AE5BDC3C8}" type="slidenum">
              <a:rPr lang="en-US" smtClean="0"/>
              <a:pPr/>
              <a:t>1</a:t>
            </a:fld>
            <a:endParaRPr lang="en-US" dirty="0"/>
          </a:p>
        </p:txBody>
      </p:sp>
      <p:sp>
        <p:nvSpPr>
          <p:cNvPr id="7" name="Footer Placeholder 6">
            <a:extLst>
              <a:ext uri="{FF2B5EF4-FFF2-40B4-BE49-F238E27FC236}">
                <a16:creationId xmlns:a16="http://schemas.microsoft.com/office/drawing/2014/main" id="{F6AF2A19-B45B-A671-D1CC-8C450A13A9BA}"/>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Tree>
    <p:extLst>
      <p:ext uri="{BB962C8B-B14F-4D97-AF65-F5344CB8AC3E}">
        <p14:creationId xmlns:p14="http://schemas.microsoft.com/office/powerpoint/2010/main" val="38962542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4651-D013-627E-1AC5-0D7E5D54593A}"/>
              </a:ext>
            </a:extLst>
          </p:cNvPr>
          <p:cNvSpPr>
            <a:spLocks noGrp="1"/>
          </p:cNvSpPr>
          <p:nvPr>
            <p:ph type="ctrTitle"/>
          </p:nvPr>
        </p:nvSpPr>
        <p:spPr>
          <a:xfrm>
            <a:off x="792537" y="2148840"/>
            <a:ext cx="6805691" cy="1280160"/>
          </a:xfrm>
        </p:spPr>
        <p:txBody>
          <a:bodyPr/>
          <a:lstStyle/>
          <a:p>
            <a:r>
              <a:rPr lang="en-US" dirty="0"/>
              <a:t>The One Oracle Advantage</a:t>
            </a:r>
          </a:p>
        </p:txBody>
      </p:sp>
      <p:sp>
        <p:nvSpPr>
          <p:cNvPr id="3" name="Text Placeholder 2">
            <a:extLst>
              <a:ext uri="{FF2B5EF4-FFF2-40B4-BE49-F238E27FC236}">
                <a16:creationId xmlns:a16="http://schemas.microsoft.com/office/drawing/2014/main" id="{6BD9D762-1700-3F83-2C87-20BF0EA81B1E}"/>
              </a:ext>
            </a:extLst>
          </p:cNvPr>
          <p:cNvSpPr>
            <a:spLocks noGrp="1"/>
          </p:cNvSpPr>
          <p:nvPr>
            <p:ph type="body" sz="quarter" idx="33"/>
          </p:nvPr>
        </p:nvSpPr>
        <p:spPr>
          <a:xfrm>
            <a:off x="792538" y="3519553"/>
            <a:ext cx="7320948" cy="341247"/>
          </a:xfrm>
        </p:spPr>
        <p:txBody>
          <a:bodyPr/>
          <a:lstStyle/>
          <a:p>
            <a:r>
              <a:rPr lang="en-US" dirty="0"/>
              <a:t>How customers can benefit from the Oracle portfolio</a:t>
            </a:r>
          </a:p>
        </p:txBody>
      </p:sp>
      <p:sp>
        <p:nvSpPr>
          <p:cNvPr id="4" name="Text Placeholder 3">
            <a:extLst>
              <a:ext uri="{FF2B5EF4-FFF2-40B4-BE49-F238E27FC236}">
                <a16:creationId xmlns:a16="http://schemas.microsoft.com/office/drawing/2014/main" id="{834D68F0-352D-ADBF-8603-DAAFC84BFAAB}"/>
              </a:ext>
            </a:extLst>
          </p:cNvPr>
          <p:cNvSpPr>
            <a:spLocks noGrp="1"/>
          </p:cNvSpPr>
          <p:nvPr>
            <p:ph type="body" sz="quarter" idx="35"/>
          </p:nvPr>
        </p:nvSpPr>
        <p:spPr/>
        <p:txBody>
          <a:bodyPr/>
          <a:lstStyle/>
          <a:p>
            <a:endParaRPr lang="en-US"/>
          </a:p>
        </p:txBody>
      </p:sp>
      <p:sp>
        <p:nvSpPr>
          <p:cNvPr id="5" name="Text Placeholder 4">
            <a:extLst>
              <a:ext uri="{FF2B5EF4-FFF2-40B4-BE49-F238E27FC236}">
                <a16:creationId xmlns:a16="http://schemas.microsoft.com/office/drawing/2014/main" id="{3640720C-8893-5FF6-F56A-619D3106866D}"/>
              </a:ext>
            </a:extLst>
          </p:cNvPr>
          <p:cNvSpPr>
            <a:spLocks noGrp="1"/>
          </p:cNvSpPr>
          <p:nvPr>
            <p:ph type="body" sz="quarter" idx="34"/>
          </p:nvPr>
        </p:nvSpPr>
        <p:spPr/>
        <p:txBody>
          <a:bodyPr/>
          <a:lstStyle/>
          <a:p>
            <a:endParaRPr lang="en-US"/>
          </a:p>
        </p:txBody>
      </p:sp>
    </p:spTree>
    <p:extLst>
      <p:ext uri="{BB962C8B-B14F-4D97-AF65-F5344CB8AC3E}">
        <p14:creationId xmlns:p14="http://schemas.microsoft.com/office/powerpoint/2010/main" val="1748065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11052F-7DC3-78CE-7A4C-12F2EC8C5AEC}"/>
              </a:ext>
            </a:extLst>
          </p:cNvPr>
          <p:cNvSpPr>
            <a:spLocks noGrp="1"/>
          </p:cNvSpPr>
          <p:nvPr>
            <p:ph type="title"/>
          </p:nvPr>
        </p:nvSpPr>
        <p:spPr/>
        <p:txBody>
          <a:bodyPr/>
          <a:lstStyle/>
          <a:p>
            <a:r>
              <a:rPr lang="en-US" dirty="0"/>
              <a:t>What We Will Cover</a:t>
            </a:r>
            <a:br>
              <a:rPr lang="en-US" dirty="0"/>
            </a:br>
            <a:endParaRPr lang="en-US" dirty="0"/>
          </a:p>
        </p:txBody>
      </p:sp>
      <p:graphicFrame>
        <p:nvGraphicFramePr>
          <p:cNvPr id="9" name="Content Placeholder 8">
            <a:extLst>
              <a:ext uri="{FF2B5EF4-FFF2-40B4-BE49-F238E27FC236}">
                <a16:creationId xmlns:a16="http://schemas.microsoft.com/office/drawing/2014/main" id="{24BD092E-E01D-4D2D-B027-FABED3A42C9A}"/>
              </a:ext>
            </a:extLst>
          </p:cNvPr>
          <p:cNvGraphicFramePr>
            <a:graphicFrameLocks noGrp="1"/>
          </p:cNvGraphicFramePr>
          <p:nvPr>
            <p:ph sz="quarter" idx="4294967295"/>
            <p:extLst>
              <p:ext uri="{D42A27DB-BD31-4B8C-83A1-F6EECF244321}">
                <p14:modId xmlns:p14="http://schemas.microsoft.com/office/powerpoint/2010/main" val="1326728973"/>
              </p:ext>
            </p:extLst>
          </p:nvPr>
        </p:nvGraphicFramePr>
        <p:xfrm>
          <a:off x="1052285" y="1991407"/>
          <a:ext cx="8839201" cy="3711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A5B25BA1-9BAC-0BA7-70DD-2BD1897AFC46}"/>
              </a:ext>
            </a:extLst>
          </p:cNvPr>
          <p:cNvSpPr>
            <a:spLocks noGrp="1"/>
          </p:cNvSpPr>
          <p:nvPr>
            <p:ph type="ftr" sz="quarter" idx="16"/>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975C2BBE-087D-58F5-56DB-13FFFF0D9DDB}"/>
              </a:ext>
            </a:extLst>
          </p:cNvPr>
          <p:cNvSpPr>
            <a:spLocks noGrp="1"/>
          </p:cNvSpPr>
          <p:nvPr>
            <p:ph type="sldNum" sz="quarter" idx="17"/>
          </p:nvPr>
        </p:nvSpPr>
        <p:spPr/>
        <p:txBody>
          <a:bodyPr/>
          <a:lstStyle/>
          <a:p>
            <a:fld id="{345D60D9-5372-5F40-9443-0F9AE5BDC3C8}" type="slidenum">
              <a:rPr lang="en-US" smtClean="0"/>
              <a:pPr/>
              <a:t>3</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graphicEl>
                                              <a:dgm id="{8D91ACF6-1C0B-EC4A-93D8-6A405B68FD80}"/>
                                            </p:graphicEl>
                                          </p:spTgt>
                                        </p:tgtEl>
                                        <p:attrNameLst>
                                          <p:attrName>style.visibility</p:attrName>
                                        </p:attrNameLst>
                                      </p:cBhvr>
                                      <p:to>
                                        <p:strVal val="visible"/>
                                      </p:to>
                                    </p:set>
                                    <p:animEffect transition="in" filter="fade">
                                      <p:cBhvr>
                                        <p:cTn id="7" dur="500"/>
                                        <p:tgtEl>
                                          <p:spTgt spid="9">
                                            <p:graphicEl>
                                              <a:dgm id="{8D91ACF6-1C0B-EC4A-93D8-6A405B68FD80}"/>
                                            </p:graphic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graphicEl>
                                              <a:dgm id="{2C1E8E96-C7E4-D54D-8A4E-7D68FA35A3DB}"/>
                                            </p:graphicEl>
                                          </p:spTgt>
                                        </p:tgtEl>
                                        <p:attrNameLst>
                                          <p:attrName>style.visibility</p:attrName>
                                        </p:attrNameLst>
                                      </p:cBhvr>
                                      <p:to>
                                        <p:strVal val="visible"/>
                                      </p:to>
                                    </p:set>
                                    <p:animEffect transition="in" filter="fade">
                                      <p:cBhvr>
                                        <p:cTn id="11" dur="500"/>
                                        <p:tgtEl>
                                          <p:spTgt spid="9">
                                            <p:graphicEl>
                                              <a:dgm id="{2C1E8E96-C7E4-D54D-8A4E-7D68FA35A3DB}"/>
                                            </p:graphic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graphicEl>
                                              <a:dgm id="{243F339F-355E-6E48-9FEC-1426426CB070}"/>
                                            </p:graphicEl>
                                          </p:spTgt>
                                        </p:tgtEl>
                                        <p:attrNameLst>
                                          <p:attrName>style.visibility</p:attrName>
                                        </p:attrNameLst>
                                      </p:cBhvr>
                                      <p:to>
                                        <p:strVal val="visible"/>
                                      </p:to>
                                    </p:set>
                                    <p:animEffect transition="in" filter="fade">
                                      <p:cBhvr>
                                        <p:cTn id="16" dur="500"/>
                                        <p:tgtEl>
                                          <p:spTgt spid="9">
                                            <p:graphicEl>
                                              <a:dgm id="{243F339F-355E-6E48-9FEC-1426426CB070}"/>
                                            </p:graphic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9">
                                            <p:graphicEl>
                                              <a:dgm id="{AE1A8688-BC29-C742-9012-FFC1EBF31B7C}"/>
                                            </p:graphicEl>
                                          </p:spTgt>
                                        </p:tgtEl>
                                        <p:attrNameLst>
                                          <p:attrName>style.visibility</p:attrName>
                                        </p:attrNameLst>
                                      </p:cBhvr>
                                      <p:to>
                                        <p:strVal val="visible"/>
                                      </p:to>
                                    </p:set>
                                    <p:animEffect transition="in" filter="fade">
                                      <p:cBhvr>
                                        <p:cTn id="20" dur="500"/>
                                        <p:tgtEl>
                                          <p:spTgt spid="9">
                                            <p:graphicEl>
                                              <a:dgm id="{AE1A8688-BC29-C742-9012-FFC1EBF31B7C}"/>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graphicEl>
                                              <a:dgm id="{435F307D-F0BD-E248-8AF7-0614B7072F2E}"/>
                                            </p:graphicEl>
                                          </p:spTgt>
                                        </p:tgtEl>
                                        <p:attrNameLst>
                                          <p:attrName>style.visibility</p:attrName>
                                        </p:attrNameLst>
                                      </p:cBhvr>
                                      <p:to>
                                        <p:strVal val="visible"/>
                                      </p:to>
                                    </p:set>
                                    <p:animEffect transition="in" filter="fade">
                                      <p:cBhvr>
                                        <p:cTn id="25" dur="500"/>
                                        <p:tgtEl>
                                          <p:spTgt spid="9">
                                            <p:graphicEl>
                                              <a:dgm id="{435F307D-F0BD-E248-8AF7-0614B7072F2E}"/>
                                            </p:graphicEl>
                                          </p:spTgt>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9">
                                            <p:graphicEl>
                                              <a:dgm id="{67210931-9241-BB47-82D5-C8004DC8253E}"/>
                                            </p:graphicEl>
                                          </p:spTgt>
                                        </p:tgtEl>
                                        <p:attrNameLst>
                                          <p:attrName>style.visibility</p:attrName>
                                        </p:attrNameLst>
                                      </p:cBhvr>
                                      <p:to>
                                        <p:strVal val="visible"/>
                                      </p:to>
                                    </p:set>
                                    <p:animEffect transition="in" filter="fade">
                                      <p:cBhvr>
                                        <p:cTn id="29" dur="500"/>
                                        <p:tgtEl>
                                          <p:spTgt spid="9">
                                            <p:graphicEl>
                                              <a:dgm id="{67210931-9241-BB47-82D5-C8004DC8253E}"/>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
                                            <p:graphicEl>
                                              <a:dgm id="{26F5C89B-B5D3-B348-B67B-540145C617F7}"/>
                                            </p:graphicEl>
                                          </p:spTgt>
                                        </p:tgtEl>
                                        <p:attrNameLst>
                                          <p:attrName>style.visibility</p:attrName>
                                        </p:attrNameLst>
                                      </p:cBhvr>
                                      <p:to>
                                        <p:strVal val="visible"/>
                                      </p:to>
                                    </p:set>
                                    <p:animEffect transition="in" filter="fade">
                                      <p:cBhvr>
                                        <p:cTn id="34" dur="500"/>
                                        <p:tgtEl>
                                          <p:spTgt spid="9">
                                            <p:graphicEl>
                                              <a:dgm id="{26F5C89B-B5D3-B348-B67B-540145C617F7}"/>
                                            </p:graphicEl>
                                          </p:spTgt>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9">
                                            <p:graphicEl>
                                              <a:dgm id="{5C846370-8D46-5549-9889-F9AE73425EE7}"/>
                                            </p:graphicEl>
                                          </p:spTgt>
                                        </p:tgtEl>
                                        <p:attrNameLst>
                                          <p:attrName>style.visibility</p:attrName>
                                        </p:attrNameLst>
                                      </p:cBhvr>
                                      <p:to>
                                        <p:strVal val="visible"/>
                                      </p:to>
                                    </p:set>
                                    <p:animEffect transition="in" filter="fade">
                                      <p:cBhvr>
                                        <p:cTn id="38" dur="500"/>
                                        <p:tgtEl>
                                          <p:spTgt spid="9">
                                            <p:graphicEl>
                                              <a:dgm id="{5C846370-8D46-5549-9889-F9AE73425EE7}"/>
                                            </p:graphic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graphicEl>
                                              <a:dgm id="{27BC20E8-8DEE-CC49-8325-DBF43554E126}"/>
                                            </p:graphicEl>
                                          </p:spTgt>
                                        </p:tgtEl>
                                        <p:attrNameLst>
                                          <p:attrName>style.visibility</p:attrName>
                                        </p:attrNameLst>
                                      </p:cBhvr>
                                      <p:to>
                                        <p:strVal val="visible"/>
                                      </p:to>
                                    </p:set>
                                    <p:animEffect transition="in" filter="fade">
                                      <p:cBhvr>
                                        <p:cTn id="43" dur="500"/>
                                        <p:tgtEl>
                                          <p:spTgt spid="9">
                                            <p:graphicEl>
                                              <a:dgm id="{27BC20E8-8DEE-CC49-8325-DBF43554E126}"/>
                                            </p:graphicEl>
                                          </p:spTgt>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9">
                                            <p:graphicEl>
                                              <a:dgm id="{1B6C768B-3AB9-994D-B6C3-DF22863EC554}"/>
                                            </p:graphicEl>
                                          </p:spTgt>
                                        </p:tgtEl>
                                        <p:attrNameLst>
                                          <p:attrName>style.visibility</p:attrName>
                                        </p:attrNameLst>
                                      </p:cBhvr>
                                      <p:to>
                                        <p:strVal val="visible"/>
                                      </p:to>
                                    </p:set>
                                    <p:animEffect transition="in" filter="fade">
                                      <p:cBhvr>
                                        <p:cTn id="47" dur="500"/>
                                        <p:tgtEl>
                                          <p:spTgt spid="9">
                                            <p:graphicEl>
                                              <a:dgm id="{1B6C768B-3AB9-994D-B6C3-DF22863EC554}"/>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uiExpand="1">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DB5B44-E5E3-BB6F-FC40-42C296D32EE8}"/>
              </a:ext>
            </a:extLst>
          </p:cNvPr>
          <p:cNvSpPr>
            <a:spLocks noGrp="1"/>
          </p:cNvSpPr>
          <p:nvPr>
            <p:ph type="title"/>
          </p:nvPr>
        </p:nvSpPr>
        <p:spPr>
          <a:xfrm>
            <a:off x="5503615" y="2453519"/>
            <a:ext cx="6020298" cy="1384995"/>
          </a:xfrm>
        </p:spPr>
        <p:txBody>
          <a:bodyPr/>
          <a:lstStyle/>
          <a:p>
            <a:r>
              <a:rPr lang="en-US" dirty="0"/>
              <a:t>What We Hear From Customers</a:t>
            </a:r>
            <a:br>
              <a:rPr lang="en-US" dirty="0"/>
            </a:br>
            <a:endParaRPr lang="en-US" dirty="0"/>
          </a:p>
        </p:txBody>
      </p:sp>
      <p:pic>
        <p:nvPicPr>
          <p:cNvPr id="2" name="Picture Placeholder 1" descr="group of people">
            <a:extLst>
              <a:ext uri="{FF2B5EF4-FFF2-40B4-BE49-F238E27FC236}">
                <a16:creationId xmlns:a16="http://schemas.microsoft.com/office/drawing/2014/main" id="{C6CC0132-C450-47DB-BC94-0F795A46B35A}"/>
              </a:ext>
            </a:extLst>
          </p:cNvPr>
          <p:cNvPicPr>
            <a:picLocks noGrp="1" noChangeAspect="1"/>
          </p:cNvPicPr>
          <p:nvPr>
            <p:ph type="pic" sz="quarter" idx="47"/>
          </p:nvPr>
        </p:nvPicPr>
        <p:blipFill>
          <a:blip r:embed="rId3" cstate="screen">
            <a:extLst>
              <a:ext uri="{28A0092B-C50C-407E-A947-70E740481C1C}">
                <a14:useLocalDpi xmlns:a14="http://schemas.microsoft.com/office/drawing/2010/main"/>
              </a:ext>
            </a:extLst>
          </a:blip>
          <a:srcRect/>
          <a:stretch/>
        </p:blipFill>
        <p:spPr>
          <a:custGeom>
            <a:avLst/>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p:spPr>
      </p:pic>
      <p:sp>
        <p:nvSpPr>
          <p:cNvPr id="5" name="Content Placeholder 4">
            <a:extLst>
              <a:ext uri="{FF2B5EF4-FFF2-40B4-BE49-F238E27FC236}">
                <a16:creationId xmlns:a16="http://schemas.microsoft.com/office/drawing/2014/main" id="{C1CB63FE-03DD-92E4-9DBC-E75ED21B722D}"/>
              </a:ext>
            </a:extLst>
          </p:cNvPr>
          <p:cNvSpPr>
            <a:spLocks noGrp="1"/>
          </p:cNvSpPr>
          <p:nvPr>
            <p:ph sz="quarter" idx="48"/>
          </p:nvPr>
        </p:nvSpPr>
        <p:spPr>
          <a:xfrm>
            <a:off x="3754177" y="4165072"/>
            <a:ext cx="7182337" cy="1626664"/>
          </a:xfrm>
        </p:spPr>
        <p:txBody>
          <a:bodyPr wrap="square">
            <a:spAutoFit/>
          </a:bodyPr>
          <a:lstStyle/>
          <a:p>
            <a:pPr marL="285750" indent="-285750" algn="r">
              <a:buClr>
                <a:schemeClr val="accent4"/>
              </a:buClr>
              <a:buFont typeface="Wingdings" pitchFamily="2" charset="2"/>
              <a:buChar char="v"/>
            </a:pPr>
            <a:r>
              <a:rPr lang="en-US" sz="1800" dirty="0"/>
              <a:t>Use AI where it improves real work.</a:t>
            </a:r>
          </a:p>
          <a:p>
            <a:pPr marL="285750" indent="-285750" algn="r">
              <a:buClr>
                <a:schemeClr val="accent4"/>
              </a:buClr>
              <a:buFont typeface="Wingdings" pitchFamily="2" charset="2"/>
              <a:buChar char="v"/>
            </a:pPr>
            <a:r>
              <a:rPr lang="en-US" sz="1800" dirty="0"/>
              <a:t>Earn trust through credible execution.</a:t>
            </a:r>
          </a:p>
          <a:p>
            <a:pPr marL="285750" indent="-285750" algn="r">
              <a:buClr>
                <a:schemeClr val="accent4"/>
              </a:buClr>
              <a:buFont typeface="Wingdings" pitchFamily="2" charset="2"/>
              <a:buChar char="v"/>
            </a:pPr>
            <a:r>
              <a:rPr lang="en-US" sz="1800" dirty="0"/>
              <a:t>Help our teams execute across functions.</a:t>
            </a:r>
          </a:p>
          <a:p>
            <a:pPr marL="285750" indent="-285750" algn="r">
              <a:buClr>
                <a:schemeClr val="accent4"/>
              </a:buClr>
              <a:buFont typeface="Wingdings" pitchFamily="2" charset="2"/>
              <a:buChar char="v"/>
            </a:pPr>
            <a:r>
              <a:rPr lang="en-US" sz="1800" dirty="0"/>
              <a:t>Keep systems open to our broader environment.</a:t>
            </a:r>
          </a:p>
          <a:p>
            <a:pPr marL="285750" indent="-285750" algn="r">
              <a:buClr>
                <a:schemeClr val="accent4"/>
              </a:buClr>
              <a:buFont typeface="Wingdings" pitchFamily="2" charset="2"/>
              <a:buChar char="v"/>
            </a:pPr>
            <a:r>
              <a:rPr lang="en-US" sz="1800" dirty="0"/>
              <a:t>Connect business processes, data, and technology decisions.</a:t>
            </a:r>
          </a:p>
        </p:txBody>
      </p:sp>
      <p:sp>
        <p:nvSpPr>
          <p:cNvPr id="3" name="Footer Placeholder 2">
            <a:extLst>
              <a:ext uri="{FF2B5EF4-FFF2-40B4-BE49-F238E27FC236}">
                <a16:creationId xmlns:a16="http://schemas.microsoft.com/office/drawing/2014/main" id="{BA1F184E-B0D0-DEAA-BD21-CEDAAB944EBF}"/>
              </a:ext>
            </a:extLst>
          </p:cNvPr>
          <p:cNvSpPr>
            <a:spLocks noGrp="1"/>
          </p:cNvSpPr>
          <p:nvPr>
            <p:ph type="ftr" sz="quarter" idx="44"/>
          </p:nvPr>
        </p:nvSpPr>
        <p:spPr/>
        <p:txBody>
          <a:bodyPr/>
          <a:lstStyle/>
          <a:p>
            <a:r>
              <a:rPr lang="en-US"/>
              <a:t>Copyright © 2026,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F344BDB3-EE99-37B8-CE5C-C771EF0AC096}"/>
              </a:ext>
            </a:extLst>
          </p:cNvPr>
          <p:cNvSpPr>
            <a:spLocks noGrp="1"/>
          </p:cNvSpPr>
          <p:nvPr>
            <p:ph type="sldNum" sz="quarter" idx="45"/>
          </p:nvPr>
        </p:nvSpPr>
        <p:spPr/>
        <p:txBody>
          <a:bodyPr/>
          <a:lstStyle/>
          <a:p>
            <a:fld id="{345D60D9-5372-5F40-9443-0F9AE5BDC3C8}" type="slidenum">
              <a:rPr lang="en-US" smtClean="0"/>
              <a:pPr/>
              <a:t>4</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70E739-91D5-EDA6-A035-47BDF21A4106}"/>
              </a:ext>
            </a:extLst>
          </p:cNvPr>
          <p:cNvSpPr>
            <a:spLocks noGrp="1"/>
          </p:cNvSpPr>
          <p:nvPr>
            <p:ph type="title"/>
          </p:nvPr>
        </p:nvSpPr>
        <p:spPr>
          <a:xfrm>
            <a:off x="768875" y="182403"/>
            <a:ext cx="10671048" cy="822960"/>
          </a:xfrm>
        </p:spPr>
        <p:txBody>
          <a:bodyPr/>
          <a:lstStyle/>
          <a:p>
            <a:r>
              <a:rPr lang="en-US" dirty="0"/>
              <a:t>Why Enterprise Outcomes Are Hard to Deliver</a:t>
            </a:r>
            <a:br>
              <a:rPr lang="en-US" dirty="0"/>
            </a:br>
            <a:endParaRPr lang="en-US" dirty="0"/>
          </a:p>
        </p:txBody>
      </p:sp>
      <p:grpSp>
        <p:nvGrpSpPr>
          <p:cNvPr id="28" name="Group 27">
            <a:extLst>
              <a:ext uri="{FF2B5EF4-FFF2-40B4-BE49-F238E27FC236}">
                <a16:creationId xmlns:a16="http://schemas.microsoft.com/office/drawing/2014/main" id="{7FD0A15B-1A51-9211-CF8C-865311EA30B3}"/>
              </a:ext>
            </a:extLst>
          </p:cNvPr>
          <p:cNvGrpSpPr/>
          <p:nvPr/>
        </p:nvGrpSpPr>
        <p:grpSpPr>
          <a:xfrm>
            <a:off x="2569646" y="4414856"/>
            <a:ext cx="1972958" cy="1693843"/>
            <a:chOff x="2569646" y="4414856"/>
            <a:chExt cx="1972958" cy="1693843"/>
          </a:xfrm>
        </p:grpSpPr>
        <p:sp>
          <p:nvSpPr>
            <p:cNvPr id="6" name="Freeform 5">
              <a:extLst>
                <a:ext uri="{FF2B5EF4-FFF2-40B4-BE49-F238E27FC236}">
                  <a16:creationId xmlns:a16="http://schemas.microsoft.com/office/drawing/2014/main" id="{21B7E81B-1FB2-135C-3848-EA88CFB1E53E}"/>
                </a:ext>
              </a:extLst>
            </p:cNvPr>
            <p:cNvSpPr/>
            <p:nvPr/>
          </p:nvSpPr>
          <p:spPr>
            <a:xfrm>
              <a:off x="2569646" y="4414856"/>
              <a:ext cx="1972958" cy="1693843"/>
            </a:xfrm>
            <a:custGeom>
              <a:avLst/>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05567" tIns="281388" rIns="305567" bIns="281388" numCol="1" spcCol="1270" anchor="ctr" anchorCtr="0">
              <a:noAutofit/>
            </a:bodyPr>
            <a:lstStyle/>
            <a:p>
              <a:pPr marL="0" lvl="0" indent="0" algn="ctr" defTabSz="666750">
                <a:lnSpc>
                  <a:spcPct val="90000"/>
                </a:lnSpc>
                <a:spcBef>
                  <a:spcPct val="0"/>
                </a:spcBef>
                <a:spcAft>
                  <a:spcPct val="35000"/>
                </a:spcAft>
                <a:buNone/>
              </a:pPr>
              <a:r>
                <a:rPr lang="en-US" sz="1500" b="0" i="0" kern="1200" dirty="0"/>
                <a:t>Business priorities cross teams, systems, and data sources.</a:t>
              </a:r>
              <a:endParaRPr lang="en-US" sz="1500" kern="1200" dirty="0"/>
            </a:p>
          </p:txBody>
        </p:sp>
        <p:sp>
          <p:nvSpPr>
            <p:cNvPr id="7" name="Hexagon 6">
              <a:extLst>
                <a:ext uri="{FF2B5EF4-FFF2-40B4-BE49-F238E27FC236}">
                  <a16:creationId xmlns:a16="http://schemas.microsoft.com/office/drawing/2014/main" id="{24C9F842-CDC4-0576-6C48-B86E42EEFB26}"/>
                </a:ext>
              </a:extLst>
            </p:cNvPr>
            <p:cNvSpPr/>
            <p:nvPr/>
          </p:nvSpPr>
          <p:spPr>
            <a:xfrm>
              <a:off x="2616721" y="5172284"/>
              <a:ext cx="230143" cy="198374"/>
            </a:xfrm>
            <a:prstGeom prst="hexagon">
              <a:avLst>
                <a:gd name="adj" fmla="val 25000"/>
                <a:gd name="vf" fmla="val 115470"/>
              </a:avLst>
            </a:prstGeom>
          </p:spPr>
          <p:style>
            <a:lnRef idx="2">
              <a:schemeClr val="accent3">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7" name="Group 26">
            <a:extLst>
              <a:ext uri="{FF2B5EF4-FFF2-40B4-BE49-F238E27FC236}">
                <a16:creationId xmlns:a16="http://schemas.microsoft.com/office/drawing/2014/main" id="{11C9DB33-982D-E6BF-03DB-15CBCD210CAF}"/>
              </a:ext>
            </a:extLst>
          </p:cNvPr>
          <p:cNvGrpSpPr/>
          <p:nvPr/>
        </p:nvGrpSpPr>
        <p:grpSpPr>
          <a:xfrm>
            <a:off x="871814" y="3478441"/>
            <a:ext cx="1972958" cy="1693843"/>
            <a:chOff x="871814" y="3478441"/>
            <a:chExt cx="1972958" cy="1693843"/>
          </a:xfrm>
        </p:grpSpPr>
        <p:sp>
          <p:nvSpPr>
            <p:cNvPr id="9" name="Hexagon 8" descr="Skyscrapers shown from view looking up">
              <a:extLst>
                <a:ext uri="{FF2B5EF4-FFF2-40B4-BE49-F238E27FC236}">
                  <a16:creationId xmlns:a16="http://schemas.microsoft.com/office/drawing/2014/main" id="{5262B8E8-F5EB-DB31-8298-A7CCF25E602E}"/>
                </a:ext>
              </a:extLst>
            </p:cNvPr>
            <p:cNvSpPr/>
            <p:nvPr/>
          </p:nvSpPr>
          <p:spPr>
            <a:xfrm>
              <a:off x="871814" y="3478441"/>
              <a:ext cx="1972958" cy="1693843"/>
            </a:xfrm>
            <a:prstGeom prst="hexagon">
              <a:avLst>
                <a:gd name="adj" fmla="val 25000"/>
                <a:gd name="vf" fmla="val 115470"/>
              </a:avLst>
            </a:prstGeom>
            <a:blipFill>
              <a:blip r:embed="rId3" cstate="screen">
                <a:duotone>
                  <a:prstClr val="black"/>
                  <a:schemeClr val="accent3">
                    <a:tint val="45000"/>
                    <a:satMod val="400000"/>
                  </a:schemeClr>
                </a:duotone>
                <a:extLst>
                  <a:ext uri="{28A0092B-C50C-407E-A947-70E740481C1C}">
                    <a14:useLocalDpi xmlns:a14="http://schemas.microsoft.com/office/drawing/2010/main"/>
                  </a:ext>
                </a:extLst>
              </a:blip>
              <a:srcRect/>
              <a:stretch>
                <a:fillRect/>
              </a:stretch>
            </a:blipFill>
          </p:spPr>
          <p:style>
            <a:lnRef idx="2">
              <a:schemeClr val="accent3">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0" name="Hexagon 9">
              <a:extLst>
                <a:ext uri="{FF2B5EF4-FFF2-40B4-BE49-F238E27FC236}">
                  <a16:creationId xmlns:a16="http://schemas.microsoft.com/office/drawing/2014/main" id="{2661FBCF-DE7F-32E9-4165-5A07B2176116}"/>
                </a:ext>
              </a:extLst>
            </p:cNvPr>
            <p:cNvSpPr/>
            <p:nvPr/>
          </p:nvSpPr>
          <p:spPr>
            <a:xfrm>
              <a:off x="2223384" y="4947310"/>
              <a:ext cx="230143" cy="198374"/>
            </a:xfrm>
            <a:prstGeom prst="hexagon">
              <a:avLst>
                <a:gd name="adj" fmla="val 25000"/>
                <a:gd name="vf" fmla="val 115470"/>
              </a:avLst>
            </a:prstGeom>
            <a:solidFill>
              <a:schemeClr val="accent3"/>
            </a:solidFill>
            <a:ln w="12700">
              <a:solidFill>
                <a:schemeClr val="tx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0" name="Group 29">
            <a:extLst>
              <a:ext uri="{FF2B5EF4-FFF2-40B4-BE49-F238E27FC236}">
                <a16:creationId xmlns:a16="http://schemas.microsoft.com/office/drawing/2014/main" id="{49611D37-452B-2FCD-048E-E94AB717B92A}"/>
              </a:ext>
            </a:extLst>
          </p:cNvPr>
          <p:cNvGrpSpPr/>
          <p:nvPr/>
        </p:nvGrpSpPr>
        <p:grpSpPr>
          <a:xfrm>
            <a:off x="4267478" y="3473030"/>
            <a:ext cx="1972958" cy="1693843"/>
            <a:chOff x="4267478" y="3473030"/>
            <a:chExt cx="1972958" cy="1693843"/>
          </a:xfrm>
        </p:grpSpPr>
        <p:sp>
          <p:nvSpPr>
            <p:cNvPr id="11" name="Freeform 10">
              <a:extLst>
                <a:ext uri="{FF2B5EF4-FFF2-40B4-BE49-F238E27FC236}">
                  <a16:creationId xmlns:a16="http://schemas.microsoft.com/office/drawing/2014/main" id="{5CF64051-1B51-5AE8-01D2-F400BDE069E9}"/>
                </a:ext>
              </a:extLst>
            </p:cNvPr>
            <p:cNvSpPr/>
            <p:nvPr/>
          </p:nvSpPr>
          <p:spPr>
            <a:xfrm>
              <a:off x="4267478" y="3473030"/>
              <a:ext cx="1972958" cy="1693843"/>
            </a:xfrm>
            <a:custGeom>
              <a:avLst/>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a:solidFill>
              <a:srgbClr val="D5683F"/>
            </a:solidFill>
          </p:spPr>
          <p:style>
            <a:lnRef idx="2">
              <a:schemeClr val="accent3">
                <a:hueOff val="534667"/>
                <a:satOff val="5582"/>
                <a:lumOff val="5000"/>
                <a:alphaOff val="0"/>
              </a:schemeClr>
            </a:lnRef>
            <a:fillRef idx="1">
              <a:scrgbClr r="0" g="0" b="0"/>
            </a:fillRef>
            <a:effectRef idx="0">
              <a:schemeClr val="accent3">
                <a:hueOff val="534667"/>
                <a:satOff val="5582"/>
                <a:lumOff val="5000"/>
                <a:alphaOff val="0"/>
              </a:schemeClr>
            </a:effectRef>
            <a:fontRef idx="minor">
              <a:schemeClr val="lt1"/>
            </a:fontRef>
          </p:style>
          <p:txBody>
            <a:bodyPr spcFirstLastPara="0" vert="horz" wrap="square" lIns="305567" tIns="281388" rIns="305567" bIns="281388" numCol="1" spcCol="1270" anchor="ctr" anchorCtr="0">
              <a:noAutofit/>
            </a:bodyPr>
            <a:lstStyle/>
            <a:p>
              <a:pPr marL="0" lvl="0" indent="0" algn="ctr" defTabSz="666750">
                <a:lnSpc>
                  <a:spcPct val="90000"/>
                </a:lnSpc>
                <a:spcBef>
                  <a:spcPct val="0"/>
                </a:spcBef>
                <a:spcAft>
                  <a:spcPct val="35000"/>
                </a:spcAft>
                <a:buNone/>
              </a:pPr>
              <a:r>
                <a:rPr lang="en-US" sz="1500" b="0" i="0" kern="1200" dirty="0"/>
                <a:t>Disconnected workflows create delays and unclear ownership.</a:t>
              </a:r>
              <a:endParaRPr lang="en-US" sz="1500" kern="1200" dirty="0"/>
            </a:p>
          </p:txBody>
        </p:sp>
        <p:sp>
          <p:nvSpPr>
            <p:cNvPr id="12" name="Hexagon 11">
              <a:extLst>
                <a:ext uri="{FF2B5EF4-FFF2-40B4-BE49-F238E27FC236}">
                  <a16:creationId xmlns:a16="http://schemas.microsoft.com/office/drawing/2014/main" id="{B5E1B53D-42D8-3B40-DF7C-B3A7358BD6C1}"/>
                </a:ext>
              </a:extLst>
            </p:cNvPr>
            <p:cNvSpPr/>
            <p:nvPr/>
          </p:nvSpPr>
          <p:spPr>
            <a:xfrm>
              <a:off x="5625325" y="4938293"/>
              <a:ext cx="230143" cy="198374"/>
            </a:xfrm>
            <a:prstGeom prst="hexagon">
              <a:avLst>
                <a:gd name="adj" fmla="val 25000"/>
                <a:gd name="vf" fmla="val 115470"/>
              </a:avLst>
            </a:prstGeom>
          </p:spPr>
          <p:style>
            <a:lnRef idx="2">
              <a:schemeClr val="accent3">
                <a:hueOff val="475259"/>
                <a:satOff val="4961"/>
                <a:lumOff val="4444"/>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3" name="Group 32">
            <a:extLst>
              <a:ext uri="{FF2B5EF4-FFF2-40B4-BE49-F238E27FC236}">
                <a16:creationId xmlns:a16="http://schemas.microsoft.com/office/drawing/2014/main" id="{B9DAB477-71E8-59B3-24C4-4C64F50FEECB}"/>
              </a:ext>
            </a:extLst>
          </p:cNvPr>
          <p:cNvGrpSpPr/>
          <p:nvPr/>
        </p:nvGrpSpPr>
        <p:grpSpPr>
          <a:xfrm>
            <a:off x="5964264" y="4411249"/>
            <a:ext cx="1972958" cy="1693843"/>
            <a:chOff x="5964264" y="4411249"/>
            <a:chExt cx="1972958" cy="1693843"/>
          </a:xfrm>
        </p:grpSpPr>
        <p:sp>
          <p:nvSpPr>
            <p:cNvPr id="13" name="Hexagon 12" descr="Abstract render of glass nodes and mesh">
              <a:extLst>
                <a:ext uri="{FF2B5EF4-FFF2-40B4-BE49-F238E27FC236}">
                  <a16:creationId xmlns:a16="http://schemas.microsoft.com/office/drawing/2014/main" id="{23282AB3-AEAB-D748-603F-694E8FB22D21}"/>
                </a:ext>
              </a:extLst>
            </p:cNvPr>
            <p:cNvSpPr/>
            <p:nvPr/>
          </p:nvSpPr>
          <p:spPr>
            <a:xfrm>
              <a:off x="5964264" y="4411249"/>
              <a:ext cx="1972958" cy="1693843"/>
            </a:xfrm>
            <a:prstGeom prst="hexagon">
              <a:avLst>
                <a:gd name="adj" fmla="val 25000"/>
                <a:gd name="vf" fmla="val 115470"/>
              </a:avLst>
            </a:prstGeom>
            <a:blipFill>
              <a:blip r:embed="rId4" cstate="screen">
                <a:duotone>
                  <a:prstClr val="black"/>
                  <a:srgbClr val="D5683F">
                    <a:tint val="45000"/>
                    <a:satMod val="400000"/>
                  </a:srgbClr>
                </a:duotone>
                <a:extLst>
                  <a:ext uri="{28A0092B-C50C-407E-A947-70E740481C1C}">
                    <a14:useLocalDpi xmlns:a14="http://schemas.microsoft.com/office/drawing/2010/main"/>
                  </a:ext>
                </a:extLst>
              </a:blip>
              <a:srcRect/>
              <a:stretch>
                <a:fillRect/>
              </a:stretch>
            </a:blipFill>
          </p:spPr>
          <p:style>
            <a:lnRef idx="2">
              <a:schemeClr val="accent3">
                <a:hueOff val="534667"/>
                <a:satOff val="5582"/>
                <a:lumOff val="500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4" name="Hexagon 13">
              <a:extLst>
                <a:ext uri="{FF2B5EF4-FFF2-40B4-BE49-F238E27FC236}">
                  <a16:creationId xmlns:a16="http://schemas.microsoft.com/office/drawing/2014/main" id="{311A74C3-6BFF-BAD8-9712-703C87135C6D}"/>
                </a:ext>
              </a:extLst>
            </p:cNvPr>
            <p:cNvSpPr/>
            <p:nvPr/>
          </p:nvSpPr>
          <p:spPr>
            <a:xfrm>
              <a:off x="6012385" y="5165070"/>
              <a:ext cx="230143" cy="198374"/>
            </a:xfrm>
            <a:prstGeom prst="hexagon">
              <a:avLst>
                <a:gd name="adj" fmla="val 25000"/>
                <a:gd name="vf" fmla="val 115470"/>
              </a:avLst>
            </a:prstGeom>
            <a:solidFill>
              <a:srgbClr val="D5683F"/>
            </a:solidFill>
            <a:ln w="12700">
              <a:solidFill>
                <a:schemeClr val="tx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9" name="Group 28">
            <a:extLst>
              <a:ext uri="{FF2B5EF4-FFF2-40B4-BE49-F238E27FC236}">
                <a16:creationId xmlns:a16="http://schemas.microsoft.com/office/drawing/2014/main" id="{A85A1AB3-EBAB-8CC5-4560-FAC108DAA89A}"/>
              </a:ext>
            </a:extLst>
          </p:cNvPr>
          <p:cNvGrpSpPr/>
          <p:nvPr/>
        </p:nvGrpSpPr>
        <p:grpSpPr>
          <a:xfrm>
            <a:off x="2569646" y="2542025"/>
            <a:ext cx="1972958" cy="1693843"/>
            <a:chOff x="2569646" y="2542025"/>
            <a:chExt cx="1972958" cy="1693843"/>
          </a:xfrm>
        </p:grpSpPr>
        <p:sp>
          <p:nvSpPr>
            <p:cNvPr id="15" name="Freeform 14">
              <a:extLst>
                <a:ext uri="{FF2B5EF4-FFF2-40B4-BE49-F238E27FC236}">
                  <a16:creationId xmlns:a16="http://schemas.microsoft.com/office/drawing/2014/main" id="{8A19B5E2-549C-69BB-173C-A95DCBF92C0F}"/>
                </a:ext>
              </a:extLst>
            </p:cNvPr>
            <p:cNvSpPr/>
            <p:nvPr/>
          </p:nvSpPr>
          <p:spPr>
            <a:xfrm>
              <a:off x="2569646" y="2542025"/>
              <a:ext cx="1972958" cy="1693843"/>
            </a:xfrm>
            <a:custGeom>
              <a:avLst/>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a:solidFill>
              <a:srgbClr val="E08B4E"/>
            </a:solidFill>
          </p:spPr>
          <p:style>
            <a:lnRef idx="2">
              <a:schemeClr val="accent3">
                <a:hueOff val="1069334"/>
                <a:satOff val="11163"/>
                <a:lumOff val="10000"/>
                <a:alphaOff val="0"/>
              </a:schemeClr>
            </a:lnRef>
            <a:fillRef idx="1">
              <a:scrgbClr r="0" g="0" b="0"/>
            </a:fillRef>
            <a:effectRef idx="0">
              <a:schemeClr val="accent3">
                <a:hueOff val="1069334"/>
                <a:satOff val="11163"/>
                <a:lumOff val="10000"/>
                <a:alphaOff val="0"/>
              </a:schemeClr>
            </a:effectRef>
            <a:fontRef idx="minor">
              <a:schemeClr val="lt1"/>
            </a:fontRef>
          </p:style>
          <p:txBody>
            <a:bodyPr spcFirstLastPara="0" vert="horz" wrap="square" lIns="305567" tIns="281388" rIns="305567" bIns="281388" numCol="1" spcCol="1270" anchor="ctr" anchorCtr="0">
              <a:noAutofit/>
            </a:bodyPr>
            <a:lstStyle/>
            <a:p>
              <a:pPr marL="0" lvl="0" indent="0" algn="ctr" defTabSz="666750">
                <a:lnSpc>
                  <a:spcPct val="90000"/>
                </a:lnSpc>
                <a:spcBef>
                  <a:spcPct val="0"/>
                </a:spcBef>
                <a:spcAft>
                  <a:spcPct val="35000"/>
                </a:spcAft>
                <a:buNone/>
              </a:pPr>
              <a:r>
                <a:rPr lang="en-US" sz="1500" b="0" i="0" kern="1200" dirty="0"/>
                <a:t>AI adds risk when it is not tied to governance and execution.</a:t>
              </a:r>
              <a:endParaRPr lang="en-US" sz="1500" kern="1200" dirty="0"/>
            </a:p>
          </p:txBody>
        </p:sp>
        <p:sp>
          <p:nvSpPr>
            <p:cNvPr id="16" name="Hexagon 15">
              <a:extLst>
                <a:ext uri="{FF2B5EF4-FFF2-40B4-BE49-F238E27FC236}">
                  <a16:creationId xmlns:a16="http://schemas.microsoft.com/office/drawing/2014/main" id="{1C6A4147-25F6-F7D1-20C7-477C260C7081}"/>
                </a:ext>
              </a:extLst>
            </p:cNvPr>
            <p:cNvSpPr/>
            <p:nvPr/>
          </p:nvSpPr>
          <p:spPr>
            <a:xfrm>
              <a:off x="3921216" y="2574035"/>
              <a:ext cx="230143" cy="198374"/>
            </a:xfrm>
            <a:prstGeom prst="hexagon">
              <a:avLst>
                <a:gd name="adj" fmla="val 25000"/>
                <a:gd name="vf" fmla="val 115470"/>
              </a:avLst>
            </a:prstGeom>
          </p:spPr>
          <p:style>
            <a:lnRef idx="2">
              <a:schemeClr val="accent3">
                <a:hueOff val="950519"/>
                <a:satOff val="9923"/>
                <a:lumOff val="888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3B7F2319-27CD-1666-5C16-1F649F4C7738}"/>
              </a:ext>
            </a:extLst>
          </p:cNvPr>
          <p:cNvGrpSpPr/>
          <p:nvPr/>
        </p:nvGrpSpPr>
        <p:grpSpPr>
          <a:xfrm>
            <a:off x="4267478" y="1600200"/>
            <a:ext cx="1972958" cy="1693843"/>
            <a:chOff x="4267478" y="1600200"/>
            <a:chExt cx="1972958" cy="1693843"/>
          </a:xfrm>
        </p:grpSpPr>
        <p:sp>
          <p:nvSpPr>
            <p:cNvPr id="17" name="Hexagon 16" descr="3D rendering of shapes in different colors and are stacked">
              <a:extLst>
                <a:ext uri="{FF2B5EF4-FFF2-40B4-BE49-F238E27FC236}">
                  <a16:creationId xmlns:a16="http://schemas.microsoft.com/office/drawing/2014/main" id="{F64E1464-EE32-CA6A-5D01-3136A7B4C8B2}"/>
                </a:ext>
              </a:extLst>
            </p:cNvPr>
            <p:cNvSpPr/>
            <p:nvPr/>
          </p:nvSpPr>
          <p:spPr>
            <a:xfrm>
              <a:off x="4267478" y="1600200"/>
              <a:ext cx="1972958" cy="1693843"/>
            </a:xfrm>
            <a:prstGeom prst="hexagon">
              <a:avLst>
                <a:gd name="adj" fmla="val 25000"/>
                <a:gd name="vf" fmla="val 115470"/>
              </a:avLst>
            </a:prstGeom>
            <a:blipFill>
              <a:blip r:embed="rId5" cstate="screen">
                <a:duotone>
                  <a:prstClr val="black"/>
                  <a:srgbClr val="E08B4E">
                    <a:tint val="45000"/>
                    <a:satMod val="400000"/>
                  </a:srgbClr>
                </a:duotone>
                <a:extLst>
                  <a:ext uri="{28A0092B-C50C-407E-A947-70E740481C1C}">
                    <a14:useLocalDpi xmlns:a14="http://schemas.microsoft.com/office/drawing/2010/main"/>
                  </a:ext>
                </a:extLst>
              </a:blip>
              <a:srcRect/>
              <a:stretch>
                <a:fillRect/>
              </a:stretch>
            </a:blipFill>
          </p:spPr>
          <p:style>
            <a:lnRef idx="2">
              <a:schemeClr val="accent3">
                <a:hueOff val="1069334"/>
                <a:satOff val="11163"/>
                <a:lumOff val="1000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8" name="Hexagon 17">
              <a:extLst>
                <a:ext uri="{FF2B5EF4-FFF2-40B4-BE49-F238E27FC236}">
                  <a16:creationId xmlns:a16="http://schemas.microsoft.com/office/drawing/2014/main" id="{74385671-A5FD-2829-A877-357F91CD55A2}"/>
                </a:ext>
              </a:extLst>
            </p:cNvPr>
            <p:cNvSpPr/>
            <p:nvPr/>
          </p:nvSpPr>
          <p:spPr>
            <a:xfrm>
              <a:off x="4322922" y="2350865"/>
              <a:ext cx="230143" cy="198374"/>
            </a:xfrm>
            <a:prstGeom prst="hexagon">
              <a:avLst>
                <a:gd name="adj" fmla="val 25000"/>
                <a:gd name="vf" fmla="val 115470"/>
              </a:avLst>
            </a:prstGeom>
            <a:solidFill>
              <a:srgbClr val="E08B4E"/>
            </a:solidFill>
            <a:ln w="12700">
              <a:solidFill>
                <a:schemeClr val="tx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2" name="Group 31">
            <a:extLst>
              <a:ext uri="{FF2B5EF4-FFF2-40B4-BE49-F238E27FC236}">
                <a16:creationId xmlns:a16="http://schemas.microsoft.com/office/drawing/2014/main" id="{384BEC42-22F3-7E7E-7C11-1357479FD727}"/>
              </a:ext>
            </a:extLst>
          </p:cNvPr>
          <p:cNvGrpSpPr/>
          <p:nvPr/>
        </p:nvGrpSpPr>
        <p:grpSpPr>
          <a:xfrm>
            <a:off x="5964264" y="2538418"/>
            <a:ext cx="1972958" cy="1693843"/>
            <a:chOff x="5964264" y="2538418"/>
            <a:chExt cx="1972958" cy="1693843"/>
          </a:xfrm>
        </p:grpSpPr>
        <p:sp>
          <p:nvSpPr>
            <p:cNvPr id="19" name="Freeform 18">
              <a:extLst>
                <a:ext uri="{FF2B5EF4-FFF2-40B4-BE49-F238E27FC236}">
                  <a16:creationId xmlns:a16="http://schemas.microsoft.com/office/drawing/2014/main" id="{89C4D9DE-CB93-4494-E4F7-197C3700604D}"/>
                </a:ext>
              </a:extLst>
            </p:cNvPr>
            <p:cNvSpPr/>
            <p:nvPr/>
          </p:nvSpPr>
          <p:spPr>
            <a:xfrm>
              <a:off x="5964264" y="2538418"/>
              <a:ext cx="1972958" cy="1693843"/>
            </a:xfrm>
            <a:custGeom>
              <a:avLst/>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a:solidFill>
              <a:srgbClr val="E8AD5F"/>
            </a:solidFill>
          </p:spPr>
          <p:style>
            <a:lnRef idx="2">
              <a:schemeClr val="accent3">
                <a:hueOff val="1604000"/>
                <a:satOff val="16745"/>
                <a:lumOff val="15000"/>
                <a:alphaOff val="0"/>
              </a:schemeClr>
            </a:lnRef>
            <a:fillRef idx="1">
              <a:scrgbClr r="0" g="0" b="0"/>
            </a:fillRef>
            <a:effectRef idx="0">
              <a:schemeClr val="accent3">
                <a:hueOff val="1604000"/>
                <a:satOff val="16745"/>
                <a:lumOff val="15000"/>
                <a:alphaOff val="0"/>
              </a:schemeClr>
            </a:effectRef>
            <a:fontRef idx="minor">
              <a:schemeClr val="lt1"/>
            </a:fontRef>
          </p:style>
          <p:txBody>
            <a:bodyPr spcFirstLastPara="0" vert="horz" wrap="square" lIns="305567" tIns="281388" rIns="305567" bIns="281388" numCol="1" spcCol="1270" anchor="ctr" anchorCtr="0">
              <a:noAutofit/>
            </a:bodyPr>
            <a:lstStyle/>
            <a:p>
              <a:pPr marL="0" lvl="0" indent="0" algn="ctr" defTabSz="666750">
                <a:lnSpc>
                  <a:spcPct val="90000"/>
                </a:lnSpc>
                <a:spcBef>
                  <a:spcPct val="0"/>
                </a:spcBef>
                <a:spcAft>
                  <a:spcPct val="35000"/>
                </a:spcAft>
                <a:buNone/>
              </a:pPr>
              <a:r>
                <a:rPr lang="en-US" sz="1500" b="0" i="0" kern="1200" dirty="0"/>
                <a:t>Integration gaps make value harder to realize.</a:t>
              </a:r>
              <a:endParaRPr lang="en-US" sz="1500" kern="1200" dirty="0"/>
            </a:p>
          </p:txBody>
        </p:sp>
        <p:sp>
          <p:nvSpPr>
            <p:cNvPr id="20" name="Hexagon 19">
              <a:extLst>
                <a:ext uri="{FF2B5EF4-FFF2-40B4-BE49-F238E27FC236}">
                  <a16:creationId xmlns:a16="http://schemas.microsoft.com/office/drawing/2014/main" id="{F3A8E04F-D1F9-0C19-5A34-90D97D87AE79}"/>
                </a:ext>
              </a:extLst>
            </p:cNvPr>
            <p:cNvSpPr/>
            <p:nvPr/>
          </p:nvSpPr>
          <p:spPr>
            <a:xfrm>
              <a:off x="7671511" y="3289084"/>
              <a:ext cx="230143" cy="198374"/>
            </a:xfrm>
            <a:prstGeom prst="hexagon">
              <a:avLst>
                <a:gd name="adj" fmla="val 25000"/>
                <a:gd name="vf" fmla="val 115470"/>
              </a:avLst>
            </a:prstGeom>
          </p:spPr>
          <p:style>
            <a:lnRef idx="2">
              <a:schemeClr val="accent3">
                <a:hueOff val="1425778"/>
                <a:satOff val="14884"/>
                <a:lumOff val="13333"/>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4" name="Group 33">
            <a:extLst>
              <a:ext uri="{FF2B5EF4-FFF2-40B4-BE49-F238E27FC236}">
                <a16:creationId xmlns:a16="http://schemas.microsoft.com/office/drawing/2014/main" id="{B2103492-3D00-DAAF-314D-FBF10FF18645}"/>
              </a:ext>
            </a:extLst>
          </p:cNvPr>
          <p:cNvGrpSpPr/>
          <p:nvPr/>
        </p:nvGrpSpPr>
        <p:grpSpPr>
          <a:xfrm>
            <a:off x="7662096" y="3490614"/>
            <a:ext cx="1972958" cy="1693843"/>
            <a:chOff x="7662096" y="3490614"/>
            <a:chExt cx="1972958" cy="1693843"/>
          </a:xfrm>
        </p:grpSpPr>
        <p:sp>
          <p:nvSpPr>
            <p:cNvPr id="21" name="Hexagon 20" descr="White jigsaw puzzle and one final piece being added">
              <a:extLst>
                <a:ext uri="{FF2B5EF4-FFF2-40B4-BE49-F238E27FC236}">
                  <a16:creationId xmlns:a16="http://schemas.microsoft.com/office/drawing/2014/main" id="{6283BFAD-072A-A68F-AC48-060235AAA90F}"/>
                </a:ext>
              </a:extLst>
            </p:cNvPr>
            <p:cNvSpPr/>
            <p:nvPr/>
          </p:nvSpPr>
          <p:spPr>
            <a:xfrm>
              <a:off x="7662096" y="3490614"/>
              <a:ext cx="1972958" cy="1693843"/>
            </a:xfrm>
            <a:prstGeom prst="hexagon">
              <a:avLst>
                <a:gd name="adj" fmla="val 25000"/>
                <a:gd name="vf" fmla="val 115470"/>
              </a:avLst>
            </a:prstGeom>
            <a:blipFill>
              <a:blip r:embed="rId6" cstate="screen">
                <a:duotone>
                  <a:prstClr val="black"/>
                  <a:srgbClr val="E8AD5F">
                    <a:tint val="45000"/>
                    <a:satMod val="400000"/>
                  </a:srgbClr>
                </a:duotone>
                <a:extLst>
                  <a:ext uri="{28A0092B-C50C-407E-A947-70E740481C1C}">
                    <a14:useLocalDpi xmlns:a14="http://schemas.microsoft.com/office/drawing/2010/main"/>
                  </a:ext>
                </a:extLst>
              </a:blip>
              <a:srcRect/>
              <a:stretch>
                <a:fillRect/>
              </a:stretch>
            </a:blipFill>
          </p:spPr>
          <p:style>
            <a:lnRef idx="2">
              <a:schemeClr val="accent3">
                <a:hueOff val="1604000"/>
                <a:satOff val="16745"/>
                <a:lumOff val="1500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2" name="Hexagon 21">
              <a:extLst>
                <a:ext uri="{FF2B5EF4-FFF2-40B4-BE49-F238E27FC236}">
                  <a16:creationId xmlns:a16="http://schemas.microsoft.com/office/drawing/2014/main" id="{D3EAFEB3-2F6E-4BCD-24D9-AFA8FE14E463}"/>
                </a:ext>
              </a:extLst>
            </p:cNvPr>
            <p:cNvSpPr/>
            <p:nvPr/>
          </p:nvSpPr>
          <p:spPr>
            <a:xfrm>
              <a:off x="8047063" y="3521271"/>
              <a:ext cx="230143" cy="198374"/>
            </a:xfrm>
            <a:prstGeom prst="hexagon">
              <a:avLst>
                <a:gd name="adj" fmla="val 25000"/>
                <a:gd name="vf" fmla="val 115470"/>
              </a:avLst>
            </a:prstGeom>
            <a:solidFill>
              <a:srgbClr val="E8AD5F"/>
            </a:solidFill>
            <a:ln w="12700">
              <a:solidFill>
                <a:schemeClr val="tx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5" name="Group 34">
            <a:extLst>
              <a:ext uri="{FF2B5EF4-FFF2-40B4-BE49-F238E27FC236}">
                <a16:creationId xmlns:a16="http://schemas.microsoft.com/office/drawing/2014/main" id="{E78BF6BB-E460-A576-F0BF-A771A3EF917C}"/>
              </a:ext>
            </a:extLst>
          </p:cNvPr>
          <p:cNvGrpSpPr/>
          <p:nvPr/>
        </p:nvGrpSpPr>
        <p:grpSpPr>
          <a:xfrm>
            <a:off x="7662096" y="1618233"/>
            <a:ext cx="1972958" cy="1693843"/>
            <a:chOff x="7662096" y="1618233"/>
            <a:chExt cx="1972958" cy="1693843"/>
          </a:xfrm>
        </p:grpSpPr>
        <p:sp>
          <p:nvSpPr>
            <p:cNvPr id="23" name="Freeform 22">
              <a:extLst>
                <a:ext uri="{FF2B5EF4-FFF2-40B4-BE49-F238E27FC236}">
                  <a16:creationId xmlns:a16="http://schemas.microsoft.com/office/drawing/2014/main" id="{86BA3F90-492D-1F5D-AA59-C73D977CBBE1}"/>
                </a:ext>
              </a:extLst>
            </p:cNvPr>
            <p:cNvSpPr/>
            <p:nvPr/>
          </p:nvSpPr>
          <p:spPr>
            <a:xfrm>
              <a:off x="7662096" y="1618233"/>
              <a:ext cx="1972958" cy="1693843"/>
            </a:xfrm>
            <a:custGeom>
              <a:avLst/>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a:solidFill>
              <a:srgbClr val="CFB060"/>
            </a:solidFill>
          </p:spPr>
          <p:style>
            <a:lnRef idx="2">
              <a:schemeClr val="accent3">
                <a:hueOff val="2138667"/>
                <a:satOff val="22326"/>
                <a:lumOff val="20000"/>
                <a:alphaOff val="0"/>
              </a:schemeClr>
            </a:lnRef>
            <a:fillRef idx="1">
              <a:scrgbClr r="0" g="0" b="0"/>
            </a:fillRef>
            <a:effectRef idx="0">
              <a:schemeClr val="accent3">
                <a:hueOff val="2138667"/>
                <a:satOff val="22326"/>
                <a:lumOff val="20000"/>
                <a:alphaOff val="0"/>
              </a:schemeClr>
            </a:effectRef>
            <a:fontRef idx="minor">
              <a:schemeClr val="lt1"/>
            </a:fontRef>
          </p:style>
          <p:txBody>
            <a:bodyPr spcFirstLastPara="0" vert="horz" wrap="square" lIns="305567" tIns="281388" rIns="305567" bIns="281388" numCol="1" spcCol="1270" anchor="ctr" anchorCtr="0">
              <a:noAutofit/>
            </a:bodyPr>
            <a:lstStyle/>
            <a:p>
              <a:pPr marL="0" lvl="0" indent="0" algn="ctr" defTabSz="666750">
                <a:lnSpc>
                  <a:spcPct val="90000"/>
                </a:lnSpc>
                <a:spcBef>
                  <a:spcPct val="0"/>
                </a:spcBef>
                <a:spcAft>
                  <a:spcPct val="35000"/>
                </a:spcAft>
                <a:buNone/>
              </a:pPr>
              <a:r>
                <a:rPr lang="en-US" sz="1500" b="0" i="0" kern="1200" dirty="0"/>
                <a:t>Customers need a partner that can absorb complexity.</a:t>
              </a:r>
              <a:endParaRPr lang="en-US" sz="1500" kern="1200" dirty="0"/>
            </a:p>
          </p:txBody>
        </p:sp>
        <p:sp>
          <p:nvSpPr>
            <p:cNvPr id="24" name="Hexagon 23">
              <a:extLst>
                <a:ext uri="{FF2B5EF4-FFF2-40B4-BE49-F238E27FC236}">
                  <a16:creationId xmlns:a16="http://schemas.microsoft.com/office/drawing/2014/main" id="{0AA36EC2-57CE-8FAF-6511-C9DE6BEF4235}"/>
                </a:ext>
              </a:extLst>
            </p:cNvPr>
            <p:cNvSpPr/>
            <p:nvPr/>
          </p:nvSpPr>
          <p:spPr>
            <a:xfrm>
              <a:off x="9369343" y="2377465"/>
              <a:ext cx="230143" cy="198374"/>
            </a:xfrm>
            <a:prstGeom prst="hexagon">
              <a:avLst>
                <a:gd name="adj" fmla="val 25000"/>
                <a:gd name="vf" fmla="val 115470"/>
              </a:avLst>
            </a:prstGeom>
          </p:spPr>
          <p:style>
            <a:lnRef idx="2">
              <a:schemeClr val="accent3">
                <a:hueOff val="1901037"/>
                <a:satOff val="19845"/>
                <a:lumOff val="17778"/>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6" name="Group 35">
            <a:extLst>
              <a:ext uri="{FF2B5EF4-FFF2-40B4-BE49-F238E27FC236}">
                <a16:creationId xmlns:a16="http://schemas.microsoft.com/office/drawing/2014/main" id="{0DF680A3-6C1D-E942-F2C2-937A348AB515}"/>
              </a:ext>
            </a:extLst>
          </p:cNvPr>
          <p:cNvGrpSpPr/>
          <p:nvPr/>
        </p:nvGrpSpPr>
        <p:grpSpPr>
          <a:xfrm>
            <a:off x="9359928" y="2563215"/>
            <a:ext cx="1972958" cy="1693843"/>
            <a:chOff x="9359928" y="2563215"/>
            <a:chExt cx="1972958" cy="1693843"/>
          </a:xfrm>
        </p:grpSpPr>
        <p:sp>
          <p:nvSpPr>
            <p:cNvPr id="25" name="Hexagon 24" descr="3D box skeletons">
              <a:extLst>
                <a:ext uri="{FF2B5EF4-FFF2-40B4-BE49-F238E27FC236}">
                  <a16:creationId xmlns:a16="http://schemas.microsoft.com/office/drawing/2014/main" id="{6C9EE389-30E6-4980-D5D8-D281AAF8E0A2}"/>
                </a:ext>
              </a:extLst>
            </p:cNvPr>
            <p:cNvSpPr/>
            <p:nvPr/>
          </p:nvSpPr>
          <p:spPr>
            <a:xfrm>
              <a:off x="9359928" y="2563215"/>
              <a:ext cx="1972958" cy="1693843"/>
            </a:xfrm>
            <a:prstGeom prst="hexagon">
              <a:avLst>
                <a:gd name="adj" fmla="val 25000"/>
                <a:gd name="vf" fmla="val 115470"/>
              </a:avLst>
            </a:prstGeom>
            <a:blipFill>
              <a:blip r:embed="rId7" cstate="screen">
                <a:duotone>
                  <a:prstClr val="black"/>
                  <a:srgbClr val="F0CC71">
                    <a:tint val="45000"/>
                    <a:satMod val="400000"/>
                  </a:srgbClr>
                </a:duotone>
                <a:extLst>
                  <a:ext uri="{28A0092B-C50C-407E-A947-70E740481C1C}">
                    <a14:useLocalDpi xmlns:a14="http://schemas.microsoft.com/office/drawing/2010/main"/>
                  </a:ext>
                </a:extLst>
              </a:blip>
              <a:srcRect/>
              <a:stretch>
                <a:fillRect/>
              </a:stretch>
            </a:blipFill>
          </p:spPr>
          <p:style>
            <a:lnRef idx="2">
              <a:schemeClr val="accent3">
                <a:hueOff val="2138667"/>
                <a:satOff val="22326"/>
                <a:lumOff val="2000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6" name="Hexagon 25">
              <a:extLst>
                <a:ext uri="{FF2B5EF4-FFF2-40B4-BE49-F238E27FC236}">
                  <a16:creationId xmlns:a16="http://schemas.microsoft.com/office/drawing/2014/main" id="{1783E27E-30DD-B997-E11C-CE4BE7F88CC0}"/>
                </a:ext>
              </a:extLst>
            </p:cNvPr>
            <p:cNvSpPr/>
            <p:nvPr/>
          </p:nvSpPr>
          <p:spPr>
            <a:xfrm>
              <a:off x="9753264" y="2601086"/>
              <a:ext cx="230143" cy="198374"/>
            </a:xfrm>
            <a:prstGeom prst="hexagon">
              <a:avLst>
                <a:gd name="adj" fmla="val 25000"/>
                <a:gd name="vf" fmla="val 115470"/>
              </a:avLst>
            </a:prstGeom>
            <a:solidFill>
              <a:srgbClr val="CFB060"/>
            </a:solidFill>
            <a:ln w="12700">
              <a:solidFill>
                <a:schemeClr val="tx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2" name="Footer Placeholder 1">
            <a:extLst>
              <a:ext uri="{FF2B5EF4-FFF2-40B4-BE49-F238E27FC236}">
                <a16:creationId xmlns:a16="http://schemas.microsoft.com/office/drawing/2014/main" id="{7CEEF00D-E9BA-6052-E8FF-52F4AF79AB3F}"/>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EBF3297F-8870-BE0C-174D-2C4CA9C21B33}"/>
              </a:ext>
            </a:extLst>
          </p:cNvPr>
          <p:cNvSpPr>
            <a:spLocks noGrp="1"/>
          </p:cNvSpPr>
          <p:nvPr>
            <p:ph type="sldNum" sz="quarter" idx="4"/>
          </p:nvPr>
        </p:nvSpPr>
        <p:spPr/>
        <p:txBody>
          <a:bodyPr/>
          <a:lstStyle/>
          <a:p>
            <a:fld id="{345D60D9-5372-5F40-9443-0F9AE5BDC3C8}" type="slidenum">
              <a:rPr lang="en-US" smtClean="0"/>
              <a:pPr/>
              <a:t>5</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600"/>
                                        <p:tgtEl>
                                          <p:spTgt spid="27"/>
                                        </p:tgtEl>
                                      </p:cBhvr>
                                    </p:animEffect>
                                  </p:childTnLst>
                                </p:cTn>
                              </p:par>
                              <p:par>
                                <p:cTn id="8" presetID="42" presetClass="path" presetSubtype="0" accel="50000" decel="50000" fill="hold" nodeType="withEffect">
                                  <p:stCondLst>
                                    <p:cond delay="0"/>
                                  </p:stCondLst>
                                  <p:childTnLst>
                                    <p:animMotion origin="layout" path="M 0.00287 -0.07639 L -1.875E-6 -2.59259E-6 " pathEditMode="relative" rAng="0" ptsTypes="AA">
                                      <p:cBhvr>
                                        <p:cTn id="9" dur="500" fill="hold"/>
                                        <p:tgtEl>
                                          <p:spTgt spid="27"/>
                                        </p:tgtEl>
                                        <p:attrNameLst>
                                          <p:attrName>ppt_x</p:attrName>
                                          <p:attrName>ppt_y</p:attrName>
                                        </p:attrNameLst>
                                      </p:cBhvr>
                                      <p:rCtr x="-117" y="3912"/>
                                    </p:animMotion>
                                  </p:childTnLst>
                                </p:cTn>
                              </p:par>
                              <p:par>
                                <p:cTn id="10" presetID="10" presetClass="entr" presetSubtype="0" fill="hold"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600"/>
                                        <p:tgtEl>
                                          <p:spTgt spid="28"/>
                                        </p:tgtEl>
                                      </p:cBhvr>
                                    </p:animEffect>
                                  </p:childTnLst>
                                </p:cTn>
                              </p:par>
                              <p:par>
                                <p:cTn id="13" presetID="42" presetClass="path" presetSubtype="0" accel="50000" decel="50000" fill="hold" nodeType="withEffect">
                                  <p:stCondLst>
                                    <p:cond delay="0"/>
                                  </p:stCondLst>
                                  <p:childTnLst>
                                    <p:animMotion origin="layout" path="M 0.00287 -0.07639 L -1.875E-6 -2.59259E-6 " pathEditMode="relative" rAng="0" ptsTypes="AA">
                                      <p:cBhvr>
                                        <p:cTn id="14" dur="500" fill="hold"/>
                                        <p:tgtEl>
                                          <p:spTgt spid="28"/>
                                        </p:tgtEl>
                                        <p:attrNameLst>
                                          <p:attrName>ppt_x</p:attrName>
                                          <p:attrName>ppt_y</p:attrName>
                                        </p:attrNameLst>
                                      </p:cBhvr>
                                      <p:rCtr x="-117" y="3912"/>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600"/>
                                        <p:tgtEl>
                                          <p:spTgt spid="29"/>
                                        </p:tgtEl>
                                      </p:cBhvr>
                                    </p:animEffect>
                                  </p:childTnLst>
                                </p:cTn>
                              </p:par>
                              <p:par>
                                <p:cTn id="20" presetID="42" presetClass="path" presetSubtype="0" accel="50000" decel="50000" fill="hold" nodeType="withEffect">
                                  <p:stCondLst>
                                    <p:cond delay="0"/>
                                  </p:stCondLst>
                                  <p:childTnLst>
                                    <p:animMotion origin="layout" path="M 0.00287 -0.07639 L -1.875E-6 -2.59259E-6 " pathEditMode="relative" rAng="0" ptsTypes="AA">
                                      <p:cBhvr>
                                        <p:cTn id="21" dur="500" fill="hold"/>
                                        <p:tgtEl>
                                          <p:spTgt spid="29"/>
                                        </p:tgtEl>
                                        <p:attrNameLst>
                                          <p:attrName>ppt_x</p:attrName>
                                          <p:attrName>ppt_y</p:attrName>
                                        </p:attrNameLst>
                                      </p:cBhvr>
                                      <p:rCtr x="-117" y="3912"/>
                                    </p:animMotion>
                                  </p:childTnLst>
                                </p:cTn>
                              </p:par>
                              <p:par>
                                <p:cTn id="22" presetID="10" presetClass="entr" presetSubtype="0" fill="hold"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600"/>
                                        <p:tgtEl>
                                          <p:spTgt spid="31"/>
                                        </p:tgtEl>
                                      </p:cBhvr>
                                    </p:animEffect>
                                  </p:childTnLst>
                                </p:cTn>
                              </p:par>
                              <p:par>
                                <p:cTn id="25" presetID="42" presetClass="path" presetSubtype="0" accel="50000" decel="50000" fill="hold" nodeType="withEffect">
                                  <p:stCondLst>
                                    <p:cond delay="0"/>
                                  </p:stCondLst>
                                  <p:childTnLst>
                                    <p:animMotion origin="layout" path="M 0.00287 -0.07639 L -1.875E-6 -2.59259E-6 " pathEditMode="relative" rAng="0" ptsTypes="AA">
                                      <p:cBhvr>
                                        <p:cTn id="26" dur="500" fill="hold"/>
                                        <p:tgtEl>
                                          <p:spTgt spid="31"/>
                                        </p:tgtEl>
                                        <p:attrNameLst>
                                          <p:attrName>ppt_x</p:attrName>
                                          <p:attrName>ppt_y</p:attrName>
                                        </p:attrNameLst>
                                      </p:cBhvr>
                                      <p:rCtr x="-117" y="3912"/>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600"/>
                                        <p:tgtEl>
                                          <p:spTgt spid="30"/>
                                        </p:tgtEl>
                                      </p:cBhvr>
                                    </p:animEffect>
                                  </p:childTnLst>
                                </p:cTn>
                              </p:par>
                              <p:par>
                                <p:cTn id="32" presetID="42" presetClass="path" presetSubtype="0" accel="50000" decel="50000" fill="hold" nodeType="withEffect">
                                  <p:stCondLst>
                                    <p:cond delay="0"/>
                                  </p:stCondLst>
                                  <p:childTnLst>
                                    <p:animMotion origin="layout" path="M 0.00287 -0.07639 L -1.875E-6 -2.59259E-6 " pathEditMode="relative" rAng="0" ptsTypes="AA">
                                      <p:cBhvr>
                                        <p:cTn id="33" dur="500" fill="hold"/>
                                        <p:tgtEl>
                                          <p:spTgt spid="30"/>
                                        </p:tgtEl>
                                        <p:attrNameLst>
                                          <p:attrName>ppt_x</p:attrName>
                                          <p:attrName>ppt_y</p:attrName>
                                        </p:attrNameLst>
                                      </p:cBhvr>
                                      <p:rCtr x="-117" y="3912"/>
                                    </p:animMotion>
                                  </p:childTnLst>
                                </p:cTn>
                              </p:par>
                              <p:par>
                                <p:cTn id="34" presetID="10" presetClass="entr" presetSubtype="0" fill="hold"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600"/>
                                        <p:tgtEl>
                                          <p:spTgt spid="33"/>
                                        </p:tgtEl>
                                      </p:cBhvr>
                                    </p:animEffect>
                                  </p:childTnLst>
                                </p:cTn>
                              </p:par>
                              <p:par>
                                <p:cTn id="37" presetID="42" presetClass="path" presetSubtype="0" accel="50000" decel="50000" fill="hold" nodeType="withEffect">
                                  <p:stCondLst>
                                    <p:cond delay="0"/>
                                  </p:stCondLst>
                                  <p:childTnLst>
                                    <p:animMotion origin="layout" path="M 0.00287 -0.07639 L -1.875E-6 -2.59259E-6 " pathEditMode="relative" rAng="0" ptsTypes="AA">
                                      <p:cBhvr>
                                        <p:cTn id="38" dur="500" fill="hold"/>
                                        <p:tgtEl>
                                          <p:spTgt spid="33"/>
                                        </p:tgtEl>
                                        <p:attrNameLst>
                                          <p:attrName>ppt_x</p:attrName>
                                          <p:attrName>ppt_y</p:attrName>
                                        </p:attrNameLst>
                                      </p:cBhvr>
                                      <p:rCtr x="-117" y="3912"/>
                                    </p:animMotion>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600"/>
                                        <p:tgtEl>
                                          <p:spTgt spid="32"/>
                                        </p:tgtEl>
                                      </p:cBhvr>
                                    </p:animEffect>
                                  </p:childTnLst>
                                </p:cTn>
                              </p:par>
                              <p:par>
                                <p:cTn id="44" presetID="42" presetClass="path" presetSubtype="0" accel="50000" decel="50000" fill="hold" nodeType="withEffect">
                                  <p:stCondLst>
                                    <p:cond delay="0"/>
                                  </p:stCondLst>
                                  <p:childTnLst>
                                    <p:animMotion origin="layout" path="M 0.00287 -0.07639 L -1.875E-6 -2.59259E-6 " pathEditMode="relative" rAng="0" ptsTypes="AA">
                                      <p:cBhvr>
                                        <p:cTn id="45" dur="500" fill="hold"/>
                                        <p:tgtEl>
                                          <p:spTgt spid="32"/>
                                        </p:tgtEl>
                                        <p:attrNameLst>
                                          <p:attrName>ppt_x</p:attrName>
                                          <p:attrName>ppt_y</p:attrName>
                                        </p:attrNameLst>
                                      </p:cBhvr>
                                      <p:rCtr x="-117" y="3912"/>
                                    </p:animMotion>
                                  </p:childTnLst>
                                </p:cTn>
                              </p:par>
                              <p:par>
                                <p:cTn id="46" presetID="10" presetClass="entr" presetSubtype="0" fill="hold"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600"/>
                                        <p:tgtEl>
                                          <p:spTgt spid="34"/>
                                        </p:tgtEl>
                                      </p:cBhvr>
                                    </p:animEffect>
                                  </p:childTnLst>
                                </p:cTn>
                              </p:par>
                              <p:par>
                                <p:cTn id="49" presetID="42" presetClass="path" presetSubtype="0" accel="50000" decel="50000" fill="hold" nodeType="withEffect">
                                  <p:stCondLst>
                                    <p:cond delay="0"/>
                                  </p:stCondLst>
                                  <p:childTnLst>
                                    <p:animMotion origin="layout" path="M 0.00287 -0.07639 L -1.875E-6 -2.59259E-6 " pathEditMode="relative" rAng="0" ptsTypes="AA">
                                      <p:cBhvr>
                                        <p:cTn id="50" dur="500" fill="hold"/>
                                        <p:tgtEl>
                                          <p:spTgt spid="34"/>
                                        </p:tgtEl>
                                        <p:attrNameLst>
                                          <p:attrName>ppt_x</p:attrName>
                                          <p:attrName>ppt_y</p:attrName>
                                        </p:attrNameLst>
                                      </p:cBhvr>
                                      <p:rCtr x="-117" y="3912"/>
                                    </p:animMotion>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600"/>
                                        <p:tgtEl>
                                          <p:spTgt spid="35"/>
                                        </p:tgtEl>
                                      </p:cBhvr>
                                    </p:animEffect>
                                  </p:childTnLst>
                                </p:cTn>
                              </p:par>
                              <p:par>
                                <p:cTn id="56" presetID="42" presetClass="path" presetSubtype="0" accel="50000" decel="50000" fill="hold" nodeType="withEffect">
                                  <p:stCondLst>
                                    <p:cond delay="0"/>
                                  </p:stCondLst>
                                  <p:childTnLst>
                                    <p:animMotion origin="layout" path="M 0.00287 -0.07639 L -1.875E-6 -2.59259E-6 " pathEditMode="relative" rAng="0" ptsTypes="AA">
                                      <p:cBhvr>
                                        <p:cTn id="57" dur="500" fill="hold"/>
                                        <p:tgtEl>
                                          <p:spTgt spid="35"/>
                                        </p:tgtEl>
                                        <p:attrNameLst>
                                          <p:attrName>ppt_x</p:attrName>
                                          <p:attrName>ppt_y</p:attrName>
                                        </p:attrNameLst>
                                      </p:cBhvr>
                                      <p:rCtr x="-117" y="3912"/>
                                    </p:animMotion>
                                  </p:childTnLst>
                                </p:cTn>
                              </p:par>
                              <p:par>
                                <p:cTn id="58" presetID="10" presetClass="entr" presetSubtype="0" fill="hold"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600"/>
                                        <p:tgtEl>
                                          <p:spTgt spid="36"/>
                                        </p:tgtEl>
                                      </p:cBhvr>
                                    </p:animEffect>
                                  </p:childTnLst>
                                </p:cTn>
                              </p:par>
                              <p:par>
                                <p:cTn id="61" presetID="42" presetClass="path" presetSubtype="0" accel="50000" decel="50000" fill="hold" nodeType="withEffect">
                                  <p:stCondLst>
                                    <p:cond delay="0"/>
                                  </p:stCondLst>
                                  <p:childTnLst>
                                    <p:animMotion origin="layout" path="M 0.00287 -0.07639 L -1.875E-6 -2.59259E-6 " pathEditMode="relative" rAng="0" ptsTypes="AA">
                                      <p:cBhvr>
                                        <p:cTn id="62" dur="500" fill="hold"/>
                                        <p:tgtEl>
                                          <p:spTgt spid="36"/>
                                        </p:tgtEl>
                                        <p:attrNameLst>
                                          <p:attrName>ppt_x</p:attrName>
                                          <p:attrName>ppt_y</p:attrName>
                                        </p:attrNameLst>
                                      </p:cBhvr>
                                      <p:rCtr x="-117" y="391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F6998A-CDDF-D8C4-E2ED-5651D23B39A5}"/>
              </a:ext>
            </a:extLst>
          </p:cNvPr>
          <p:cNvSpPr>
            <a:spLocks noGrp="1"/>
          </p:cNvSpPr>
          <p:nvPr>
            <p:ph type="title"/>
          </p:nvPr>
        </p:nvSpPr>
        <p:spPr>
          <a:xfrm>
            <a:off x="768875" y="182403"/>
            <a:ext cx="10671048" cy="822960"/>
          </a:xfrm>
        </p:spPr>
        <p:txBody>
          <a:bodyPr/>
          <a:lstStyle/>
          <a:p>
            <a:r>
              <a:rPr lang="en-US" dirty="0"/>
              <a:t>How Oracle Helps</a:t>
            </a:r>
            <a:br>
              <a:rPr lang="en-US" dirty="0"/>
            </a:br>
            <a:endParaRPr lang="en-US" dirty="0"/>
          </a:p>
        </p:txBody>
      </p:sp>
      <p:graphicFrame>
        <p:nvGraphicFramePr>
          <p:cNvPr id="8" name="Content Placeholder 7">
            <a:extLst>
              <a:ext uri="{FF2B5EF4-FFF2-40B4-BE49-F238E27FC236}">
                <a16:creationId xmlns:a16="http://schemas.microsoft.com/office/drawing/2014/main" id="{5B352C5A-3920-90FD-7701-F2E978AA7A69}"/>
              </a:ext>
            </a:extLst>
          </p:cNvPr>
          <p:cNvGraphicFramePr>
            <a:graphicFrameLocks noGrp="1"/>
          </p:cNvGraphicFramePr>
          <p:nvPr>
            <p:ph sz="quarter" idx="14"/>
            <p:extLst>
              <p:ext uri="{D42A27DB-BD31-4B8C-83A1-F6EECF244321}">
                <p14:modId xmlns:p14="http://schemas.microsoft.com/office/powerpoint/2010/main" val="1731735095"/>
              </p:ext>
            </p:extLst>
          </p:nvPr>
        </p:nvGraphicFramePr>
        <p:xfrm>
          <a:off x="766763" y="1600200"/>
          <a:ext cx="10671175" cy="4508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BB70F68B-F047-83F3-C5EF-6A589ACDC8C4}"/>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C8411777-1F47-826B-4734-D4E6CF7C2766}"/>
              </a:ext>
            </a:extLst>
          </p:cNvPr>
          <p:cNvSpPr>
            <a:spLocks noGrp="1"/>
          </p:cNvSpPr>
          <p:nvPr>
            <p:ph type="sldNum" sz="quarter" idx="4"/>
          </p:nvPr>
        </p:nvSpPr>
        <p:spPr/>
        <p:txBody>
          <a:bodyPr/>
          <a:lstStyle/>
          <a:p>
            <a:fld id="{345D60D9-5372-5F40-9443-0F9AE5BDC3C8}" type="slidenum">
              <a:rPr lang="en-US" smtClean="0"/>
              <a:pPr/>
              <a:t>6</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graphicEl>
                                              <a:dgm id="{A188EE67-5035-B441-A8AD-CFA3FC3E3A74}"/>
                                            </p:graphicEl>
                                          </p:spTgt>
                                        </p:tgtEl>
                                        <p:attrNameLst>
                                          <p:attrName>style.visibility</p:attrName>
                                        </p:attrNameLst>
                                      </p:cBhvr>
                                      <p:to>
                                        <p:strVal val="visible"/>
                                      </p:to>
                                    </p:set>
                                    <p:animEffect transition="in" filter="fade">
                                      <p:cBhvr>
                                        <p:cTn id="7" dur="500"/>
                                        <p:tgtEl>
                                          <p:spTgt spid="8">
                                            <p:graphicEl>
                                              <a:dgm id="{A188EE67-5035-B441-A8AD-CFA3FC3E3A74}"/>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graphicEl>
                                              <a:dgm id="{BE4AAAEE-3969-6048-B454-4DA549B245D2}"/>
                                            </p:graphicEl>
                                          </p:spTgt>
                                        </p:tgtEl>
                                        <p:attrNameLst>
                                          <p:attrName>style.visibility</p:attrName>
                                        </p:attrNameLst>
                                      </p:cBhvr>
                                      <p:to>
                                        <p:strVal val="visible"/>
                                      </p:to>
                                    </p:set>
                                    <p:animEffect transition="in" filter="fade">
                                      <p:cBhvr>
                                        <p:cTn id="10" dur="500"/>
                                        <p:tgtEl>
                                          <p:spTgt spid="8">
                                            <p:graphicEl>
                                              <a:dgm id="{BE4AAAEE-3969-6048-B454-4DA549B245D2}"/>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graphicEl>
                                              <a:dgm id="{75E05890-9CCD-AF4C-8E1D-ED1B1C2D1AD6}"/>
                                            </p:graphicEl>
                                          </p:spTgt>
                                        </p:tgtEl>
                                        <p:attrNameLst>
                                          <p:attrName>style.visibility</p:attrName>
                                        </p:attrNameLst>
                                      </p:cBhvr>
                                      <p:to>
                                        <p:strVal val="visible"/>
                                      </p:to>
                                    </p:set>
                                    <p:animEffect transition="in" filter="fade">
                                      <p:cBhvr>
                                        <p:cTn id="13" dur="500"/>
                                        <p:tgtEl>
                                          <p:spTgt spid="8">
                                            <p:graphicEl>
                                              <a:dgm id="{75E05890-9CCD-AF4C-8E1D-ED1B1C2D1AD6}"/>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graphicEl>
                                              <a:dgm id="{AD2C4740-5453-7A4E-833E-5737BFA47C92}"/>
                                            </p:graphicEl>
                                          </p:spTgt>
                                        </p:tgtEl>
                                        <p:attrNameLst>
                                          <p:attrName>style.visibility</p:attrName>
                                        </p:attrNameLst>
                                      </p:cBhvr>
                                      <p:to>
                                        <p:strVal val="visible"/>
                                      </p:to>
                                    </p:set>
                                    <p:animEffect transition="in" filter="fade">
                                      <p:cBhvr>
                                        <p:cTn id="18" dur="500"/>
                                        <p:tgtEl>
                                          <p:spTgt spid="8">
                                            <p:graphicEl>
                                              <a:dgm id="{AD2C4740-5453-7A4E-833E-5737BFA47C92}"/>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graphicEl>
                                              <a:dgm id="{183C6122-50C3-244E-9A37-015534A6BC4F}"/>
                                            </p:graphicEl>
                                          </p:spTgt>
                                        </p:tgtEl>
                                        <p:attrNameLst>
                                          <p:attrName>style.visibility</p:attrName>
                                        </p:attrNameLst>
                                      </p:cBhvr>
                                      <p:to>
                                        <p:strVal val="visible"/>
                                      </p:to>
                                    </p:set>
                                    <p:animEffect transition="in" filter="fade">
                                      <p:cBhvr>
                                        <p:cTn id="21" dur="500"/>
                                        <p:tgtEl>
                                          <p:spTgt spid="8">
                                            <p:graphicEl>
                                              <a:dgm id="{183C6122-50C3-244E-9A37-015534A6BC4F}"/>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graphicEl>
                                              <a:dgm id="{74A2A63E-D627-B04B-81AE-0A2B2541553E}"/>
                                            </p:graphicEl>
                                          </p:spTgt>
                                        </p:tgtEl>
                                        <p:attrNameLst>
                                          <p:attrName>style.visibility</p:attrName>
                                        </p:attrNameLst>
                                      </p:cBhvr>
                                      <p:to>
                                        <p:strVal val="visible"/>
                                      </p:to>
                                    </p:set>
                                    <p:animEffect transition="in" filter="fade">
                                      <p:cBhvr>
                                        <p:cTn id="26" dur="500"/>
                                        <p:tgtEl>
                                          <p:spTgt spid="8">
                                            <p:graphicEl>
                                              <a:dgm id="{74A2A63E-D627-B04B-81AE-0A2B2541553E}"/>
                                            </p:graphic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graphicEl>
                                              <a:dgm id="{84E3C4F9-62F9-2046-B8F7-BC5ACD6472F6}"/>
                                            </p:graphicEl>
                                          </p:spTgt>
                                        </p:tgtEl>
                                        <p:attrNameLst>
                                          <p:attrName>style.visibility</p:attrName>
                                        </p:attrNameLst>
                                      </p:cBhvr>
                                      <p:to>
                                        <p:strVal val="visible"/>
                                      </p:to>
                                    </p:set>
                                    <p:animEffect transition="in" filter="fade">
                                      <p:cBhvr>
                                        <p:cTn id="29" dur="500"/>
                                        <p:tgtEl>
                                          <p:spTgt spid="8">
                                            <p:graphicEl>
                                              <a:dgm id="{84E3C4F9-62F9-2046-B8F7-BC5ACD6472F6}"/>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8">
                                            <p:graphicEl>
                                              <a:dgm id="{4DC2872F-B29E-C34C-A780-D3D3653CA647}"/>
                                            </p:graphicEl>
                                          </p:spTgt>
                                        </p:tgtEl>
                                        <p:attrNameLst>
                                          <p:attrName>style.visibility</p:attrName>
                                        </p:attrNameLst>
                                      </p:cBhvr>
                                      <p:to>
                                        <p:strVal val="visible"/>
                                      </p:to>
                                    </p:set>
                                    <p:animEffect transition="in" filter="fade">
                                      <p:cBhvr>
                                        <p:cTn id="34" dur="500"/>
                                        <p:tgtEl>
                                          <p:spTgt spid="8">
                                            <p:graphicEl>
                                              <a:dgm id="{4DC2872F-B29E-C34C-A780-D3D3653CA647}"/>
                                            </p:graphic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
                                            <p:graphicEl>
                                              <a:dgm id="{86628370-6F5B-4A43-BF2E-0A01AB1D6214}"/>
                                            </p:graphicEl>
                                          </p:spTgt>
                                        </p:tgtEl>
                                        <p:attrNameLst>
                                          <p:attrName>style.visibility</p:attrName>
                                        </p:attrNameLst>
                                      </p:cBhvr>
                                      <p:to>
                                        <p:strVal val="visible"/>
                                      </p:to>
                                    </p:set>
                                    <p:animEffect transition="in" filter="fade">
                                      <p:cBhvr>
                                        <p:cTn id="37" dur="500"/>
                                        <p:tgtEl>
                                          <p:spTgt spid="8">
                                            <p:graphicEl>
                                              <a:dgm id="{86628370-6F5B-4A43-BF2E-0A01AB1D6214}"/>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graphicEl>
                                              <a:dgm id="{CB482CDC-CC6E-5343-B0B6-006183AF22C7}"/>
                                            </p:graphicEl>
                                          </p:spTgt>
                                        </p:tgtEl>
                                        <p:attrNameLst>
                                          <p:attrName>style.visibility</p:attrName>
                                        </p:attrNameLst>
                                      </p:cBhvr>
                                      <p:to>
                                        <p:strVal val="visible"/>
                                      </p:to>
                                    </p:set>
                                    <p:animEffect transition="in" filter="fade">
                                      <p:cBhvr>
                                        <p:cTn id="42" dur="500"/>
                                        <p:tgtEl>
                                          <p:spTgt spid="8">
                                            <p:graphicEl>
                                              <a:dgm id="{CB482CDC-CC6E-5343-B0B6-006183AF22C7}"/>
                                            </p:graphic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8">
                                            <p:graphicEl>
                                              <a:dgm id="{C1266DE5-FD74-F447-A71C-47CDF47EE393}"/>
                                            </p:graphicEl>
                                          </p:spTgt>
                                        </p:tgtEl>
                                        <p:attrNameLst>
                                          <p:attrName>style.visibility</p:attrName>
                                        </p:attrNameLst>
                                      </p:cBhvr>
                                      <p:to>
                                        <p:strVal val="visible"/>
                                      </p:to>
                                    </p:set>
                                    <p:animEffect transition="in" filter="fade">
                                      <p:cBhvr>
                                        <p:cTn id="45" dur="500"/>
                                        <p:tgtEl>
                                          <p:spTgt spid="8">
                                            <p:graphicEl>
                                              <a:dgm id="{C1266DE5-FD74-F447-A71C-47CDF47EE39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E2A51A-46EE-50B4-07F7-131B063F72F3}"/>
              </a:ext>
            </a:extLst>
          </p:cNvPr>
          <p:cNvSpPr>
            <a:spLocks noGrp="1"/>
          </p:cNvSpPr>
          <p:nvPr>
            <p:ph type="title"/>
          </p:nvPr>
        </p:nvSpPr>
        <p:spPr>
          <a:xfrm>
            <a:off x="768875" y="182403"/>
            <a:ext cx="10671048" cy="822960"/>
          </a:xfrm>
        </p:spPr>
        <p:txBody>
          <a:bodyPr/>
          <a:lstStyle/>
          <a:p>
            <a:r>
              <a:rPr lang="en-US" dirty="0"/>
              <a:t>The One Oracle Advantage</a:t>
            </a:r>
            <a:br>
              <a:rPr lang="en-US" dirty="0"/>
            </a:br>
            <a:endParaRPr lang="en-US" dirty="0"/>
          </a:p>
        </p:txBody>
      </p:sp>
      <p:sp>
        <p:nvSpPr>
          <p:cNvPr id="2" name="Footer Placeholder 1">
            <a:extLst>
              <a:ext uri="{FF2B5EF4-FFF2-40B4-BE49-F238E27FC236}">
                <a16:creationId xmlns:a16="http://schemas.microsoft.com/office/drawing/2014/main" id="{9D8028D2-762B-C2FE-E16B-51E5E2F7C75F}"/>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5C641E67-4752-3129-6E5A-68E0DC933896}"/>
              </a:ext>
            </a:extLst>
          </p:cNvPr>
          <p:cNvSpPr>
            <a:spLocks noGrp="1"/>
          </p:cNvSpPr>
          <p:nvPr>
            <p:ph type="sldNum" sz="quarter" idx="4"/>
          </p:nvPr>
        </p:nvSpPr>
        <p:spPr/>
        <p:txBody>
          <a:bodyPr/>
          <a:lstStyle/>
          <a:p>
            <a:fld id="{345D60D9-5372-5F40-9443-0F9AE5BDC3C8}" type="slidenum">
              <a:rPr lang="en-US" smtClean="0"/>
              <a:pPr/>
              <a:t>7</a:t>
            </a:fld>
            <a:endParaRPr lang="en-US" dirty="0"/>
          </a:p>
        </p:txBody>
      </p:sp>
      <p:cxnSp>
        <p:nvCxnSpPr>
          <p:cNvPr id="32" name="Straight Connector 31">
            <a:extLst>
              <a:ext uri="{FF2B5EF4-FFF2-40B4-BE49-F238E27FC236}">
                <a16:creationId xmlns:a16="http://schemas.microsoft.com/office/drawing/2014/main" id="{8B15FC86-D8A4-FB69-1DBC-F07019FE654D}"/>
              </a:ext>
            </a:extLst>
          </p:cNvPr>
          <p:cNvCxnSpPr>
            <a:cxnSpLocks/>
          </p:cNvCxnSpPr>
          <p:nvPr/>
        </p:nvCxnSpPr>
        <p:spPr>
          <a:xfrm flipV="1">
            <a:off x="2554514" y="1963672"/>
            <a:ext cx="529773" cy="6665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01C961D-6C59-FDB9-D735-46C005B1326D}"/>
              </a:ext>
            </a:extLst>
          </p:cNvPr>
          <p:cNvCxnSpPr>
            <a:cxnSpLocks/>
            <a:endCxn id="26" idx="1"/>
          </p:cNvCxnSpPr>
          <p:nvPr/>
        </p:nvCxnSpPr>
        <p:spPr>
          <a:xfrm flipV="1">
            <a:off x="3084287" y="2913290"/>
            <a:ext cx="572971" cy="2811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1A9E287-C553-BF28-9298-C6B933FDD535}"/>
              </a:ext>
            </a:extLst>
          </p:cNvPr>
          <p:cNvCxnSpPr>
            <a:cxnSpLocks/>
            <a:endCxn id="27" idx="1"/>
          </p:cNvCxnSpPr>
          <p:nvPr/>
        </p:nvCxnSpPr>
        <p:spPr>
          <a:xfrm>
            <a:off x="3084287" y="3841136"/>
            <a:ext cx="77417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E065196-98C4-6C4E-2141-E7171292574B}"/>
              </a:ext>
            </a:extLst>
          </p:cNvPr>
          <p:cNvCxnSpPr>
            <a:cxnSpLocks/>
            <a:endCxn id="28" idx="1"/>
          </p:cNvCxnSpPr>
          <p:nvPr/>
        </p:nvCxnSpPr>
        <p:spPr>
          <a:xfrm>
            <a:off x="3084287" y="4507378"/>
            <a:ext cx="572971" cy="2616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E42574C-80F6-A779-72DA-26DA6741E10B}"/>
              </a:ext>
            </a:extLst>
          </p:cNvPr>
          <p:cNvCxnSpPr>
            <a:cxnSpLocks/>
            <a:endCxn id="29" idx="1"/>
          </p:cNvCxnSpPr>
          <p:nvPr/>
        </p:nvCxnSpPr>
        <p:spPr>
          <a:xfrm>
            <a:off x="2634343" y="4998708"/>
            <a:ext cx="449944" cy="69812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Rounded Rectangle 24">
            <a:extLst>
              <a:ext uri="{FF2B5EF4-FFF2-40B4-BE49-F238E27FC236}">
                <a16:creationId xmlns:a16="http://schemas.microsoft.com/office/drawing/2014/main" id="{F5B176AD-1B0D-B308-129A-517FEDA935B2}"/>
              </a:ext>
            </a:extLst>
          </p:cNvPr>
          <p:cNvSpPr/>
          <p:nvPr/>
        </p:nvSpPr>
        <p:spPr>
          <a:xfrm>
            <a:off x="3084287" y="1731413"/>
            <a:ext cx="7743371" cy="522574"/>
          </a:xfrm>
          <a:prstGeom prst="roundRect">
            <a:avLst>
              <a:gd name="adj" fmla="val 50000"/>
            </a:avLst>
          </a:prstGeom>
          <a:ln w="38100"/>
        </p:spPr>
        <p:style>
          <a:lnRef idx="2">
            <a:schemeClr val="lt1">
              <a:hueOff val="0"/>
              <a:satOff val="0"/>
              <a:lumOff val="0"/>
              <a:alphaOff val="0"/>
            </a:schemeClr>
          </a:lnRef>
          <a:fillRef idx="1">
            <a:schemeClr val="accent3">
              <a:hueOff val="427733"/>
              <a:satOff val="4465"/>
              <a:lumOff val="4000"/>
              <a:alphaOff val="0"/>
            </a:schemeClr>
          </a:fillRef>
          <a:effectRef idx="0">
            <a:schemeClr val="accent3">
              <a:hueOff val="427733"/>
              <a:satOff val="4465"/>
              <a:lumOff val="4000"/>
              <a:alphaOff val="0"/>
            </a:schemeClr>
          </a:effectRef>
          <a:fontRef idx="minor">
            <a:schemeClr val="lt1"/>
          </a:fontRef>
        </p:style>
        <p:txBody>
          <a:bodyPr spcFirstLastPara="0" vert="horz" wrap="square" lIns="46903" tIns="46903" rIns="46903" bIns="46903" numCol="1" spcCol="1270" anchor="ctr" anchorCtr="0">
            <a:noAutofit/>
          </a:bodyPr>
          <a:lstStyle/>
          <a:p>
            <a:pPr marL="0" lvl="0" indent="0" algn="ctr" defTabSz="666750">
              <a:lnSpc>
                <a:spcPct val="90000"/>
              </a:lnSpc>
              <a:spcBef>
                <a:spcPct val="0"/>
              </a:spcBef>
              <a:spcAft>
                <a:spcPct val="35000"/>
              </a:spcAft>
              <a:buNone/>
            </a:pPr>
            <a:r>
              <a:rPr lang="en-US" sz="1600" b="0" i="0" kern="1200" dirty="0"/>
              <a:t>One customer outcome conversation, supported by one coordinated portfolio.</a:t>
            </a:r>
            <a:endParaRPr lang="en-US" sz="1600" kern="1200" dirty="0"/>
          </a:p>
        </p:txBody>
      </p:sp>
      <p:sp>
        <p:nvSpPr>
          <p:cNvPr id="26" name="Rounded Rectangle 25">
            <a:extLst>
              <a:ext uri="{FF2B5EF4-FFF2-40B4-BE49-F238E27FC236}">
                <a16:creationId xmlns:a16="http://schemas.microsoft.com/office/drawing/2014/main" id="{42D9D142-4BB1-110E-865E-F754F819138E}"/>
              </a:ext>
            </a:extLst>
          </p:cNvPr>
          <p:cNvSpPr/>
          <p:nvPr/>
        </p:nvSpPr>
        <p:spPr>
          <a:xfrm>
            <a:off x="3657258" y="2652003"/>
            <a:ext cx="7743371" cy="522574"/>
          </a:xfrm>
          <a:prstGeom prst="roundRect">
            <a:avLst>
              <a:gd name="adj" fmla="val 50000"/>
            </a:avLst>
          </a:prstGeom>
          <a:ln w="38100"/>
        </p:spPr>
        <p:style>
          <a:lnRef idx="2">
            <a:schemeClr val="lt1">
              <a:hueOff val="0"/>
              <a:satOff val="0"/>
              <a:lumOff val="0"/>
              <a:alphaOff val="0"/>
            </a:schemeClr>
          </a:lnRef>
          <a:fillRef idx="1">
            <a:schemeClr val="accent3">
              <a:hueOff val="855467"/>
              <a:satOff val="8930"/>
              <a:lumOff val="8000"/>
              <a:alphaOff val="0"/>
            </a:schemeClr>
          </a:fillRef>
          <a:effectRef idx="0">
            <a:schemeClr val="accent3">
              <a:hueOff val="855467"/>
              <a:satOff val="8930"/>
              <a:lumOff val="8000"/>
              <a:alphaOff val="0"/>
            </a:schemeClr>
          </a:effectRef>
          <a:fontRef idx="minor">
            <a:schemeClr val="lt1"/>
          </a:fontRef>
        </p:style>
        <p:txBody>
          <a:bodyPr spcFirstLastPara="0" vert="horz" wrap="square" lIns="46268" tIns="46268" rIns="46268" bIns="46268" numCol="1" spcCol="1270" anchor="ctr" anchorCtr="0">
            <a:noAutofit/>
          </a:bodyPr>
          <a:lstStyle/>
          <a:p>
            <a:pPr marL="0" lvl="0" indent="0" algn="ctr" defTabSz="622300">
              <a:lnSpc>
                <a:spcPct val="90000"/>
              </a:lnSpc>
              <a:spcBef>
                <a:spcPct val="0"/>
              </a:spcBef>
              <a:spcAft>
                <a:spcPct val="35000"/>
              </a:spcAft>
              <a:buNone/>
            </a:pPr>
            <a:r>
              <a:rPr lang="en-US" sz="1600" b="0" i="0" kern="1200" dirty="0"/>
              <a:t>Oracle's application core brings process and workflow context.</a:t>
            </a:r>
            <a:endParaRPr lang="en-US" sz="1600" kern="1200" dirty="0"/>
          </a:p>
        </p:txBody>
      </p:sp>
      <p:sp>
        <p:nvSpPr>
          <p:cNvPr id="27" name="Rounded Rectangle 26">
            <a:extLst>
              <a:ext uri="{FF2B5EF4-FFF2-40B4-BE49-F238E27FC236}">
                <a16:creationId xmlns:a16="http://schemas.microsoft.com/office/drawing/2014/main" id="{5D97E973-2DCC-36C2-B885-B0471DD59FDE}"/>
              </a:ext>
            </a:extLst>
          </p:cNvPr>
          <p:cNvSpPr/>
          <p:nvPr/>
        </p:nvSpPr>
        <p:spPr>
          <a:xfrm>
            <a:off x="3858458" y="3579849"/>
            <a:ext cx="7743371" cy="522574"/>
          </a:xfrm>
          <a:prstGeom prst="roundRect">
            <a:avLst>
              <a:gd name="adj" fmla="val 50000"/>
            </a:avLst>
          </a:prstGeom>
          <a:ln w="38100"/>
        </p:spPr>
        <p:style>
          <a:lnRef idx="2">
            <a:schemeClr val="lt1">
              <a:hueOff val="0"/>
              <a:satOff val="0"/>
              <a:lumOff val="0"/>
              <a:alphaOff val="0"/>
            </a:schemeClr>
          </a:lnRef>
          <a:fillRef idx="1">
            <a:schemeClr val="accent3">
              <a:hueOff val="1283200"/>
              <a:satOff val="13396"/>
              <a:lumOff val="12000"/>
              <a:alphaOff val="0"/>
            </a:schemeClr>
          </a:fillRef>
          <a:effectRef idx="0">
            <a:schemeClr val="accent3">
              <a:hueOff val="1283200"/>
              <a:satOff val="13396"/>
              <a:lumOff val="12000"/>
              <a:alphaOff val="0"/>
            </a:schemeClr>
          </a:effectRef>
          <a:fontRef idx="minor">
            <a:schemeClr val="lt1"/>
          </a:fontRef>
        </p:style>
        <p:txBody>
          <a:bodyPr spcFirstLastPara="0" vert="horz" wrap="square" lIns="45633" tIns="45633" rIns="45633" bIns="45633" numCol="1" spcCol="1270" anchor="ctr" anchorCtr="0">
            <a:noAutofit/>
          </a:bodyPr>
          <a:lstStyle/>
          <a:p>
            <a:pPr marL="0" lvl="0" indent="0" algn="ctr" defTabSz="577850">
              <a:lnSpc>
                <a:spcPct val="90000"/>
              </a:lnSpc>
              <a:spcBef>
                <a:spcPct val="0"/>
              </a:spcBef>
              <a:spcAft>
                <a:spcPct val="35000"/>
              </a:spcAft>
              <a:buNone/>
            </a:pPr>
            <a:r>
              <a:rPr lang="en-US" sz="1600" b="0" i="0" kern="1200" dirty="0"/>
              <a:t>Oracle's database and data core brings trusted enterprise information.</a:t>
            </a:r>
            <a:endParaRPr lang="en-US" sz="1600" kern="1200" dirty="0"/>
          </a:p>
        </p:txBody>
      </p:sp>
      <p:sp>
        <p:nvSpPr>
          <p:cNvPr id="28" name="Rounded Rectangle 27">
            <a:extLst>
              <a:ext uri="{FF2B5EF4-FFF2-40B4-BE49-F238E27FC236}">
                <a16:creationId xmlns:a16="http://schemas.microsoft.com/office/drawing/2014/main" id="{BD446701-B1FF-E6BD-3567-64218958420E}"/>
              </a:ext>
            </a:extLst>
          </p:cNvPr>
          <p:cNvSpPr/>
          <p:nvPr/>
        </p:nvSpPr>
        <p:spPr>
          <a:xfrm>
            <a:off x="3657258" y="4507695"/>
            <a:ext cx="7743371" cy="522574"/>
          </a:xfrm>
          <a:prstGeom prst="roundRect">
            <a:avLst>
              <a:gd name="adj" fmla="val 50000"/>
            </a:avLst>
          </a:prstGeom>
          <a:solidFill>
            <a:srgbClr val="DBA35A"/>
          </a:solidFill>
          <a:ln w="38100"/>
        </p:spPr>
        <p:style>
          <a:lnRef idx="2">
            <a:schemeClr val="lt1">
              <a:hueOff val="0"/>
              <a:satOff val="0"/>
              <a:lumOff val="0"/>
              <a:alphaOff val="0"/>
            </a:schemeClr>
          </a:lnRef>
          <a:fillRef idx="1">
            <a:schemeClr val="accent3">
              <a:hueOff val="1710934"/>
              <a:satOff val="17861"/>
              <a:lumOff val="16000"/>
              <a:alphaOff val="0"/>
            </a:schemeClr>
          </a:fillRef>
          <a:effectRef idx="0">
            <a:schemeClr val="accent3">
              <a:hueOff val="1710934"/>
              <a:satOff val="17861"/>
              <a:lumOff val="16000"/>
              <a:alphaOff val="0"/>
            </a:schemeClr>
          </a:effectRef>
          <a:fontRef idx="minor">
            <a:schemeClr val="lt1"/>
          </a:fontRef>
        </p:style>
        <p:txBody>
          <a:bodyPr spcFirstLastPara="0" vert="horz" wrap="square" lIns="44363" tIns="44363" rIns="44363" bIns="44363" numCol="1" spcCol="1270" anchor="ctr" anchorCtr="0">
            <a:noAutofit/>
          </a:bodyPr>
          <a:lstStyle/>
          <a:p>
            <a:pPr marL="0" lvl="0" indent="0" algn="ctr" defTabSz="488950">
              <a:lnSpc>
                <a:spcPct val="90000"/>
              </a:lnSpc>
              <a:spcBef>
                <a:spcPct val="0"/>
              </a:spcBef>
              <a:spcAft>
                <a:spcPct val="35000"/>
              </a:spcAft>
              <a:buNone/>
            </a:pPr>
            <a:r>
              <a:rPr lang="en-US" sz="1600" b="0" i="0" kern="1200" dirty="0"/>
              <a:t>Oracle Cloud and AI help turn context into execution.</a:t>
            </a:r>
            <a:endParaRPr lang="en-US" sz="1600" kern="1200" dirty="0"/>
          </a:p>
        </p:txBody>
      </p:sp>
      <p:sp>
        <p:nvSpPr>
          <p:cNvPr id="29" name="Rounded Rectangle 28">
            <a:extLst>
              <a:ext uri="{FF2B5EF4-FFF2-40B4-BE49-F238E27FC236}">
                <a16:creationId xmlns:a16="http://schemas.microsoft.com/office/drawing/2014/main" id="{DCF42E66-C60C-C2E0-C62F-1F875D125EFB}"/>
              </a:ext>
            </a:extLst>
          </p:cNvPr>
          <p:cNvSpPr/>
          <p:nvPr/>
        </p:nvSpPr>
        <p:spPr>
          <a:xfrm>
            <a:off x="3084287" y="5435542"/>
            <a:ext cx="7743371" cy="522574"/>
          </a:xfrm>
          <a:prstGeom prst="roundRect">
            <a:avLst>
              <a:gd name="adj" fmla="val 50000"/>
            </a:avLst>
          </a:prstGeom>
          <a:solidFill>
            <a:srgbClr val="CFB060"/>
          </a:solidFill>
          <a:ln w="38100"/>
        </p:spPr>
        <p:style>
          <a:lnRef idx="2">
            <a:schemeClr val="lt1">
              <a:hueOff val="0"/>
              <a:satOff val="0"/>
              <a:lumOff val="0"/>
              <a:alphaOff val="0"/>
            </a:schemeClr>
          </a:lnRef>
          <a:fillRef idx="1">
            <a:schemeClr val="accent3">
              <a:hueOff val="2138667"/>
              <a:satOff val="22326"/>
              <a:lumOff val="20000"/>
              <a:alphaOff val="0"/>
            </a:schemeClr>
          </a:fillRef>
          <a:effectRef idx="0">
            <a:schemeClr val="accent3">
              <a:hueOff val="2138667"/>
              <a:satOff val="22326"/>
              <a:lumOff val="20000"/>
              <a:alphaOff val="0"/>
            </a:schemeClr>
          </a:effectRef>
          <a:fontRef idx="minor">
            <a:schemeClr val="lt1"/>
          </a:fontRef>
        </p:style>
        <p:txBody>
          <a:bodyPr spcFirstLastPara="0" vert="horz" wrap="square" lIns="43728" tIns="43728" rIns="43728" bIns="43728" numCol="1" spcCol="1270" anchor="ctr" anchorCtr="0">
            <a:noAutofit/>
          </a:bodyPr>
          <a:lstStyle/>
          <a:p>
            <a:pPr marL="0" lvl="0" indent="0" algn="ctr" defTabSz="444500">
              <a:lnSpc>
                <a:spcPct val="90000"/>
              </a:lnSpc>
              <a:spcBef>
                <a:spcPct val="0"/>
              </a:spcBef>
              <a:spcAft>
                <a:spcPct val="35000"/>
              </a:spcAft>
              <a:buNone/>
            </a:pPr>
            <a:r>
              <a:rPr lang="en-US" sz="1600" b="0" i="0" kern="1200" dirty="0"/>
              <a:t>Open integration connects Oracle value to the rest of your environment.</a:t>
            </a:r>
            <a:endParaRPr lang="en-US" sz="1600" kern="1200" dirty="0"/>
          </a:p>
        </p:txBody>
      </p:sp>
      <p:sp>
        <p:nvSpPr>
          <p:cNvPr id="24" name="Oval 23">
            <a:extLst>
              <a:ext uri="{FF2B5EF4-FFF2-40B4-BE49-F238E27FC236}">
                <a16:creationId xmlns:a16="http://schemas.microsoft.com/office/drawing/2014/main" id="{24B37A51-DBB3-76A2-BE2D-D18A94ADC822}"/>
              </a:ext>
            </a:extLst>
          </p:cNvPr>
          <p:cNvSpPr/>
          <p:nvPr/>
        </p:nvSpPr>
        <p:spPr>
          <a:xfrm rot="21412153">
            <a:off x="766763" y="2546572"/>
            <a:ext cx="2600299" cy="2600299"/>
          </a:xfrm>
          <a:prstGeom prst="ellipse">
            <a:avLst/>
          </a:prstGeom>
          <a:blipFill>
            <a:blip r:embed="rId3" cstate="screen">
              <a:extLst>
                <a:ext uri="{28A0092B-C50C-407E-A947-70E740481C1C}">
                  <a14:useLocalDpi xmlns:a14="http://schemas.microsoft.com/office/drawing/2010/main"/>
                </a:ext>
              </a:extLst>
            </a:blip>
            <a:stretch>
              <a:fillRect l="1325" t="587"/>
            </a:stretch>
          </a:blipFill>
          <a:ln w="38100"/>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600"/>
                                        <p:tgtEl>
                                          <p:spTgt spid="24"/>
                                        </p:tgtEl>
                                      </p:cBhvr>
                                    </p:animEffect>
                                  </p:childTnLst>
                                </p:cTn>
                              </p:par>
                              <p:par>
                                <p:cTn id="8" presetID="42" presetClass="path" presetSubtype="0" accel="50000" decel="50000" fill="hold" nodeType="withEffect">
                                  <p:stCondLst>
                                    <p:cond delay="0"/>
                                  </p:stCondLst>
                                  <p:childTnLst>
                                    <p:animMotion origin="layout" path="M 0.00287 -0.07639 L -1.875E-6 -2.59259E-6 " pathEditMode="relative" rAng="0" ptsTypes="AA">
                                      <p:cBhvr>
                                        <p:cTn id="9" dur="500" fill="hold"/>
                                        <p:tgtEl>
                                          <p:spTgt spid="24"/>
                                        </p:tgtEl>
                                        <p:attrNameLst>
                                          <p:attrName>ppt_x</p:attrName>
                                          <p:attrName>ppt_y</p:attrName>
                                        </p:attrNameLst>
                                      </p:cBhvr>
                                      <p:rCtr x="-117" y="3912"/>
                                    </p:animMotion>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wipe(left)">
                                      <p:cBhvr>
                                        <p:cTn id="14" dur="500"/>
                                        <p:tgtEl>
                                          <p:spTgt spid="32"/>
                                        </p:tgtEl>
                                      </p:cBhvr>
                                    </p:animEffect>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wipe(left)">
                                      <p:cBhvr>
                                        <p:cTn id="23" dur="500"/>
                                        <p:tgtEl>
                                          <p:spTgt spid="34"/>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left)">
                                      <p:cBhvr>
                                        <p:cTn id="32" dur="500"/>
                                        <p:tgtEl>
                                          <p:spTgt spid="36"/>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wipe(left)">
                                      <p:cBhvr>
                                        <p:cTn id="36" dur="500"/>
                                        <p:tgtEl>
                                          <p:spTgt spid="2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wipe(left)">
                                      <p:cBhvr>
                                        <p:cTn id="41" dur="500"/>
                                        <p:tgtEl>
                                          <p:spTgt spid="38"/>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wipe(left)">
                                      <p:cBhvr>
                                        <p:cTn id="45"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wipe(left)">
                                      <p:cBhvr>
                                        <p:cTn id="50" dur="500"/>
                                        <p:tgtEl>
                                          <p:spTgt spid="40"/>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wipe(left)">
                                      <p:cBhvr>
                                        <p:cTn id="5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ED608B-911A-E2D5-D067-FAF5F36BA1C9}"/>
              </a:ext>
            </a:extLst>
          </p:cNvPr>
          <p:cNvSpPr>
            <a:spLocks noGrp="1"/>
          </p:cNvSpPr>
          <p:nvPr>
            <p:ph type="title"/>
          </p:nvPr>
        </p:nvSpPr>
        <p:spPr>
          <a:xfrm>
            <a:off x="768875" y="182403"/>
            <a:ext cx="10671048" cy="822960"/>
          </a:xfrm>
        </p:spPr>
        <p:txBody>
          <a:bodyPr/>
          <a:lstStyle/>
          <a:p>
            <a:r>
              <a:rPr lang="en-US" dirty="0"/>
              <a:t>Applications: Where Business Work Happens</a:t>
            </a:r>
            <a:br>
              <a:rPr lang="en-US" dirty="0"/>
            </a:br>
            <a:endParaRPr lang="en-US" dirty="0"/>
          </a:p>
        </p:txBody>
      </p:sp>
      <p:graphicFrame>
        <p:nvGraphicFramePr>
          <p:cNvPr id="9" name="Content Placeholder 8">
            <a:extLst>
              <a:ext uri="{FF2B5EF4-FFF2-40B4-BE49-F238E27FC236}">
                <a16:creationId xmlns:a16="http://schemas.microsoft.com/office/drawing/2014/main" id="{A0C60002-CBD7-8F5B-3364-5C7E829D27C2}"/>
              </a:ext>
            </a:extLst>
          </p:cNvPr>
          <p:cNvGraphicFramePr>
            <a:graphicFrameLocks noGrp="1"/>
          </p:cNvGraphicFramePr>
          <p:nvPr>
            <p:ph sz="quarter" idx="14"/>
            <p:extLst>
              <p:ext uri="{D42A27DB-BD31-4B8C-83A1-F6EECF244321}">
                <p14:modId xmlns:p14="http://schemas.microsoft.com/office/powerpoint/2010/main" val="3954199289"/>
              </p:ext>
            </p:extLst>
          </p:nvPr>
        </p:nvGraphicFramePr>
        <p:xfrm>
          <a:off x="-1306286" y="1460103"/>
          <a:ext cx="14949715" cy="4508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DAC2864C-5F83-C4DC-4164-4462E0073E5C}"/>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F26E8CF6-B564-9D2E-00FA-35EE17CE1BDE}"/>
              </a:ext>
            </a:extLst>
          </p:cNvPr>
          <p:cNvSpPr>
            <a:spLocks noGrp="1"/>
          </p:cNvSpPr>
          <p:nvPr>
            <p:ph type="sldNum" sz="quarter" idx="4"/>
          </p:nvPr>
        </p:nvSpPr>
        <p:spPr/>
        <p:txBody>
          <a:bodyPr/>
          <a:lstStyle/>
          <a:p>
            <a:fld id="{345D60D9-5372-5F40-9443-0F9AE5BDC3C8}" type="slidenum">
              <a:rPr lang="en-US" smtClean="0"/>
              <a:pPr/>
              <a:t>8</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graphicEl>
                                              <a:dgm id="{64A604DC-9E6F-9A47-89E8-A195EC03B009}"/>
                                            </p:graphicEl>
                                          </p:spTgt>
                                        </p:tgtEl>
                                        <p:attrNameLst>
                                          <p:attrName>style.visibility</p:attrName>
                                        </p:attrNameLst>
                                      </p:cBhvr>
                                      <p:to>
                                        <p:strVal val="visible"/>
                                      </p:to>
                                    </p:set>
                                    <p:animEffect transition="in" filter="fade">
                                      <p:cBhvr>
                                        <p:cTn id="7" dur="500"/>
                                        <p:tgtEl>
                                          <p:spTgt spid="9">
                                            <p:graphicEl>
                                              <a:dgm id="{64A604DC-9E6F-9A47-89E8-A195EC03B009}"/>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graphicEl>
                                              <a:dgm id="{25F6494F-8DBF-374D-9558-C80BA3404EC8}"/>
                                            </p:graphicEl>
                                          </p:spTgt>
                                        </p:tgtEl>
                                        <p:attrNameLst>
                                          <p:attrName>style.visibility</p:attrName>
                                        </p:attrNameLst>
                                      </p:cBhvr>
                                      <p:to>
                                        <p:strVal val="visible"/>
                                      </p:to>
                                    </p:set>
                                    <p:animEffect transition="in" filter="fade">
                                      <p:cBhvr>
                                        <p:cTn id="10" dur="500"/>
                                        <p:tgtEl>
                                          <p:spTgt spid="9">
                                            <p:graphicEl>
                                              <a:dgm id="{25F6494F-8DBF-374D-9558-C80BA3404EC8}"/>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graphicEl>
                                              <a:dgm id="{9D9750C2-DAE0-8845-9D4A-0AD0C97D8A2E}"/>
                                            </p:graphicEl>
                                          </p:spTgt>
                                        </p:tgtEl>
                                        <p:attrNameLst>
                                          <p:attrName>style.visibility</p:attrName>
                                        </p:attrNameLst>
                                      </p:cBhvr>
                                      <p:to>
                                        <p:strVal val="visible"/>
                                      </p:to>
                                    </p:set>
                                    <p:animEffect transition="in" filter="fade">
                                      <p:cBhvr>
                                        <p:cTn id="15" dur="500"/>
                                        <p:tgtEl>
                                          <p:spTgt spid="9">
                                            <p:graphicEl>
                                              <a:dgm id="{9D9750C2-DAE0-8845-9D4A-0AD0C97D8A2E}"/>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graphicEl>
                                              <a:dgm id="{F03F42D1-F92D-2C41-96C9-CF924E1253B3}"/>
                                            </p:graphicEl>
                                          </p:spTgt>
                                        </p:tgtEl>
                                        <p:attrNameLst>
                                          <p:attrName>style.visibility</p:attrName>
                                        </p:attrNameLst>
                                      </p:cBhvr>
                                      <p:to>
                                        <p:strVal val="visible"/>
                                      </p:to>
                                    </p:set>
                                    <p:animEffect transition="in" filter="fade">
                                      <p:cBhvr>
                                        <p:cTn id="18" dur="500"/>
                                        <p:tgtEl>
                                          <p:spTgt spid="9">
                                            <p:graphicEl>
                                              <a:dgm id="{F03F42D1-F92D-2C41-96C9-CF924E1253B3}"/>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graphicEl>
                                              <a:dgm id="{EC63BB3D-3D5F-AC48-A1B1-ECF13CAEF51B}"/>
                                            </p:graphicEl>
                                          </p:spTgt>
                                        </p:tgtEl>
                                        <p:attrNameLst>
                                          <p:attrName>style.visibility</p:attrName>
                                        </p:attrNameLst>
                                      </p:cBhvr>
                                      <p:to>
                                        <p:strVal val="visible"/>
                                      </p:to>
                                    </p:set>
                                    <p:animEffect transition="in" filter="fade">
                                      <p:cBhvr>
                                        <p:cTn id="23" dur="500"/>
                                        <p:tgtEl>
                                          <p:spTgt spid="9">
                                            <p:graphicEl>
                                              <a:dgm id="{EC63BB3D-3D5F-AC48-A1B1-ECF13CAEF51B}"/>
                                            </p:graphic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graphicEl>
                                              <a:dgm id="{57991346-3EFB-3E4E-B154-2B0B56F10258}"/>
                                            </p:graphicEl>
                                          </p:spTgt>
                                        </p:tgtEl>
                                        <p:attrNameLst>
                                          <p:attrName>style.visibility</p:attrName>
                                        </p:attrNameLst>
                                      </p:cBhvr>
                                      <p:to>
                                        <p:strVal val="visible"/>
                                      </p:to>
                                    </p:set>
                                    <p:animEffect transition="in" filter="fade">
                                      <p:cBhvr>
                                        <p:cTn id="26" dur="500"/>
                                        <p:tgtEl>
                                          <p:spTgt spid="9">
                                            <p:graphicEl>
                                              <a:dgm id="{57991346-3EFB-3E4E-B154-2B0B56F10258}"/>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graphicEl>
                                              <a:dgm id="{48723828-20AF-5A4A-B815-DD953825C3CE}"/>
                                            </p:graphicEl>
                                          </p:spTgt>
                                        </p:tgtEl>
                                        <p:attrNameLst>
                                          <p:attrName>style.visibility</p:attrName>
                                        </p:attrNameLst>
                                      </p:cBhvr>
                                      <p:to>
                                        <p:strVal val="visible"/>
                                      </p:to>
                                    </p:set>
                                    <p:animEffect transition="in" filter="fade">
                                      <p:cBhvr>
                                        <p:cTn id="31" dur="500"/>
                                        <p:tgtEl>
                                          <p:spTgt spid="9">
                                            <p:graphicEl>
                                              <a:dgm id="{48723828-20AF-5A4A-B815-DD953825C3CE}"/>
                                            </p:graphic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graphicEl>
                                              <a:dgm id="{9D873F11-D575-7746-90CB-074CD2E6B6D8}"/>
                                            </p:graphicEl>
                                          </p:spTgt>
                                        </p:tgtEl>
                                        <p:attrNameLst>
                                          <p:attrName>style.visibility</p:attrName>
                                        </p:attrNameLst>
                                      </p:cBhvr>
                                      <p:to>
                                        <p:strVal val="visible"/>
                                      </p:to>
                                    </p:set>
                                    <p:animEffect transition="in" filter="fade">
                                      <p:cBhvr>
                                        <p:cTn id="34" dur="500"/>
                                        <p:tgtEl>
                                          <p:spTgt spid="9">
                                            <p:graphicEl>
                                              <a:dgm id="{9D873F11-D575-7746-90CB-074CD2E6B6D8}"/>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9">
                                            <p:graphicEl>
                                              <a:dgm id="{66A44305-199E-634A-AE9B-90589EA4937B}"/>
                                            </p:graphicEl>
                                          </p:spTgt>
                                        </p:tgtEl>
                                        <p:attrNameLst>
                                          <p:attrName>style.visibility</p:attrName>
                                        </p:attrNameLst>
                                      </p:cBhvr>
                                      <p:to>
                                        <p:strVal val="visible"/>
                                      </p:to>
                                    </p:set>
                                    <p:animEffect transition="in" filter="fade">
                                      <p:cBhvr>
                                        <p:cTn id="39" dur="500"/>
                                        <p:tgtEl>
                                          <p:spTgt spid="9">
                                            <p:graphicEl>
                                              <a:dgm id="{66A44305-199E-634A-AE9B-90589EA4937B}"/>
                                            </p:graphic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9">
                                            <p:graphicEl>
                                              <a:dgm id="{7EF105FC-58DA-4641-89F9-DFBFDCC19A47}"/>
                                            </p:graphicEl>
                                          </p:spTgt>
                                        </p:tgtEl>
                                        <p:attrNameLst>
                                          <p:attrName>style.visibility</p:attrName>
                                        </p:attrNameLst>
                                      </p:cBhvr>
                                      <p:to>
                                        <p:strVal val="visible"/>
                                      </p:to>
                                    </p:set>
                                    <p:animEffect transition="in" filter="fade">
                                      <p:cBhvr>
                                        <p:cTn id="42" dur="500"/>
                                        <p:tgtEl>
                                          <p:spTgt spid="9">
                                            <p:graphicEl>
                                              <a:dgm id="{7EF105FC-58DA-4641-89F9-DFBFDCC19A4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uiExpand="1">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5967E3-256B-71D3-0E1B-1C75987BDBF1}"/>
              </a:ext>
            </a:extLst>
          </p:cNvPr>
          <p:cNvSpPr>
            <a:spLocks noGrp="1"/>
          </p:cNvSpPr>
          <p:nvPr>
            <p:ph type="title"/>
          </p:nvPr>
        </p:nvSpPr>
        <p:spPr>
          <a:xfrm>
            <a:off x="768875" y="182403"/>
            <a:ext cx="10671048" cy="822960"/>
          </a:xfrm>
        </p:spPr>
        <p:txBody>
          <a:bodyPr/>
          <a:lstStyle/>
          <a:p>
            <a:r>
              <a:rPr lang="en-US" dirty="0"/>
              <a:t>Data and Database: The Trust Foundation</a:t>
            </a:r>
            <a:br>
              <a:rPr lang="en-US" dirty="0"/>
            </a:br>
            <a:endParaRPr lang="en-US" dirty="0"/>
          </a:p>
        </p:txBody>
      </p:sp>
      <p:graphicFrame>
        <p:nvGraphicFramePr>
          <p:cNvPr id="8" name="Content Placeholder 7">
            <a:extLst>
              <a:ext uri="{FF2B5EF4-FFF2-40B4-BE49-F238E27FC236}">
                <a16:creationId xmlns:a16="http://schemas.microsoft.com/office/drawing/2014/main" id="{0A54AA8C-7FB1-5848-27B0-899EF30E97EA}"/>
              </a:ext>
            </a:extLst>
          </p:cNvPr>
          <p:cNvGraphicFramePr>
            <a:graphicFrameLocks noGrp="1"/>
          </p:cNvGraphicFramePr>
          <p:nvPr>
            <p:ph sz="quarter" idx="14"/>
            <p:extLst>
              <p:ext uri="{D42A27DB-BD31-4B8C-83A1-F6EECF244321}">
                <p14:modId xmlns:p14="http://schemas.microsoft.com/office/powerpoint/2010/main" val="844019185"/>
              </p:ext>
            </p:extLst>
          </p:nvPr>
        </p:nvGraphicFramePr>
        <p:xfrm>
          <a:off x="-1208315" y="1460103"/>
          <a:ext cx="14608629" cy="4508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9D927E6D-ECDC-7372-F9CE-CB34C4318D34}"/>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CAFAFEBD-9160-2FA7-C2B9-75953E6250AB}"/>
              </a:ext>
            </a:extLst>
          </p:cNvPr>
          <p:cNvSpPr>
            <a:spLocks noGrp="1"/>
          </p:cNvSpPr>
          <p:nvPr>
            <p:ph type="sldNum" sz="quarter" idx="4"/>
          </p:nvPr>
        </p:nvSpPr>
        <p:spPr/>
        <p:txBody>
          <a:bodyPr/>
          <a:lstStyle/>
          <a:p>
            <a:fld id="{345D60D9-5372-5F40-9443-0F9AE5BDC3C8}" type="slidenum">
              <a:rPr lang="en-US" smtClean="0"/>
              <a:pPr/>
              <a:t>9</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graphicEl>
                                              <a:dgm id="{DD36B553-7B9D-A349-A862-8D285F3FE80F}"/>
                                            </p:graphicEl>
                                          </p:spTgt>
                                        </p:tgtEl>
                                        <p:attrNameLst>
                                          <p:attrName>style.visibility</p:attrName>
                                        </p:attrNameLst>
                                      </p:cBhvr>
                                      <p:to>
                                        <p:strVal val="visible"/>
                                      </p:to>
                                    </p:set>
                                    <p:animEffect transition="in" filter="fade">
                                      <p:cBhvr>
                                        <p:cTn id="7" dur="500"/>
                                        <p:tgtEl>
                                          <p:spTgt spid="8">
                                            <p:graphicEl>
                                              <a:dgm id="{DD36B553-7B9D-A349-A862-8D285F3FE80F}"/>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graphicEl>
                                              <a:dgm id="{E374BB5F-E30A-1940-B812-867920A22506}"/>
                                            </p:graphicEl>
                                          </p:spTgt>
                                        </p:tgtEl>
                                        <p:attrNameLst>
                                          <p:attrName>style.visibility</p:attrName>
                                        </p:attrNameLst>
                                      </p:cBhvr>
                                      <p:to>
                                        <p:strVal val="visible"/>
                                      </p:to>
                                    </p:set>
                                    <p:animEffect transition="in" filter="fade">
                                      <p:cBhvr>
                                        <p:cTn id="10" dur="500"/>
                                        <p:tgtEl>
                                          <p:spTgt spid="8">
                                            <p:graphicEl>
                                              <a:dgm id="{E374BB5F-E30A-1940-B812-867920A22506}"/>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graphicEl>
                                              <a:dgm id="{FF2920AC-4AF6-9E44-B3D0-C87B11463126}"/>
                                            </p:graphicEl>
                                          </p:spTgt>
                                        </p:tgtEl>
                                        <p:attrNameLst>
                                          <p:attrName>style.visibility</p:attrName>
                                        </p:attrNameLst>
                                      </p:cBhvr>
                                      <p:to>
                                        <p:strVal val="visible"/>
                                      </p:to>
                                    </p:set>
                                    <p:animEffect transition="in" filter="fade">
                                      <p:cBhvr>
                                        <p:cTn id="15" dur="500"/>
                                        <p:tgtEl>
                                          <p:spTgt spid="8">
                                            <p:graphicEl>
                                              <a:dgm id="{FF2920AC-4AF6-9E44-B3D0-C87B11463126}"/>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graphicEl>
                                              <a:dgm id="{00302D8A-A7F6-BD48-A640-2F23C6AE0F13}"/>
                                            </p:graphicEl>
                                          </p:spTgt>
                                        </p:tgtEl>
                                        <p:attrNameLst>
                                          <p:attrName>style.visibility</p:attrName>
                                        </p:attrNameLst>
                                      </p:cBhvr>
                                      <p:to>
                                        <p:strVal val="visible"/>
                                      </p:to>
                                    </p:set>
                                    <p:animEffect transition="in" filter="fade">
                                      <p:cBhvr>
                                        <p:cTn id="18" dur="500"/>
                                        <p:tgtEl>
                                          <p:spTgt spid="8">
                                            <p:graphicEl>
                                              <a:dgm id="{00302D8A-A7F6-BD48-A640-2F23C6AE0F13}"/>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graphicEl>
                                              <a:dgm id="{BBD9D660-A2D7-7047-8724-EDC3067B25B7}"/>
                                            </p:graphicEl>
                                          </p:spTgt>
                                        </p:tgtEl>
                                        <p:attrNameLst>
                                          <p:attrName>style.visibility</p:attrName>
                                        </p:attrNameLst>
                                      </p:cBhvr>
                                      <p:to>
                                        <p:strVal val="visible"/>
                                      </p:to>
                                    </p:set>
                                    <p:animEffect transition="in" filter="fade">
                                      <p:cBhvr>
                                        <p:cTn id="23" dur="500"/>
                                        <p:tgtEl>
                                          <p:spTgt spid="8">
                                            <p:graphicEl>
                                              <a:dgm id="{BBD9D660-A2D7-7047-8724-EDC3067B25B7}"/>
                                            </p:graphic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graphicEl>
                                              <a:dgm id="{59536076-A598-6E4E-824D-7AE0D2462484}"/>
                                            </p:graphicEl>
                                          </p:spTgt>
                                        </p:tgtEl>
                                        <p:attrNameLst>
                                          <p:attrName>style.visibility</p:attrName>
                                        </p:attrNameLst>
                                      </p:cBhvr>
                                      <p:to>
                                        <p:strVal val="visible"/>
                                      </p:to>
                                    </p:set>
                                    <p:animEffect transition="in" filter="fade">
                                      <p:cBhvr>
                                        <p:cTn id="26" dur="500"/>
                                        <p:tgtEl>
                                          <p:spTgt spid="8">
                                            <p:graphicEl>
                                              <a:dgm id="{59536076-A598-6E4E-824D-7AE0D2462484}"/>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graphicEl>
                                              <a:dgm id="{7D905D18-3911-1A46-8BFA-2D32DBE9768E}"/>
                                            </p:graphicEl>
                                          </p:spTgt>
                                        </p:tgtEl>
                                        <p:attrNameLst>
                                          <p:attrName>style.visibility</p:attrName>
                                        </p:attrNameLst>
                                      </p:cBhvr>
                                      <p:to>
                                        <p:strVal val="visible"/>
                                      </p:to>
                                    </p:set>
                                    <p:animEffect transition="in" filter="fade">
                                      <p:cBhvr>
                                        <p:cTn id="31" dur="500"/>
                                        <p:tgtEl>
                                          <p:spTgt spid="8">
                                            <p:graphicEl>
                                              <a:dgm id="{7D905D18-3911-1A46-8BFA-2D32DBE9768E}"/>
                                            </p:graphic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graphicEl>
                                              <a:dgm id="{C32C52F3-72F1-6F4C-A7B1-82D460AC460B}"/>
                                            </p:graphicEl>
                                          </p:spTgt>
                                        </p:tgtEl>
                                        <p:attrNameLst>
                                          <p:attrName>style.visibility</p:attrName>
                                        </p:attrNameLst>
                                      </p:cBhvr>
                                      <p:to>
                                        <p:strVal val="visible"/>
                                      </p:to>
                                    </p:set>
                                    <p:animEffect transition="in" filter="fade">
                                      <p:cBhvr>
                                        <p:cTn id="34" dur="500"/>
                                        <p:tgtEl>
                                          <p:spTgt spid="8">
                                            <p:graphicEl>
                                              <a:dgm id="{C32C52F3-72F1-6F4C-A7B1-82D460AC460B}"/>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graphicEl>
                                              <a:dgm id="{87441F7E-D4C3-464B-9A5C-387B6BE8BD09}"/>
                                            </p:graphicEl>
                                          </p:spTgt>
                                        </p:tgtEl>
                                        <p:attrNameLst>
                                          <p:attrName>style.visibility</p:attrName>
                                        </p:attrNameLst>
                                      </p:cBhvr>
                                      <p:to>
                                        <p:strVal val="visible"/>
                                      </p:to>
                                    </p:set>
                                    <p:animEffect transition="in" filter="fade">
                                      <p:cBhvr>
                                        <p:cTn id="39" dur="500"/>
                                        <p:tgtEl>
                                          <p:spTgt spid="8">
                                            <p:graphicEl>
                                              <a:dgm id="{87441F7E-D4C3-464B-9A5C-387B6BE8BD09}"/>
                                            </p:graphic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8">
                                            <p:graphicEl>
                                              <a:dgm id="{0A575F73-3D9C-D042-8EBE-F555C7588D55}"/>
                                            </p:graphicEl>
                                          </p:spTgt>
                                        </p:tgtEl>
                                        <p:attrNameLst>
                                          <p:attrName>style.visibility</p:attrName>
                                        </p:attrNameLst>
                                      </p:cBhvr>
                                      <p:to>
                                        <p:strVal val="visible"/>
                                      </p:to>
                                    </p:set>
                                    <p:animEffect transition="in" filter="fade">
                                      <p:cBhvr>
                                        <p:cTn id="42" dur="500"/>
                                        <p:tgtEl>
                                          <p:spTgt spid="8">
                                            <p:graphicEl>
                                              <a:dgm id="{0A575F73-3D9C-D042-8EBE-F555C7588D5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D3826F-DBE6-109F-FD47-F15C7863455F}"/>
              </a:ext>
            </a:extLst>
          </p:cNvPr>
          <p:cNvSpPr>
            <a:spLocks noGrp="1"/>
          </p:cNvSpPr>
          <p:nvPr>
            <p:ph type="title"/>
          </p:nvPr>
        </p:nvSpPr>
        <p:spPr>
          <a:xfrm>
            <a:off x="768875" y="182403"/>
            <a:ext cx="10671048" cy="822960"/>
          </a:xfrm>
        </p:spPr>
        <p:txBody>
          <a:bodyPr/>
          <a:lstStyle/>
          <a:p>
            <a:r>
              <a:rPr lang="en-US" dirty="0"/>
              <a:t>Cloud and AI: Practical Execution at Enterprise Scale</a:t>
            </a:r>
            <a:br>
              <a:rPr lang="en-US" dirty="0"/>
            </a:br>
            <a:endParaRPr lang="en-US" dirty="0"/>
          </a:p>
        </p:txBody>
      </p:sp>
      <p:graphicFrame>
        <p:nvGraphicFramePr>
          <p:cNvPr id="10" name="Content Placeholder 9">
            <a:extLst>
              <a:ext uri="{FF2B5EF4-FFF2-40B4-BE49-F238E27FC236}">
                <a16:creationId xmlns:a16="http://schemas.microsoft.com/office/drawing/2014/main" id="{6E135FD9-1267-C343-766A-0D4D5CD1D868}"/>
              </a:ext>
            </a:extLst>
          </p:cNvPr>
          <p:cNvGraphicFramePr>
            <a:graphicFrameLocks noGrp="1"/>
          </p:cNvGraphicFramePr>
          <p:nvPr>
            <p:ph sz="quarter" idx="14"/>
            <p:extLst>
              <p:ext uri="{D42A27DB-BD31-4B8C-83A1-F6EECF244321}">
                <p14:modId xmlns:p14="http://schemas.microsoft.com/office/powerpoint/2010/main" val="40950171"/>
              </p:ext>
            </p:extLst>
          </p:nvPr>
        </p:nvGraphicFramePr>
        <p:xfrm>
          <a:off x="-1270000" y="1600200"/>
          <a:ext cx="15167429" cy="4508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82F9A744-52E7-CC7A-A3FC-8118150B41CC}"/>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FE4CB096-BD0E-BA0C-EDB6-6AE5A4FCC14A}"/>
              </a:ext>
            </a:extLst>
          </p:cNvPr>
          <p:cNvSpPr>
            <a:spLocks noGrp="1"/>
          </p:cNvSpPr>
          <p:nvPr>
            <p:ph type="sldNum" sz="quarter" idx="4"/>
          </p:nvPr>
        </p:nvSpPr>
        <p:spPr/>
        <p:txBody>
          <a:bodyPr/>
          <a:lstStyle/>
          <a:p>
            <a:fld id="{345D60D9-5372-5F40-9443-0F9AE5BDC3C8}" type="slidenum">
              <a:rPr lang="en-US" smtClean="0"/>
              <a:pPr/>
              <a:t>10</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graphicEl>
                                              <a:dgm id="{EA8C5E5A-F94D-984B-BF42-0D3D5CA8CC86}"/>
                                            </p:graphicEl>
                                          </p:spTgt>
                                        </p:tgtEl>
                                        <p:attrNameLst>
                                          <p:attrName>style.visibility</p:attrName>
                                        </p:attrNameLst>
                                      </p:cBhvr>
                                      <p:to>
                                        <p:strVal val="visible"/>
                                      </p:to>
                                    </p:set>
                                    <p:animEffect transition="in" filter="fade">
                                      <p:cBhvr>
                                        <p:cTn id="7" dur="500"/>
                                        <p:tgtEl>
                                          <p:spTgt spid="10">
                                            <p:graphicEl>
                                              <a:dgm id="{EA8C5E5A-F94D-984B-BF42-0D3D5CA8CC86}"/>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graphicEl>
                                              <a:dgm id="{B27C7DF9-3F4C-614B-9037-B5E09EB5E7B4}"/>
                                            </p:graphicEl>
                                          </p:spTgt>
                                        </p:tgtEl>
                                        <p:attrNameLst>
                                          <p:attrName>style.visibility</p:attrName>
                                        </p:attrNameLst>
                                      </p:cBhvr>
                                      <p:to>
                                        <p:strVal val="visible"/>
                                      </p:to>
                                    </p:set>
                                    <p:animEffect transition="in" filter="fade">
                                      <p:cBhvr>
                                        <p:cTn id="10" dur="500"/>
                                        <p:tgtEl>
                                          <p:spTgt spid="10">
                                            <p:graphicEl>
                                              <a:dgm id="{B27C7DF9-3F4C-614B-9037-B5E09EB5E7B4}"/>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graphicEl>
                                              <a:dgm id="{19AA5F25-4EB7-AE44-941F-D2090D19745B}"/>
                                            </p:graphicEl>
                                          </p:spTgt>
                                        </p:tgtEl>
                                        <p:attrNameLst>
                                          <p:attrName>style.visibility</p:attrName>
                                        </p:attrNameLst>
                                      </p:cBhvr>
                                      <p:to>
                                        <p:strVal val="visible"/>
                                      </p:to>
                                    </p:set>
                                    <p:animEffect transition="in" filter="fade">
                                      <p:cBhvr>
                                        <p:cTn id="15" dur="500"/>
                                        <p:tgtEl>
                                          <p:spTgt spid="10">
                                            <p:graphicEl>
                                              <a:dgm id="{19AA5F25-4EB7-AE44-941F-D2090D19745B}"/>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graphicEl>
                                              <a:dgm id="{B3D7B32E-0222-6E43-817B-267D59E34223}"/>
                                            </p:graphicEl>
                                          </p:spTgt>
                                        </p:tgtEl>
                                        <p:attrNameLst>
                                          <p:attrName>style.visibility</p:attrName>
                                        </p:attrNameLst>
                                      </p:cBhvr>
                                      <p:to>
                                        <p:strVal val="visible"/>
                                      </p:to>
                                    </p:set>
                                    <p:animEffect transition="in" filter="fade">
                                      <p:cBhvr>
                                        <p:cTn id="18" dur="500"/>
                                        <p:tgtEl>
                                          <p:spTgt spid="10">
                                            <p:graphicEl>
                                              <a:dgm id="{B3D7B32E-0222-6E43-817B-267D59E34223}"/>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graphicEl>
                                              <a:dgm id="{F21876F5-F74B-8A41-8A19-5C89A3D5F4BB}"/>
                                            </p:graphicEl>
                                          </p:spTgt>
                                        </p:tgtEl>
                                        <p:attrNameLst>
                                          <p:attrName>style.visibility</p:attrName>
                                        </p:attrNameLst>
                                      </p:cBhvr>
                                      <p:to>
                                        <p:strVal val="visible"/>
                                      </p:to>
                                    </p:set>
                                    <p:animEffect transition="in" filter="fade">
                                      <p:cBhvr>
                                        <p:cTn id="23" dur="500"/>
                                        <p:tgtEl>
                                          <p:spTgt spid="10">
                                            <p:graphicEl>
                                              <a:dgm id="{F21876F5-F74B-8A41-8A19-5C89A3D5F4BB}"/>
                                            </p:graphic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graphicEl>
                                              <a:dgm id="{D30AFCCF-321C-5544-8FCE-D533B6DE55A6}"/>
                                            </p:graphicEl>
                                          </p:spTgt>
                                        </p:tgtEl>
                                        <p:attrNameLst>
                                          <p:attrName>style.visibility</p:attrName>
                                        </p:attrNameLst>
                                      </p:cBhvr>
                                      <p:to>
                                        <p:strVal val="visible"/>
                                      </p:to>
                                    </p:set>
                                    <p:animEffect transition="in" filter="fade">
                                      <p:cBhvr>
                                        <p:cTn id="26" dur="500"/>
                                        <p:tgtEl>
                                          <p:spTgt spid="10">
                                            <p:graphicEl>
                                              <a:dgm id="{D30AFCCF-321C-5544-8FCE-D533B6DE55A6}"/>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graphicEl>
                                              <a:dgm id="{C137C5B9-C5F9-7548-9D4E-C2A3B4B64BC2}"/>
                                            </p:graphicEl>
                                          </p:spTgt>
                                        </p:tgtEl>
                                        <p:attrNameLst>
                                          <p:attrName>style.visibility</p:attrName>
                                        </p:attrNameLst>
                                      </p:cBhvr>
                                      <p:to>
                                        <p:strVal val="visible"/>
                                      </p:to>
                                    </p:set>
                                    <p:animEffect transition="in" filter="fade">
                                      <p:cBhvr>
                                        <p:cTn id="31" dur="500"/>
                                        <p:tgtEl>
                                          <p:spTgt spid="10">
                                            <p:graphicEl>
                                              <a:dgm id="{C137C5B9-C5F9-7548-9D4E-C2A3B4B64BC2}"/>
                                            </p:graphic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graphicEl>
                                              <a:dgm id="{19D8913B-C710-3C48-8EFF-3503121725DB}"/>
                                            </p:graphicEl>
                                          </p:spTgt>
                                        </p:tgtEl>
                                        <p:attrNameLst>
                                          <p:attrName>style.visibility</p:attrName>
                                        </p:attrNameLst>
                                      </p:cBhvr>
                                      <p:to>
                                        <p:strVal val="visible"/>
                                      </p:to>
                                    </p:set>
                                    <p:animEffect transition="in" filter="fade">
                                      <p:cBhvr>
                                        <p:cTn id="34" dur="500"/>
                                        <p:tgtEl>
                                          <p:spTgt spid="10">
                                            <p:graphicEl>
                                              <a:dgm id="{19D8913B-C710-3C48-8EFF-3503121725DB}"/>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0">
                                            <p:graphicEl>
                                              <a:dgm id="{DB0EC927-328D-EC49-983A-F38423C5203A}"/>
                                            </p:graphicEl>
                                          </p:spTgt>
                                        </p:tgtEl>
                                        <p:attrNameLst>
                                          <p:attrName>style.visibility</p:attrName>
                                        </p:attrNameLst>
                                      </p:cBhvr>
                                      <p:to>
                                        <p:strVal val="visible"/>
                                      </p:to>
                                    </p:set>
                                    <p:animEffect transition="in" filter="fade">
                                      <p:cBhvr>
                                        <p:cTn id="39" dur="500"/>
                                        <p:tgtEl>
                                          <p:spTgt spid="10">
                                            <p:graphicEl>
                                              <a:dgm id="{DB0EC927-328D-EC49-983A-F38423C5203A}"/>
                                            </p:graphic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graphicEl>
                                              <a:dgm id="{FEAF8FBB-9A0C-1E4A-BA95-55192F316B40}"/>
                                            </p:graphicEl>
                                          </p:spTgt>
                                        </p:tgtEl>
                                        <p:attrNameLst>
                                          <p:attrName>style.visibility</p:attrName>
                                        </p:attrNameLst>
                                      </p:cBhvr>
                                      <p:to>
                                        <p:strVal val="visible"/>
                                      </p:to>
                                    </p:set>
                                    <p:animEffect transition="in" filter="fade">
                                      <p:cBhvr>
                                        <p:cTn id="42" dur="500"/>
                                        <p:tgtEl>
                                          <p:spTgt spid="10">
                                            <p:graphicEl>
                                              <a:dgm id="{FEAF8FBB-9A0C-1E4A-BA95-55192F316B40}"/>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A8A1CB-FFD7-9107-8B1E-3605A2B6CF2A}"/>
              </a:ext>
            </a:extLst>
          </p:cNvPr>
          <p:cNvSpPr>
            <a:spLocks noGrp="1"/>
          </p:cNvSpPr>
          <p:nvPr>
            <p:ph type="title"/>
          </p:nvPr>
        </p:nvSpPr>
        <p:spPr>
          <a:xfrm>
            <a:off x="768875" y="182403"/>
            <a:ext cx="10671048" cy="822960"/>
          </a:xfrm>
        </p:spPr>
        <p:txBody>
          <a:bodyPr/>
          <a:lstStyle/>
          <a:p>
            <a:r>
              <a:rPr lang="en-US" dirty="0"/>
              <a:t>Open Integration: Value Across Your Environment</a:t>
            </a:r>
            <a:br>
              <a:rPr lang="en-US" dirty="0"/>
            </a:br>
            <a:endParaRPr lang="en-US" dirty="0"/>
          </a:p>
        </p:txBody>
      </p:sp>
      <p:graphicFrame>
        <p:nvGraphicFramePr>
          <p:cNvPr id="8" name="Content Placeholder 7">
            <a:extLst>
              <a:ext uri="{FF2B5EF4-FFF2-40B4-BE49-F238E27FC236}">
                <a16:creationId xmlns:a16="http://schemas.microsoft.com/office/drawing/2014/main" id="{990298BB-C20D-4649-677B-C33F90740923}"/>
              </a:ext>
            </a:extLst>
          </p:cNvPr>
          <p:cNvGraphicFramePr>
            <a:graphicFrameLocks noGrp="1"/>
          </p:cNvGraphicFramePr>
          <p:nvPr>
            <p:ph sz="quarter" idx="14"/>
            <p:extLst>
              <p:ext uri="{D42A27DB-BD31-4B8C-83A1-F6EECF244321}">
                <p14:modId xmlns:p14="http://schemas.microsoft.com/office/powerpoint/2010/main" val="3058551299"/>
              </p:ext>
            </p:extLst>
          </p:nvPr>
        </p:nvGraphicFramePr>
        <p:xfrm>
          <a:off x="766763" y="1600200"/>
          <a:ext cx="10671175" cy="4508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a:extLst>
              <a:ext uri="{FF2B5EF4-FFF2-40B4-BE49-F238E27FC236}">
                <a16:creationId xmlns:a16="http://schemas.microsoft.com/office/drawing/2014/main" id="{D70F9B83-9B7E-1130-3712-9EA6B195FB31}"/>
              </a:ext>
            </a:extLst>
          </p:cNvPr>
          <p:cNvSpPr>
            <a:spLocks noGrp="1"/>
          </p:cNvSpPr>
          <p:nvPr>
            <p:ph type="ftr" sz="quarter" idx="3"/>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782DD4FA-2EA8-49FD-B120-13725D2F5BE4}"/>
              </a:ext>
            </a:extLst>
          </p:cNvPr>
          <p:cNvSpPr>
            <a:spLocks noGrp="1"/>
          </p:cNvSpPr>
          <p:nvPr>
            <p:ph type="sldNum" sz="quarter" idx="4"/>
          </p:nvPr>
        </p:nvSpPr>
        <p:spPr/>
        <p:txBody>
          <a:bodyPr/>
          <a:lstStyle/>
          <a:p>
            <a:fld id="{345D60D9-5372-5F40-9443-0F9AE5BDC3C8}" type="slidenum">
              <a:rPr lang="en-US" smtClean="0"/>
              <a:pPr/>
              <a:t>11</a:t>
            </a:fld>
            <a:endParaRPr lang="en-US" dirty="0"/>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graphicEl>
                                              <a:dgm id="{CA5E3E3B-C94C-8842-AFCF-34D7C6E713EC}"/>
                                            </p:graphicEl>
                                          </p:spTgt>
                                        </p:tgtEl>
                                        <p:attrNameLst>
                                          <p:attrName>style.visibility</p:attrName>
                                        </p:attrNameLst>
                                      </p:cBhvr>
                                      <p:to>
                                        <p:strVal val="visible"/>
                                      </p:to>
                                    </p:set>
                                    <p:animEffect transition="in" filter="wipe(left)">
                                      <p:cBhvr>
                                        <p:cTn id="7" dur="500"/>
                                        <p:tgtEl>
                                          <p:spTgt spid="8">
                                            <p:graphicEl>
                                              <a:dgm id="{CA5E3E3B-C94C-8842-AFCF-34D7C6E713EC}"/>
                                            </p:graphic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graphicEl>
                                              <a:dgm id="{12EC2E9D-BB03-B048-A5A6-A37907548D60}"/>
                                            </p:graphicEl>
                                          </p:spTgt>
                                        </p:tgtEl>
                                        <p:attrNameLst>
                                          <p:attrName>style.visibility</p:attrName>
                                        </p:attrNameLst>
                                      </p:cBhvr>
                                      <p:to>
                                        <p:strVal val="visible"/>
                                      </p:to>
                                    </p:set>
                                    <p:animEffect transition="in" filter="wipe(up)">
                                      <p:cBhvr>
                                        <p:cTn id="11" dur="500"/>
                                        <p:tgtEl>
                                          <p:spTgt spid="8">
                                            <p:graphicEl>
                                              <a:dgm id="{12EC2E9D-BB03-B048-A5A6-A37907548D60}"/>
                                            </p:graphicEl>
                                          </p:spTgt>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8">
                                            <p:graphicEl>
                                              <a:dgm id="{7DD9D10E-FAB7-AE4A-B111-6CB7BAA5A757}"/>
                                            </p:graphicEl>
                                          </p:spTgt>
                                        </p:tgtEl>
                                        <p:attrNameLst>
                                          <p:attrName>style.visibility</p:attrName>
                                        </p:attrNameLst>
                                      </p:cBhvr>
                                      <p:to>
                                        <p:strVal val="visible"/>
                                      </p:to>
                                    </p:set>
                                    <p:animEffect transition="in" filter="wipe(up)">
                                      <p:cBhvr>
                                        <p:cTn id="14" dur="500"/>
                                        <p:tgtEl>
                                          <p:spTgt spid="8">
                                            <p:graphicEl>
                                              <a:dgm id="{7DD9D10E-FAB7-AE4A-B111-6CB7BAA5A757}"/>
                                            </p:graphic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8">
                                            <p:graphicEl>
                                              <a:dgm id="{484E2017-EFC3-394D-A8F3-2EC5EC405C33}"/>
                                            </p:graphicEl>
                                          </p:spTgt>
                                        </p:tgtEl>
                                        <p:attrNameLst>
                                          <p:attrName>style.visibility</p:attrName>
                                        </p:attrNameLst>
                                      </p:cBhvr>
                                      <p:to>
                                        <p:strVal val="visible"/>
                                      </p:to>
                                    </p:set>
                                    <p:animEffect transition="in" filter="wipe(up)">
                                      <p:cBhvr>
                                        <p:cTn id="19" dur="500"/>
                                        <p:tgtEl>
                                          <p:spTgt spid="8">
                                            <p:graphicEl>
                                              <a:dgm id="{484E2017-EFC3-394D-A8F3-2EC5EC405C33}"/>
                                            </p:graphic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8">
                                            <p:graphicEl>
                                              <a:dgm id="{F3E9F15A-6252-1F41-A41A-357CF9B26716}"/>
                                            </p:graphicEl>
                                          </p:spTgt>
                                        </p:tgtEl>
                                        <p:attrNameLst>
                                          <p:attrName>style.visibility</p:attrName>
                                        </p:attrNameLst>
                                      </p:cBhvr>
                                      <p:to>
                                        <p:strVal val="visible"/>
                                      </p:to>
                                    </p:set>
                                    <p:animEffect transition="in" filter="wipe(up)">
                                      <p:cBhvr>
                                        <p:cTn id="22" dur="500"/>
                                        <p:tgtEl>
                                          <p:spTgt spid="8">
                                            <p:graphicEl>
                                              <a:dgm id="{F3E9F15A-6252-1F41-A41A-357CF9B26716}"/>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
                                            <p:graphicEl>
                                              <a:dgm id="{DC2ACAEF-B489-C746-BBE3-DAFA55347558}"/>
                                            </p:graphicEl>
                                          </p:spTgt>
                                        </p:tgtEl>
                                        <p:attrNameLst>
                                          <p:attrName>style.visibility</p:attrName>
                                        </p:attrNameLst>
                                      </p:cBhvr>
                                      <p:to>
                                        <p:strVal val="visible"/>
                                      </p:to>
                                    </p:set>
                                    <p:animEffect transition="in" filter="wipe(up)">
                                      <p:cBhvr>
                                        <p:cTn id="27" dur="500"/>
                                        <p:tgtEl>
                                          <p:spTgt spid="8">
                                            <p:graphicEl>
                                              <a:dgm id="{DC2ACAEF-B489-C746-BBE3-DAFA55347558}"/>
                                            </p:graphic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8">
                                            <p:graphicEl>
                                              <a:dgm id="{84962732-4AC2-1B41-AC78-F4A6CA642E15}"/>
                                            </p:graphicEl>
                                          </p:spTgt>
                                        </p:tgtEl>
                                        <p:attrNameLst>
                                          <p:attrName>style.visibility</p:attrName>
                                        </p:attrNameLst>
                                      </p:cBhvr>
                                      <p:to>
                                        <p:strVal val="visible"/>
                                      </p:to>
                                    </p:set>
                                    <p:animEffect transition="in" filter="wipe(up)">
                                      <p:cBhvr>
                                        <p:cTn id="30" dur="500"/>
                                        <p:tgtEl>
                                          <p:spTgt spid="8">
                                            <p:graphicEl>
                                              <a:dgm id="{84962732-4AC2-1B41-AC78-F4A6CA642E15}"/>
                                            </p:graphic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8">
                                            <p:graphicEl>
                                              <a:dgm id="{4396DE8C-9FB9-CD40-9A96-A3420A6F29F4}"/>
                                            </p:graphicEl>
                                          </p:spTgt>
                                        </p:tgtEl>
                                        <p:attrNameLst>
                                          <p:attrName>style.visibility</p:attrName>
                                        </p:attrNameLst>
                                      </p:cBhvr>
                                      <p:to>
                                        <p:strVal val="visible"/>
                                      </p:to>
                                    </p:set>
                                    <p:animEffect transition="in" filter="wipe(up)">
                                      <p:cBhvr>
                                        <p:cTn id="35" dur="500"/>
                                        <p:tgtEl>
                                          <p:spTgt spid="8">
                                            <p:graphicEl>
                                              <a:dgm id="{4396DE8C-9FB9-CD40-9A96-A3420A6F29F4}"/>
                                            </p:graphicEl>
                                          </p:spTgt>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8">
                                            <p:graphicEl>
                                              <a:dgm id="{B28AA158-42A6-3A43-BFDF-25141584B320}"/>
                                            </p:graphicEl>
                                          </p:spTgt>
                                        </p:tgtEl>
                                        <p:attrNameLst>
                                          <p:attrName>style.visibility</p:attrName>
                                        </p:attrNameLst>
                                      </p:cBhvr>
                                      <p:to>
                                        <p:strVal val="visible"/>
                                      </p:to>
                                    </p:set>
                                    <p:animEffect transition="in" filter="wipe(up)">
                                      <p:cBhvr>
                                        <p:cTn id="38" dur="500"/>
                                        <p:tgtEl>
                                          <p:spTgt spid="8">
                                            <p:graphicEl>
                                              <a:dgm id="{B28AA158-42A6-3A43-BFDF-25141584B320}"/>
                                            </p:graphic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8">
                                            <p:graphicEl>
                                              <a:dgm id="{C072900A-586D-4A4F-A593-724828517EBB}"/>
                                            </p:graphicEl>
                                          </p:spTgt>
                                        </p:tgtEl>
                                        <p:attrNameLst>
                                          <p:attrName>style.visibility</p:attrName>
                                        </p:attrNameLst>
                                      </p:cBhvr>
                                      <p:to>
                                        <p:strVal val="visible"/>
                                      </p:to>
                                    </p:set>
                                    <p:animEffect transition="in" filter="wipe(up)">
                                      <p:cBhvr>
                                        <p:cTn id="43" dur="500"/>
                                        <p:tgtEl>
                                          <p:spTgt spid="8">
                                            <p:graphicEl>
                                              <a:dgm id="{C072900A-586D-4A4F-A593-724828517EBB}"/>
                                            </p:graphicEl>
                                          </p:spTgt>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8">
                                            <p:graphicEl>
                                              <a:dgm id="{E630CC54-4450-BB40-846F-9F73B75D6E1E}"/>
                                            </p:graphicEl>
                                          </p:spTgt>
                                        </p:tgtEl>
                                        <p:attrNameLst>
                                          <p:attrName>style.visibility</p:attrName>
                                        </p:attrNameLst>
                                      </p:cBhvr>
                                      <p:to>
                                        <p:strVal val="visible"/>
                                      </p:to>
                                    </p:set>
                                    <p:animEffect transition="in" filter="wipe(up)">
                                      <p:cBhvr>
                                        <p:cTn id="46" dur="500"/>
                                        <p:tgtEl>
                                          <p:spTgt spid="8">
                                            <p:graphicEl>
                                              <a:dgm id="{E630CC54-4450-BB40-846F-9F73B75D6E1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EF6212-7844-0C7A-C55B-42FCE63390DD}"/>
              </a:ext>
            </a:extLst>
          </p:cNvPr>
          <p:cNvSpPr>
            <a:spLocks noGrp="1"/>
          </p:cNvSpPr>
          <p:nvPr>
            <p:ph type="title"/>
          </p:nvPr>
        </p:nvSpPr>
        <p:spPr>
          <a:xfrm>
            <a:off x="586921" y="3026053"/>
            <a:ext cx="4595813" cy="369332"/>
          </a:xfrm>
        </p:spPr>
        <p:txBody>
          <a:bodyPr>
            <a:spAutoFit/>
          </a:bodyPr>
          <a:lstStyle/>
          <a:p>
            <a:r>
              <a:rPr lang="en-US" dirty="0"/>
              <a:t>Where We Go From Here?</a:t>
            </a:r>
          </a:p>
        </p:txBody>
      </p:sp>
      <p:pic>
        <p:nvPicPr>
          <p:cNvPr id="2" name="Picture Placeholder 1" descr="HR_Career_Paths_1x1">
            <a:extLst>
              <a:ext uri="{FF2B5EF4-FFF2-40B4-BE49-F238E27FC236}">
                <a16:creationId xmlns:a16="http://schemas.microsoft.com/office/drawing/2014/main" id="{E5018426-50B0-42C2-87B8-7EDE4D93BC5D}"/>
              </a:ext>
            </a:extLst>
          </p:cNvPr>
          <p:cNvPicPr>
            <a:picLocks noGrp="1" noChangeAspect="1"/>
          </p:cNvPicPr>
          <p:nvPr>
            <p:ph type="pic" sz="quarter" idx="11"/>
          </p:nvPr>
        </p:nvPicPr>
        <p:blipFill>
          <a:blip r:embed="rId3" cstate="screen">
            <a:extLst>
              <a:ext uri="{28A0092B-C50C-407E-A947-70E740481C1C}">
                <a14:useLocalDpi xmlns:a14="http://schemas.microsoft.com/office/drawing/2010/main"/>
              </a:ext>
            </a:extLst>
          </a:blip>
          <a:srcRect l="5556" r="5556"/>
          <a:stretch/>
        </p:blipFill>
        <p:spPr>
          <a:xfrm>
            <a:off x="6096000" y="0"/>
            <a:ext cx="6096000" cy="6858000"/>
          </a:xfrm>
          <a:solidFill>
            <a:srgbClr val="AEA8A2"/>
          </a:solidFill>
        </p:spPr>
      </p:pic>
      <p:sp>
        <p:nvSpPr>
          <p:cNvPr id="3" name="Footer Placeholder 2">
            <a:extLst>
              <a:ext uri="{FF2B5EF4-FFF2-40B4-BE49-F238E27FC236}">
                <a16:creationId xmlns:a16="http://schemas.microsoft.com/office/drawing/2014/main" id="{9B493401-403A-D361-0715-A2C5660039F7}"/>
              </a:ext>
            </a:extLst>
          </p:cNvPr>
          <p:cNvSpPr>
            <a:spLocks noGrp="1"/>
          </p:cNvSpPr>
          <p:nvPr>
            <p:ph type="ftr" sz="quarter" idx="13"/>
          </p:nvPr>
        </p:nvSpPr>
        <p:spPr>
          <a:xfrm>
            <a:off x="1127759" y="6423978"/>
            <a:ext cx="5745379" cy="365125"/>
          </a:xfrm>
        </p:spPr>
        <p:txBody>
          <a:bodyPr/>
          <a:lstStyle/>
          <a:p>
            <a:r>
              <a:rPr lang="en-US"/>
              <a:t>Copyright © 2026,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775AFF71-B42A-C792-3359-2555616B2427}"/>
              </a:ext>
            </a:extLst>
          </p:cNvPr>
          <p:cNvSpPr>
            <a:spLocks noGrp="1"/>
          </p:cNvSpPr>
          <p:nvPr>
            <p:ph type="sldNum" sz="quarter" idx="14"/>
          </p:nvPr>
        </p:nvSpPr>
        <p:spPr>
          <a:xfrm>
            <a:off x="762000" y="6423660"/>
            <a:ext cx="365760" cy="365760"/>
          </a:xfrm>
        </p:spPr>
        <p:txBody>
          <a:bodyPr/>
          <a:lstStyle/>
          <a:p>
            <a:fld id="{345D60D9-5372-5F40-9443-0F9AE5BDC3C8}" type="slidenum">
              <a:rPr lang="en-US" smtClean="0"/>
              <a:pPr/>
              <a:t>12</a:t>
            </a:fld>
            <a:endParaRPr lang="en-US" dirty="0"/>
          </a:p>
        </p:txBody>
      </p:sp>
      <p:sp>
        <p:nvSpPr>
          <p:cNvPr id="15" name="TextBox 14">
            <a:extLst>
              <a:ext uri="{FF2B5EF4-FFF2-40B4-BE49-F238E27FC236}">
                <a16:creationId xmlns:a16="http://schemas.microsoft.com/office/drawing/2014/main" id="{41FF635D-FA21-5FFC-6E30-7C19B33AE1E3}"/>
              </a:ext>
            </a:extLst>
          </p:cNvPr>
          <p:cNvSpPr txBox="1"/>
          <p:nvPr/>
        </p:nvSpPr>
        <p:spPr>
          <a:xfrm>
            <a:off x="586921" y="3631139"/>
            <a:ext cx="5173777" cy="2554545"/>
          </a:xfrm>
          <a:prstGeom prst="rect">
            <a:avLst/>
          </a:prstGeom>
          <a:noFill/>
        </p:spPr>
        <p:txBody>
          <a:bodyPr wrap="square" rtlCol="0">
            <a:spAutoFit/>
          </a:bodyPr>
          <a:lstStyle/>
          <a:p>
            <a:pPr marL="285750" indent="-285750">
              <a:spcAft>
                <a:spcPts val="2400"/>
              </a:spcAft>
              <a:buClr>
                <a:schemeClr val="accent4"/>
              </a:buClr>
              <a:buFont typeface="Wingdings" pitchFamily="2" charset="2"/>
              <a:buChar char="v"/>
            </a:pPr>
            <a:r>
              <a:rPr lang="en-US" sz="1600" dirty="0"/>
              <a:t>What outcomes matter to your organization?</a:t>
            </a:r>
          </a:p>
          <a:p>
            <a:pPr marL="285750" indent="-285750">
              <a:spcAft>
                <a:spcPts val="2400"/>
              </a:spcAft>
              <a:buClr>
                <a:schemeClr val="accent4"/>
              </a:buClr>
              <a:buFont typeface="Wingdings" pitchFamily="2" charset="2"/>
              <a:buChar char="v"/>
            </a:pPr>
            <a:r>
              <a:rPr lang="en-US" sz="1600" dirty="0"/>
              <a:t>What teams and data do you use for decisions?</a:t>
            </a:r>
          </a:p>
          <a:p>
            <a:pPr marL="285750" indent="-285750">
              <a:spcAft>
                <a:spcPts val="2400"/>
              </a:spcAft>
              <a:buClr>
                <a:schemeClr val="accent4"/>
              </a:buClr>
              <a:buFont typeface="Wingdings" pitchFamily="2" charset="2"/>
              <a:buChar char="v"/>
            </a:pPr>
            <a:r>
              <a:rPr lang="en-US" sz="1600" dirty="0"/>
              <a:t>How can Oracle help absorb complexity?</a:t>
            </a:r>
          </a:p>
          <a:p>
            <a:pPr marL="285750" indent="-285750">
              <a:spcAft>
                <a:spcPts val="2400"/>
              </a:spcAft>
              <a:buClr>
                <a:schemeClr val="accent4"/>
              </a:buClr>
              <a:buFont typeface="Wingdings" pitchFamily="2" charset="2"/>
              <a:buChar char="v"/>
            </a:pPr>
            <a:r>
              <a:rPr lang="en-US" sz="1600" dirty="0"/>
              <a:t>Identify where applying AI is practical.</a:t>
            </a:r>
          </a:p>
          <a:p>
            <a:pPr marL="285750" indent="-285750">
              <a:spcAft>
                <a:spcPts val="2400"/>
              </a:spcAft>
              <a:buClr>
                <a:schemeClr val="accent4"/>
              </a:buClr>
              <a:buFont typeface="Wingdings" pitchFamily="2" charset="2"/>
              <a:buChar char="v"/>
            </a:pPr>
            <a:r>
              <a:rPr lang="en-US" sz="1600" dirty="0"/>
              <a:t>Move forward only where trust and value are clear.</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500"/>
                                        <p:tgtEl>
                                          <p:spTgt spid="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xEl>
                                              <p:pRg st="3" end="3"/>
                                            </p:txEl>
                                          </p:spTgt>
                                        </p:tgtEl>
                                        <p:attrNameLst>
                                          <p:attrName>style.visibility</p:attrName>
                                        </p:attrNameLst>
                                      </p:cBhvr>
                                      <p:to>
                                        <p:strVal val="visible"/>
                                      </p:to>
                                    </p:set>
                                    <p:animEffect transition="in" filter="fade">
                                      <p:cBhvr>
                                        <p:cTn id="22" dur="500"/>
                                        <p:tgtEl>
                                          <p:spTgt spid="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xEl>
                                              <p:pRg st="4" end="4"/>
                                            </p:txEl>
                                          </p:spTgt>
                                        </p:tgtEl>
                                        <p:attrNameLst>
                                          <p:attrName>style.visibility</p:attrName>
                                        </p:attrNameLst>
                                      </p:cBhvr>
                                      <p:to>
                                        <p:strVal val="visible"/>
                                      </p:to>
                                    </p:set>
                                    <p:animEffect transition="in" filter="fade">
                                      <p:cBhvr>
                                        <p:cTn id="27"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B11623-D39B-DECF-3418-A9034078F42D}"/>
              </a:ext>
            </a:extLst>
          </p:cNvPr>
          <p:cNvSpPr>
            <a:spLocks noGrp="1"/>
          </p:cNvSpPr>
          <p:nvPr>
            <p:ph type="title"/>
          </p:nvPr>
        </p:nvSpPr>
        <p:spPr>
          <a:xfrm>
            <a:off x="311675" y="3017520"/>
            <a:ext cx="10671048" cy="822960"/>
          </a:xfrm>
        </p:spPr>
        <p:txBody>
          <a:bodyPr/>
          <a:lstStyle/>
          <a:p>
            <a:r>
              <a:rPr lang="en-US" dirty="0"/>
              <a:t>As an Oracle customer, </a:t>
            </a:r>
            <a:br>
              <a:rPr lang="en-US" dirty="0"/>
            </a:br>
            <a:r>
              <a:rPr lang="en-US" i="1" dirty="0"/>
              <a:t>you</a:t>
            </a:r>
            <a:r>
              <a:rPr lang="en-US" dirty="0"/>
              <a:t> have the One Oracle Advantage</a:t>
            </a:r>
          </a:p>
        </p:txBody>
      </p:sp>
      <p:sp>
        <p:nvSpPr>
          <p:cNvPr id="2" name="Footer Placeholder 1">
            <a:extLst>
              <a:ext uri="{FF2B5EF4-FFF2-40B4-BE49-F238E27FC236}">
                <a16:creationId xmlns:a16="http://schemas.microsoft.com/office/drawing/2014/main" id="{1EBED87D-082E-B52E-75E2-03DCD3391977}"/>
              </a:ext>
            </a:extLst>
          </p:cNvPr>
          <p:cNvSpPr>
            <a:spLocks noGrp="1"/>
          </p:cNvSpPr>
          <p:nvPr>
            <p:ph type="ftr" sz="quarter" idx="39"/>
          </p:nvPr>
        </p:nvSpPr>
        <p:spPr/>
        <p:txBody>
          <a:bodyPr/>
          <a:lstStyle/>
          <a:p>
            <a:r>
              <a:rPr lang="en-US"/>
              <a:t>Copyright © 2026, Oracle and/or its affiliates |  Confidential: Internal/Restricted/Highly Restricted</a:t>
            </a:r>
            <a:endParaRPr lang="en-US" dirty="0"/>
          </a:p>
        </p:txBody>
      </p:sp>
      <p:sp>
        <p:nvSpPr>
          <p:cNvPr id="3" name="Slide Number Placeholder 2">
            <a:extLst>
              <a:ext uri="{FF2B5EF4-FFF2-40B4-BE49-F238E27FC236}">
                <a16:creationId xmlns:a16="http://schemas.microsoft.com/office/drawing/2014/main" id="{6AAC13D4-4079-1D9D-FF52-E7716075683D}"/>
              </a:ext>
            </a:extLst>
          </p:cNvPr>
          <p:cNvSpPr>
            <a:spLocks noGrp="1"/>
          </p:cNvSpPr>
          <p:nvPr>
            <p:ph type="sldNum" sz="quarter" idx="40"/>
          </p:nvPr>
        </p:nvSpPr>
        <p:spPr/>
        <p:txBody>
          <a:bodyPr/>
          <a:lstStyle/>
          <a:p>
            <a:fld id="{345D60D9-5372-5F40-9443-0F9AE5BDC3C8}" type="slidenum">
              <a:rPr lang="en-US" smtClean="0"/>
              <a:pPr/>
              <a:t>13</a:t>
            </a:fld>
            <a:endParaRPr lang="en-US" dirty="0"/>
          </a:p>
        </p:txBody>
      </p:sp>
    </p:spTree>
    <p:extLst>
      <p:ext uri="{BB962C8B-B14F-4D97-AF65-F5344CB8AC3E}">
        <p14:creationId xmlns:p14="http://schemas.microsoft.com/office/powerpoint/2010/main" val="23461582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30F14C-23C8-5EFA-1A31-302B2B25DF28}"/>
              </a:ext>
            </a:extLst>
          </p:cNvPr>
          <p:cNvSpPr>
            <a:spLocks noGrp="1"/>
          </p:cNvSpPr>
          <p:nvPr>
            <p:ph type="title"/>
          </p:nvPr>
        </p:nvSpPr>
        <p:spPr/>
        <p:txBody>
          <a:bodyPr/>
          <a:lstStyle/>
          <a:p>
            <a:r>
              <a:rPr lang="en-US" dirty="0"/>
              <a:t>Thank you</a:t>
            </a:r>
          </a:p>
        </p:txBody>
      </p:sp>
      <p:sp>
        <p:nvSpPr>
          <p:cNvPr id="5" name="Text Placeholder 4">
            <a:extLst>
              <a:ext uri="{FF2B5EF4-FFF2-40B4-BE49-F238E27FC236}">
                <a16:creationId xmlns:a16="http://schemas.microsoft.com/office/drawing/2014/main" id="{0D2565B3-D64D-56CA-5E97-FCB04D5AAD42}"/>
              </a:ext>
            </a:extLst>
          </p:cNvPr>
          <p:cNvSpPr>
            <a:spLocks noGrp="1"/>
          </p:cNvSpPr>
          <p:nvPr>
            <p:ph type="body" sz="quarter" idx="37"/>
          </p:nvPr>
        </p:nvSpPr>
        <p:spPr/>
        <p:txBody>
          <a:bodyPr/>
          <a:lstStyle/>
          <a:p>
            <a:endParaRPr lang="en-US"/>
          </a:p>
        </p:txBody>
      </p:sp>
      <p:sp>
        <p:nvSpPr>
          <p:cNvPr id="4" name="Text Placeholder 3">
            <a:extLst>
              <a:ext uri="{FF2B5EF4-FFF2-40B4-BE49-F238E27FC236}">
                <a16:creationId xmlns:a16="http://schemas.microsoft.com/office/drawing/2014/main" id="{55E03389-2D3C-9BA5-D5F4-2FFCA9446E13}"/>
              </a:ext>
            </a:extLst>
          </p:cNvPr>
          <p:cNvSpPr>
            <a:spLocks noGrp="1"/>
          </p:cNvSpPr>
          <p:nvPr>
            <p:ph type="body" sz="quarter" idx="36"/>
          </p:nvPr>
        </p:nvSpPr>
        <p:spPr/>
        <p:txBody>
          <a:bodyPr/>
          <a:lstStyle/>
          <a:p>
            <a:endParaRPr lang="en-US"/>
          </a:p>
        </p:txBody>
      </p:sp>
      <p:sp>
        <p:nvSpPr>
          <p:cNvPr id="2" name="Footer Placeholder 1">
            <a:extLst>
              <a:ext uri="{FF2B5EF4-FFF2-40B4-BE49-F238E27FC236}">
                <a16:creationId xmlns:a16="http://schemas.microsoft.com/office/drawing/2014/main" id="{722008A9-0FE1-04A6-65E8-E5AE87FF48AB}"/>
              </a:ext>
            </a:extLst>
          </p:cNvPr>
          <p:cNvSpPr>
            <a:spLocks noGrp="1"/>
          </p:cNvSpPr>
          <p:nvPr>
            <p:ph type="ftr" sz="quarter" idx="39"/>
          </p:nvPr>
        </p:nvSpPr>
        <p:spPr/>
        <p:txBody>
          <a:bodyPr/>
          <a:lstStyle/>
          <a:p>
            <a:r>
              <a:rPr lang="en-US"/>
              <a:t>Copyright © 2026, Oracle and/or its affiliates |  Confidential: Internal/Restricted/Highly Restricted</a:t>
            </a:r>
            <a:endParaRPr lang="en-US" dirty="0"/>
          </a:p>
        </p:txBody>
      </p:sp>
      <p:sp>
        <p:nvSpPr>
          <p:cNvPr id="6" name="Slide Number Placeholder 5">
            <a:extLst>
              <a:ext uri="{FF2B5EF4-FFF2-40B4-BE49-F238E27FC236}">
                <a16:creationId xmlns:a16="http://schemas.microsoft.com/office/drawing/2014/main" id="{6BD68E31-8507-D9B0-5449-F6DFE3BEA0EB}"/>
              </a:ext>
            </a:extLst>
          </p:cNvPr>
          <p:cNvSpPr>
            <a:spLocks noGrp="1"/>
          </p:cNvSpPr>
          <p:nvPr>
            <p:ph type="sldNum" sz="quarter" idx="40"/>
          </p:nvPr>
        </p:nvSpPr>
        <p:spPr/>
        <p:txBody>
          <a:bodyPr/>
          <a:lstStyle/>
          <a:p>
            <a:fld id="{345D60D9-5372-5F40-9443-0F9AE5BDC3C8}" type="slidenum">
              <a:rPr lang="en-US" smtClean="0"/>
              <a:pPr/>
              <a:t>14</a:t>
            </a:fld>
            <a:endParaRPr lang="en-US" dirty="0"/>
          </a:p>
        </p:txBody>
      </p:sp>
    </p:spTree>
    <p:extLst>
      <p:ext uri="{BB962C8B-B14F-4D97-AF65-F5344CB8AC3E}">
        <p14:creationId xmlns:p14="http://schemas.microsoft.com/office/powerpoint/2010/main" val="9681005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658548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racle 202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racle Red">
      <a:srgbClr val="C74634"/>
    </a:custClr>
    <a:custClr name="Brand Dark 170/Hyperlink Dark">
      <a:srgbClr val="F0CC72"/>
    </a:custClr>
    <a:custClr name="Pine 80">
      <a:srgbClr val="74A683"/>
    </a:custClr>
    <a:custClr name="Pine 90">
      <a:srgbClr val="5C926D"/>
    </a:custClr>
    <a:custClr name="Teal 90">
      <a:srgbClr val="628F8D"/>
    </a:custClr>
    <a:custClr name="Plum 90">
      <a:srgbClr val="957CA4"/>
    </a:custClr>
    <a:custClr name="Sky 80">
      <a:srgbClr val="5FA2BA"/>
    </a:custClr>
    <a:custClr name="Higlight Light">
      <a:srgbClr val="AE562C"/>
    </a:custClr>
    <a:custClr name="Rose 90">
      <a:srgbClr val="B47282"/>
    </a:custClr>
    <a:custClr name="Brand Yellow ">
      <a:srgbClr val="F1B13F"/>
    </a:custClr>
    <a:custClr name="Brand: Neutral 30">
      <a:srgbClr val="F1EFED"/>
    </a:custClr>
    <a:custClr name="Developer: Pebble 30">
      <a:srgbClr val="E7F0FD"/>
    </a:custClr>
    <a:custClr name="Database: Slate 50">
      <a:srgbClr val="C2D4D4"/>
    </a:custClr>
    <a:custClr name="Pine 100">
      <a:srgbClr val="4C825C"/>
    </a:custClr>
    <a:custClr name="Teal 110">
      <a:srgbClr val="467173"/>
    </a:custClr>
    <a:custClr name="Plum 110">
      <a:srgbClr val="796087"/>
    </a:custClr>
    <a:custClr name="Sky 100">
      <a:srgbClr val="227E9E"/>
    </a:custClr>
    <a:custClr name="Ocean 90">
      <a:srgbClr val="558EA4"/>
    </a:custClr>
    <a:custClr name="Rose 100">
      <a:srgbClr val="925865"/>
    </a:custClr>
    <a:custClr name="Sienna 50">
      <a:srgbClr val="ECCB98"/>
    </a:custClr>
    <a:custClr name="Neutral 70">
      <a:srgbClr val="AEA8A2"/>
    </a:custClr>
    <a:custClr name="Pebble 90">
      <a:srgbClr val="808792"/>
    </a:custClr>
    <a:custClr name="Database: Slate 100">
      <a:srgbClr val="697778"/>
    </a:custClr>
    <a:custClr name="Pine 120">
      <a:srgbClr val="3F6B4B"/>
    </a:custClr>
    <a:custClr name="Teal 130">
      <a:srgbClr val="375D61"/>
    </a:custClr>
    <a:custClr name="Plum 130">
      <a:srgbClr val="634E71"/>
    </a:custClr>
    <a:custClr name="Sky 120">
      <a:srgbClr val="00688C"/>
    </a:custClr>
    <a:custClr name="Ocean 110">
      <a:srgbClr val="3B7087"/>
    </a:custClr>
    <a:custClr name="Rose 130">
      <a:srgbClr val="7A4753"/>
    </a:custClr>
    <a:custClr name="Sienna 60">
      <a:srgbClr val="DEB068"/>
    </a:custClr>
    <a:custClr name="Brand: Neutral 140">
      <a:srgbClr val="514C47"/>
    </a:custClr>
    <a:custClr name="Pebble 130">
      <a:srgbClr val="53575F"/>
    </a:custClr>
    <a:custClr name="Slate 150">
      <a:srgbClr val="3C4545"/>
    </a:custClr>
    <a:custClr name="Pine 140">
      <a:srgbClr val="33553C"/>
    </a:custClr>
    <a:custClr name="Teal 150">
      <a:srgbClr val="2B484B"/>
    </a:custClr>
    <a:custClr name="Plum 150">
      <a:srgbClr val="4D3C57"/>
    </a:custClr>
    <a:custClr name="Sky 140">
      <a:srgbClr val="04536F"/>
    </a:custClr>
    <a:custClr name="Ocean 120">
      <a:srgbClr val="36677D"/>
    </a:custClr>
    <a:custClr name="Rose 150">
      <a:srgbClr val="5F363F"/>
    </a:custClr>
    <a:custClr name="Sienna 80">
      <a:srgbClr val="C58C52"/>
    </a:custClr>
    <a:custClr name="Brand: Neutral 180">
      <a:srgbClr val="201E1C"/>
    </a:custClr>
    <a:custClr name="Pebble 170">
      <a:srgbClr val="2B2E32"/>
    </a:custClr>
    <a:custClr name="Slate 170">
      <a:srgbClr val="2A2F2F"/>
    </a:custClr>
    <a:custClr name="Pine 160">
      <a:srgbClr val="253D2C"/>
    </a:custClr>
    <a:custClr name="Teal 170">
      <a:srgbClr val="1E3133"/>
    </a:custClr>
    <a:custClr name="Plum 170">
      <a:srgbClr val="36293C"/>
    </a:custClr>
    <a:custClr name="Sky 160">
      <a:srgbClr val="063C4E"/>
    </a:custClr>
    <a:custClr name="Ocean 180">
      <a:srgbClr val="13212C"/>
    </a:custClr>
    <a:custClr name="Rose 180">
      <a:srgbClr val="2D191D"/>
    </a:custClr>
    <a:custClr name="SCM: Sienna 90">
      <a:srgbClr val="B67745"/>
    </a:custClr>
  </a:custClrLst>
  <a:extLst>
    <a:ext uri="{05A4C25C-085E-4340-85A3-A5531E510DB2}">
      <thm15:themeFamily xmlns:thm15="http://schemas.microsoft.com/office/thememl/2012/main" name="Oracle 2026" id="{FA91160A-9966-F04C-A671-036659789CEB}" vid="{DA408C5E-199E-944A-85A5-2E11F3DD27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25c952f-1947-4719-99e7-7bc5a76060a8}" enabled="1" method="Standard" siteId="{4e2c6054-71cb-48f1-bd6c-3a9705aca71b}" contentBits="3" removed="0"/>
</clbl:labelList>
</file>

<file path=docProps/app.xml><?xml version="1.0" encoding="utf-8"?>
<Properties xmlns="http://schemas.openxmlformats.org/officeDocument/2006/extended-properties" xmlns:vt="http://schemas.openxmlformats.org/officeDocument/2006/docPropsVTypes">
  <Template>Oracle 2026</Template>
  <TotalTime>110</TotalTime>
  <Words>1817</Words>
  <Application>Microsoft Office PowerPoint</Application>
  <PresentationFormat>Widescreen</PresentationFormat>
  <Paragraphs>125</Paragraphs>
  <Slides>15</Slides>
  <Notes>11</Notes>
  <HiddenSlides>1</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Oracle 2026</vt:lpstr>
      <vt:lpstr>THIS DECK IS ONLY FOR INTERNAL USE</vt:lpstr>
      <vt:lpstr>The One Oracle Advantage</vt:lpstr>
      <vt:lpstr>What We Will Cover </vt:lpstr>
      <vt:lpstr>What We Hear From Customers </vt:lpstr>
      <vt:lpstr>Why Enterprise Outcomes Are Hard to Deliver </vt:lpstr>
      <vt:lpstr>How Oracle Helps </vt:lpstr>
      <vt:lpstr>The One Oracle Advantage </vt:lpstr>
      <vt:lpstr>Applications: Where Business Work Happens </vt:lpstr>
      <vt:lpstr>Data and Database: The Trust Foundation </vt:lpstr>
      <vt:lpstr>Cloud and AI: Practical Execution at Enterprise Scale </vt:lpstr>
      <vt:lpstr>Open Integration: Value Across Your Environment </vt:lpstr>
      <vt:lpstr>Where We Go From Here?</vt:lpstr>
      <vt:lpstr>As an Oracle customer,  you have the One Oracle Advantage</vt:lpstr>
      <vt:lpstr>Thank you</vt:lpstr>
      <vt:lpstr>PowerPoint Presentation</vt:lpstr>
    </vt:vector>
  </TitlesOfParts>
  <Company>Oracle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One Oracle Advantage</dc:title>
  <dc:subject>Current One Oracle Advantage Speakers Bureau candidate presentation</dc:subject>
  <dc:creator>Oracle</dc:creator>
  <cp:lastModifiedBy>Jon Steele</cp:lastModifiedBy>
  <cp:revision>29</cp:revision>
  <dcterms:created xsi:type="dcterms:W3CDTF">2026-06-18T18:10:50Z</dcterms:created>
  <dcterms:modified xsi:type="dcterms:W3CDTF">2026-08-12T22:36:56Z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Oracle 2026:8</vt:lpwstr>
  </property>
  <property fmtid="{D5CDD505-2E9C-101B-9397-08002B2CF9AE}" pid="3" name="ClassificationContentMarkingFooterText">
    <vt:lpwstr>Confidential - Oracle Restricted \Employees Only</vt:lpwstr>
  </property>
  <property fmtid="{D5CDD505-2E9C-101B-9397-08002B2CF9AE}" pid="4" name="ClassificationContentMarkingHeaderLocations">
    <vt:lpwstr>Oracle 2026:7</vt:lpwstr>
  </property>
  <property fmtid="{D5CDD505-2E9C-101B-9397-08002B2CF9AE}" pid="5" name="ClassificationContentMarkingHeaderText">
    <vt:lpwstr>Confidential - Oracle Restricted \Employees Only</vt:lpwstr>
  </property>
</Properties>
</file>